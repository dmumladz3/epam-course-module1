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33808-7649-479B-A236-462B3E9C9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6444F3-790D-4FC5-B398-A70936EA0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3C503-A68C-4597-BC9A-383303A8D865}" type="datetimeFigureOut">
              <a:rPr lang="en-GB" smtClean="0"/>
              <a:t>03/08/2020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4AE01E-84B0-4D3C-804F-F3D46191C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0B45E6-777C-4564-97EA-035D6ED94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8256-C6B6-400D-9082-00F104708B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816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394EB1-2637-4651-B8FF-18CA47977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A97C8-5C0D-4F8E-9BAD-FF0813212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66864-808A-43C6-A5FB-31E6BEBF9F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D3C503-A68C-4597-BC9A-383303A8D865}" type="datetimeFigureOut">
              <a:rPr lang="en-GB" smtClean="0"/>
              <a:t>03/08/2020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E9B34-A8EC-4EF5-87D0-878804A45E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2DABA-4862-4FA2-ADFD-FE789625B6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A8256-C6B6-400D-9082-00F104708B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8983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B89FC6E-EE97-4711-906D-E947AE28E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Prototype Design Pattern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C5246D-3893-4CCC-9CCE-14506EAA061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012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896DEE1-03D9-477D-9F27-81A29C0B6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385275-634C-4202-937B-9DD40203917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736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2FA4E62-B08C-4DC6-AE61-9E1613E54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1C12F7-82E2-4B2A-B73D-B26841259C9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148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FD5FC84-84F7-4370-972C-A5645338C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C2D5CA-3994-44EF-89C1-DEC2479F126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789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5CD5DD9-AFF9-46DC-A3B1-F10FB3581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 JDK </a:t>
            </a:r>
            <a:br>
              <a:rPr lang="en-IN"/>
            </a:br>
            <a:br>
              <a:rPr lang="en-IN"/>
            </a:br>
            <a:r>
              <a:rPr lang="en-IN"/>
              <a:t> </a:t>
            </a:r>
            <a:r>
              <a:rPr lang="en-GB"/>
              <a:t>java.lang.Object#clone() (class should implement the java.lang.Cloneable interface)</a:t>
            </a:r>
            <a:r>
              <a:rPr lang="en-IN"/>
              <a:t> 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BF4192-7FDF-471D-8C70-F4F1593F135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904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Prototype Design Pattern</vt:lpstr>
      <vt:lpstr>PowerPoint Presentation</vt:lpstr>
      <vt:lpstr>PowerPoint Presentation</vt:lpstr>
      <vt:lpstr>PowerPoint Presentation</vt:lpstr>
      <vt:lpstr>In JDK    java.lang.Object#clone() (class should implement the java.lang.Cloneable interface)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Prototype Design Pattern</dc:title>
  <dc:creator>sandhya achanta</dc:creator>
  <cp:lastModifiedBy>sandhya achanta</cp:lastModifiedBy>
  <cp:revision>1</cp:revision>
  <dcterms:created xsi:type="dcterms:W3CDTF">2020-08-03T19:52:51Z</dcterms:created>
  <dcterms:modified xsi:type="dcterms:W3CDTF">2020-08-03T19:52:51Z</dcterms:modified>
</cp:coreProperties>
</file>