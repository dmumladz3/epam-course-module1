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2" r:id="rId1"/>
  </p:sldMasterIdLst>
  <p:notesMasterIdLst>
    <p:notesMasterId r:id="rId37"/>
  </p:notesMasterIdLst>
  <p:handoutMasterIdLst>
    <p:handoutMasterId r:id="rId38"/>
  </p:handoutMasterIdLst>
  <p:sldIdLst>
    <p:sldId id="2147473788" r:id="rId2"/>
    <p:sldId id="2142532923" r:id="rId3"/>
    <p:sldId id="276" r:id="rId4"/>
    <p:sldId id="2147473753" r:id="rId5"/>
    <p:sldId id="2147473757" r:id="rId6"/>
    <p:sldId id="2147473755" r:id="rId7"/>
    <p:sldId id="2147473756" r:id="rId8"/>
    <p:sldId id="2147473787" r:id="rId9"/>
    <p:sldId id="2147473759" r:id="rId10"/>
    <p:sldId id="2147473758" r:id="rId11"/>
    <p:sldId id="2147473760" r:id="rId12"/>
    <p:sldId id="2147473761" r:id="rId13"/>
    <p:sldId id="2147473762" r:id="rId14"/>
    <p:sldId id="2147473767" r:id="rId15"/>
    <p:sldId id="2147473768" r:id="rId16"/>
    <p:sldId id="2147473766" r:id="rId17"/>
    <p:sldId id="2147473770" r:id="rId18"/>
    <p:sldId id="2147473771" r:id="rId19"/>
    <p:sldId id="2147473772" r:id="rId20"/>
    <p:sldId id="2147473773" r:id="rId21"/>
    <p:sldId id="2147473774" r:id="rId22"/>
    <p:sldId id="2147473775" r:id="rId23"/>
    <p:sldId id="2147473776" r:id="rId24"/>
    <p:sldId id="2147473777" r:id="rId25"/>
    <p:sldId id="2147473778" r:id="rId26"/>
    <p:sldId id="2147473779" r:id="rId27"/>
    <p:sldId id="2147473780" r:id="rId28"/>
    <p:sldId id="2147473781" r:id="rId29"/>
    <p:sldId id="2147473782" r:id="rId30"/>
    <p:sldId id="2147473783" r:id="rId31"/>
    <p:sldId id="2147473784" r:id="rId32"/>
    <p:sldId id="2147473786" r:id="rId33"/>
    <p:sldId id="2147473763" r:id="rId34"/>
    <p:sldId id="2147473785" r:id="rId35"/>
    <p:sldId id="2147473764" r:id="rId36"/>
  </p:sldIdLst>
  <p:sldSz cx="12192000" cy="6858000"/>
  <p:notesSz cx="6858000" cy="9144000"/>
  <p:defaultTextStyle>
    <a:defPPr>
      <a:defRPr lang="en-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ana Fedoriuk" initials="LF" lastIdx="3" clrIdx="0">
    <p:extLst>
      <p:ext uri="{19B8F6BF-5375-455C-9EA6-DF929625EA0E}">
        <p15:presenceInfo xmlns:p15="http://schemas.microsoft.com/office/powerpoint/2012/main" userId="S::Liana_Fedoriuk@epam.com::b21224b7-3d93-4e09-b1e4-e3460d40fd99" providerId="AD"/>
      </p:ext>
    </p:extLst>
  </p:cmAuthor>
  <p:cmAuthor id="2" name="Alina Naliesna" initials="AN" lastIdx="7" clrIdx="1">
    <p:extLst>
      <p:ext uri="{19B8F6BF-5375-455C-9EA6-DF929625EA0E}">
        <p15:presenceInfo xmlns:p15="http://schemas.microsoft.com/office/powerpoint/2012/main" userId="S::Alina_Naliesna@epam.com::998312b4-f654-4b54-8611-729ae66bee75" providerId="AD"/>
      </p:ext>
    </p:extLst>
  </p:cmAuthor>
  <p:cmAuthor id="3" name="Yana Noninian" initials="YN" lastIdx="1" clrIdx="2">
    <p:extLst>
      <p:ext uri="{19B8F6BF-5375-455C-9EA6-DF929625EA0E}">
        <p15:presenceInfo xmlns:p15="http://schemas.microsoft.com/office/powerpoint/2012/main" userId="S::yana_noninian@epam.com::014843ae-a80e-4e4a-81bf-6aa9753e0b3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22222"/>
    <a:srgbClr val="F2FAF8"/>
    <a:srgbClr val="F2F2F2"/>
    <a:srgbClr val="E5F6F2"/>
    <a:srgbClr val="55CEBD"/>
    <a:srgbClr val="FF6866"/>
    <a:srgbClr val="199B87"/>
    <a:srgbClr val="ABDBDD"/>
    <a:srgbClr val="1A9BE1"/>
    <a:srgbClr val="F9E5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000" autoAdjust="0"/>
  </p:normalViewPr>
  <p:slideViewPr>
    <p:cSldViewPr snapToGrid="0">
      <p:cViewPr varScale="1">
        <p:scale>
          <a:sx n="62" d="100"/>
          <a:sy n="62" d="100"/>
        </p:scale>
        <p:origin x="1459"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ladzimir Litvinau" userId="7c780bef-f8d3-4d23-a35d-3c7004030c64" providerId="ADAL" clId="{61C78025-9E46-466F-873E-2DF94ED9C4E0}"/>
    <pc:docChg chg="undo redo custSel addSld delSld modSld sldOrd delSection modSection">
      <pc:chgData name="Uladzimir Litvinau" userId="7c780bef-f8d3-4d23-a35d-3c7004030c64" providerId="ADAL" clId="{61C78025-9E46-466F-873E-2DF94ED9C4E0}" dt="2023-06-14T11:25:43.121" v="10942" actId="20577"/>
      <pc:docMkLst>
        <pc:docMk/>
      </pc:docMkLst>
      <pc:sldChg chg="del">
        <pc:chgData name="Uladzimir Litvinau" userId="7c780bef-f8d3-4d23-a35d-3c7004030c64" providerId="ADAL" clId="{61C78025-9E46-466F-873E-2DF94ED9C4E0}" dt="2023-06-12T11:57:21.361" v="4885" actId="47"/>
        <pc:sldMkLst>
          <pc:docMk/>
          <pc:sldMk cId="3719075298" sldId="257"/>
        </pc:sldMkLst>
      </pc:sldChg>
      <pc:sldChg chg="del">
        <pc:chgData name="Uladzimir Litvinau" userId="7c780bef-f8d3-4d23-a35d-3c7004030c64" providerId="ADAL" clId="{61C78025-9E46-466F-873E-2DF94ED9C4E0}" dt="2023-06-09T08:42:12.149" v="347" actId="47"/>
        <pc:sldMkLst>
          <pc:docMk/>
          <pc:sldMk cId="1444507433" sldId="269"/>
        </pc:sldMkLst>
      </pc:sldChg>
      <pc:sldChg chg="del">
        <pc:chgData name="Uladzimir Litvinau" userId="7c780bef-f8d3-4d23-a35d-3c7004030c64" providerId="ADAL" clId="{61C78025-9E46-466F-873E-2DF94ED9C4E0}" dt="2023-06-12T11:57:21.361" v="4885" actId="47"/>
        <pc:sldMkLst>
          <pc:docMk/>
          <pc:sldMk cId="3185239385" sldId="273"/>
        </pc:sldMkLst>
      </pc:sldChg>
      <pc:sldChg chg="addSp delSp modSp mod modTransition modNotesTx">
        <pc:chgData name="Uladzimir Litvinau" userId="7c780bef-f8d3-4d23-a35d-3c7004030c64" providerId="ADAL" clId="{61C78025-9E46-466F-873E-2DF94ED9C4E0}" dt="2023-06-14T10:49:02.514" v="10408" actId="20577"/>
        <pc:sldMkLst>
          <pc:docMk/>
          <pc:sldMk cId="718389635" sldId="276"/>
        </pc:sldMkLst>
        <pc:spChg chg="mod">
          <ac:chgData name="Uladzimir Litvinau" userId="7c780bef-f8d3-4d23-a35d-3c7004030c64" providerId="ADAL" clId="{61C78025-9E46-466F-873E-2DF94ED9C4E0}" dt="2023-06-12T08:28:19.335" v="1889" actId="20577"/>
          <ac:spMkLst>
            <pc:docMk/>
            <pc:sldMk cId="718389635" sldId="276"/>
            <ac:spMk id="2" creationId="{576E64E2-F737-93FF-43E1-1E69ECA48EB6}"/>
          </ac:spMkLst>
        </pc:spChg>
        <pc:spChg chg="add del mod">
          <ac:chgData name="Uladzimir Litvinau" userId="7c780bef-f8d3-4d23-a35d-3c7004030c64" providerId="ADAL" clId="{61C78025-9E46-466F-873E-2DF94ED9C4E0}" dt="2023-06-09T08:41:13.251" v="341" actId="478"/>
          <ac:spMkLst>
            <pc:docMk/>
            <pc:sldMk cId="718389635" sldId="276"/>
            <ac:spMk id="4" creationId="{448D792D-1CA7-3EF6-E3FF-E39EC8EB1499}"/>
          </ac:spMkLst>
        </pc:spChg>
        <pc:spChg chg="mod">
          <ac:chgData name="Uladzimir Litvinau" userId="7c780bef-f8d3-4d23-a35d-3c7004030c64" providerId="ADAL" clId="{61C78025-9E46-466F-873E-2DF94ED9C4E0}" dt="2023-06-13T08:26:00.673" v="7256" actId="20577"/>
          <ac:spMkLst>
            <pc:docMk/>
            <pc:sldMk cId="718389635" sldId="276"/>
            <ac:spMk id="7" creationId="{29E0C092-AE0B-0448-668B-0D2D276D31C0}"/>
          </ac:spMkLst>
        </pc:spChg>
        <pc:picChg chg="add mod">
          <ac:chgData name="Uladzimir Litvinau" userId="7c780bef-f8d3-4d23-a35d-3c7004030c64" providerId="ADAL" clId="{61C78025-9E46-466F-873E-2DF94ED9C4E0}" dt="2023-06-09T08:41:28.265" v="346" actId="1076"/>
          <ac:picMkLst>
            <pc:docMk/>
            <pc:sldMk cId="718389635" sldId="276"/>
            <ac:picMk id="5" creationId="{BFCF8843-56F7-7277-43DB-926E22D73A71}"/>
          </ac:picMkLst>
        </pc:picChg>
        <pc:picChg chg="del">
          <ac:chgData name="Uladzimir Litvinau" userId="7c780bef-f8d3-4d23-a35d-3c7004030c64" providerId="ADAL" clId="{61C78025-9E46-466F-873E-2DF94ED9C4E0}" dt="2023-06-09T08:41:08.843" v="340" actId="478"/>
          <ac:picMkLst>
            <pc:docMk/>
            <pc:sldMk cId="718389635" sldId="276"/>
            <ac:picMk id="8" creationId="{CC7A6A7E-D8B4-B01A-5A3B-C0D7D833DC2A}"/>
          </ac:picMkLst>
        </pc:picChg>
      </pc:sldChg>
      <pc:sldChg chg="del">
        <pc:chgData name="Uladzimir Litvinau" userId="7c780bef-f8d3-4d23-a35d-3c7004030c64" providerId="ADAL" clId="{61C78025-9E46-466F-873E-2DF94ED9C4E0}" dt="2023-06-12T11:57:21.361" v="4885" actId="47"/>
        <pc:sldMkLst>
          <pc:docMk/>
          <pc:sldMk cId="2619157411" sldId="281"/>
        </pc:sldMkLst>
      </pc:sldChg>
      <pc:sldChg chg="del">
        <pc:chgData name="Uladzimir Litvinau" userId="7c780bef-f8d3-4d23-a35d-3c7004030c64" providerId="ADAL" clId="{61C78025-9E46-466F-873E-2DF94ED9C4E0}" dt="2023-06-12T11:57:21.361" v="4885" actId="47"/>
        <pc:sldMkLst>
          <pc:docMk/>
          <pc:sldMk cId="2331324941" sldId="286"/>
        </pc:sldMkLst>
      </pc:sldChg>
      <pc:sldChg chg="del">
        <pc:chgData name="Uladzimir Litvinau" userId="7c780bef-f8d3-4d23-a35d-3c7004030c64" providerId="ADAL" clId="{61C78025-9E46-466F-873E-2DF94ED9C4E0}" dt="2023-06-12T11:57:21.361" v="4885" actId="47"/>
        <pc:sldMkLst>
          <pc:docMk/>
          <pc:sldMk cId="1278205421" sldId="291"/>
        </pc:sldMkLst>
      </pc:sldChg>
      <pc:sldChg chg="del">
        <pc:chgData name="Uladzimir Litvinau" userId="7c780bef-f8d3-4d23-a35d-3c7004030c64" providerId="ADAL" clId="{61C78025-9E46-466F-873E-2DF94ED9C4E0}" dt="2023-06-12T11:57:21.361" v="4885" actId="47"/>
        <pc:sldMkLst>
          <pc:docMk/>
          <pc:sldMk cId="563357882" sldId="295"/>
        </pc:sldMkLst>
      </pc:sldChg>
      <pc:sldChg chg="del">
        <pc:chgData name="Uladzimir Litvinau" userId="7c780bef-f8d3-4d23-a35d-3c7004030c64" providerId="ADAL" clId="{61C78025-9E46-466F-873E-2DF94ED9C4E0}" dt="2023-06-12T11:57:21.361" v="4885" actId="47"/>
        <pc:sldMkLst>
          <pc:docMk/>
          <pc:sldMk cId="64683278" sldId="296"/>
        </pc:sldMkLst>
      </pc:sldChg>
      <pc:sldChg chg="del">
        <pc:chgData name="Uladzimir Litvinau" userId="7c780bef-f8d3-4d23-a35d-3c7004030c64" providerId="ADAL" clId="{61C78025-9E46-466F-873E-2DF94ED9C4E0}" dt="2023-06-12T11:57:21.361" v="4885" actId="47"/>
        <pc:sldMkLst>
          <pc:docMk/>
          <pc:sldMk cId="2359710663" sldId="297"/>
        </pc:sldMkLst>
      </pc:sldChg>
      <pc:sldChg chg="del">
        <pc:chgData name="Uladzimir Litvinau" userId="7c780bef-f8d3-4d23-a35d-3c7004030c64" providerId="ADAL" clId="{61C78025-9E46-466F-873E-2DF94ED9C4E0}" dt="2023-06-12T11:57:21.361" v="4885" actId="47"/>
        <pc:sldMkLst>
          <pc:docMk/>
          <pc:sldMk cId="3744729739" sldId="304"/>
        </pc:sldMkLst>
      </pc:sldChg>
      <pc:sldChg chg="del">
        <pc:chgData name="Uladzimir Litvinau" userId="7c780bef-f8d3-4d23-a35d-3c7004030c64" providerId="ADAL" clId="{61C78025-9E46-466F-873E-2DF94ED9C4E0}" dt="2023-06-12T11:57:21.361" v="4885" actId="47"/>
        <pc:sldMkLst>
          <pc:docMk/>
          <pc:sldMk cId="3241825304" sldId="363"/>
        </pc:sldMkLst>
      </pc:sldChg>
      <pc:sldChg chg="del">
        <pc:chgData name="Uladzimir Litvinau" userId="7c780bef-f8d3-4d23-a35d-3c7004030c64" providerId="ADAL" clId="{61C78025-9E46-466F-873E-2DF94ED9C4E0}" dt="2023-06-12T11:57:21.361" v="4885" actId="47"/>
        <pc:sldMkLst>
          <pc:docMk/>
          <pc:sldMk cId="4033816786" sldId="370"/>
        </pc:sldMkLst>
      </pc:sldChg>
      <pc:sldChg chg="del">
        <pc:chgData name="Uladzimir Litvinau" userId="7c780bef-f8d3-4d23-a35d-3c7004030c64" providerId="ADAL" clId="{61C78025-9E46-466F-873E-2DF94ED9C4E0}" dt="2023-06-12T11:57:21.361" v="4885" actId="47"/>
        <pc:sldMkLst>
          <pc:docMk/>
          <pc:sldMk cId="3288770434" sldId="372"/>
        </pc:sldMkLst>
      </pc:sldChg>
      <pc:sldChg chg="del">
        <pc:chgData name="Uladzimir Litvinau" userId="7c780bef-f8d3-4d23-a35d-3c7004030c64" providerId="ADAL" clId="{61C78025-9E46-466F-873E-2DF94ED9C4E0}" dt="2023-06-12T11:57:21.361" v="4885" actId="47"/>
        <pc:sldMkLst>
          <pc:docMk/>
          <pc:sldMk cId="4013732599" sldId="379"/>
        </pc:sldMkLst>
      </pc:sldChg>
      <pc:sldChg chg="del">
        <pc:chgData name="Uladzimir Litvinau" userId="7c780bef-f8d3-4d23-a35d-3c7004030c64" providerId="ADAL" clId="{61C78025-9E46-466F-873E-2DF94ED9C4E0}" dt="2023-06-12T11:57:21.361" v="4885" actId="47"/>
        <pc:sldMkLst>
          <pc:docMk/>
          <pc:sldMk cId="365374111" sldId="389"/>
        </pc:sldMkLst>
      </pc:sldChg>
      <pc:sldChg chg="del">
        <pc:chgData name="Uladzimir Litvinau" userId="7c780bef-f8d3-4d23-a35d-3c7004030c64" providerId="ADAL" clId="{61C78025-9E46-466F-873E-2DF94ED9C4E0}" dt="2023-06-12T11:57:21.361" v="4885" actId="47"/>
        <pc:sldMkLst>
          <pc:docMk/>
          <pc:sldMk cId="3608641014" sldId="390"/>
        </pc:sldMkLst>
      </pc:sldChg>
      <pc:sldChg chg="del">
        <pc:chgData name="Uladzimir Litvinau" userId="7c780bef-f8d3-4d23-a35d-3c7004030c64" providerId="ADAL" clId="{61C78025-9E46-466F-873E-2DF94ED9C4E0}" dt="2023-06-12T11:57:21.361" v="4885" actId="47"/>
        <pc:sldMkLst>
          <pc:docMk/>
          <pc:sldMk cId="2254888889" sldId="406"/>
        </pc:sldMkLst>
      </pc:sldChg>
      <pc:sldChg chg="del">
        <pc:chgData name="Uladzimir Litvinau" userId="7c780bef-f8d3-4d23-a35d-3c7004030c64" providerId="ADAL" clId="{61C78025-9E46-466F-873E-2DF94ED9C4E0}" dt="2023-06-12T11:57:21.361" v="4885" actId="47"/>
        <pc:sldMkLst>
          <pc:docMk/>
          <pc:sldMk cId="1191981111" sldId="421"/>
        </pc:sldMkLst>
      </pc:sldChg>
      <pc:sldChg chg="add del">
        <pc:chgData name="Uladzimir Litvinau" userId="7c780bef-f8d3-4d23-a35d-3c7004030c64" providerId="ADAL" clId="{61C78025-9E46-466F-873E-2DF94ED9C4E0}" dt="2023-06-12T08:47:03.082" v="2105" actId="47"/>
        <pc:sldMkLst>
          <pc:docMk/>
          <pc:sldMk cId="500667172" sldId="446"/>
        </pc:sldMkLst>
      </pc:sldChg>
      <pc:sldChg chg="add del">
        <pc:chgData name="Uladzimir Litvinau" userId="7c780bef-f8d3-4d23-a35d-3c7004030c64" providerId="ADAL" clId="{61C78025-9E46-466F-873E-2DF94ED9C4E0}" dt="2023-06-12T08:09:06.112" v="1666" actId="47"/>
        <pc:sldMkLst>
          <pc:docMk/>
          <pc:sldMk cId="2226558468" sldId="471"/>
        </pc:sldMkLst>
      </pc:sldChg>
      <pc:sldChg chg="modSp add del mod">
        <pc:chgData name="Uladzimir Litvinau" userId="7c780bef-f8d3-4d23-a35d-3c7004030c64" providerId="ADAL" clId="{61C78025-9E46-466F-873E-2DF94ED9C4E0}" dt="2023-06-12T09:32:50.548" v="2770" actId="47"/>
        <pc:sldMkLst>
          <pc:docMk/>
          <pc:sldMk cId="2603736450" sldId="472"/>
        </pc:sldMkLst>
        <pc:picChg chg="mod">
          <ac:chgData name="Uladzimir Litvinau" userId="7c780bef-f8d3-4d23-a35d-3c7004030c64" providerId="ADAL" clId="{61C78025-9E46-466F-873E-2DF94ED9C4E0}" dt="2023-06-12T08:48:59.447" v="2171" actId="1076"/>
          <ac:picMkLst>
            <pc:docMk/>
            <pc:sldMk cId="2603736450" sldId="472"/>
            <ac:picMk id="4" creationId="{00000000-0000-0000-0000-000000000000}"/>
          </ac:picMkLst>
        </pc:picChg>
      </pc:sldChg>
      <pc:sldChg chg="add del">
        <pc:chgData name="Uladzimir Litvinau" userId="7c780bef-f8d3-4d23-a35d-3c7004030c64" providerId="ADAL" clId="{61C78025-9E46-466F-873E-2DF94ED9C4E0}" dt="2023-06-12T08:09:06.112" v="1666" actId="47"/>
        <pc:sldMkLst>
          <pc:docMk/>
          <pc:sldMk cId="3419441944" sldId="473"/>
        </pc:sldMkLst>
      </pc:sldChg>
      <pc:sldChg chg="add del">
        <pc:chgData name="Uladzimir Litvinau" userId="7c780bef-f8d3-4d23-a35d-3c7004030c64" providerId="ADAL" clId="{61C78025-9E46-466F-873E-2DF94ED9C4E0}" dt="2023-06-12T09:12:44.703" v="2250" actId="47"/>
        <pc:sldMkLst>
          <pc:docMk/>
          <pc:sldMk cId="3162979829" sldId="474"/>
        </pc:sldMkLst>
      </pc:sldChg>
      <pc:sldChg chg="add del">
        <pc:chgData name="Uladzimir Litvinau" userId="7c780bef-f8d3-4d23-a35d-3c7004030c64" providerId="ADAL" clId="{61C78025-9E46-466F-873E-2DF94ED9C4E0}" dt="2023-06-12T08:20:07.722" v="1749" actId="47"/>
        <pc:sldMkLst>
          <pc:docMk/>
          <pc:sldMk cId="3231102762" sldId="475"/>
        </pc:sldMkLst>
      </pc:sldChg>
      <pc:sldChg chg="add del">
        <pc:chgData name="Uladzimir Litvinau" userId="7c780bef-f8d3-4d23-a35d-3c7004030c64" providerId="ADAL" clId="{61C78025-9E46-466F-873E-2DF94ED9C4E0}" dt="2023-06-12T08:25:28.413" v="1870" actId="47"/>
        <pc:sldMkLst>
          <pc:docMk/>
          <pc:sldMk cId="981463692" sldId="476"/>
        </pc:sldMkLst>
      </pc:sldChg>
      <pc:sldChg chg="add del">
        <pc:chgData name="Uladzimir Litvinau" userId="7c780bef-f8d3-4d23-a35d-3c7004030c64" providerId="ADAL" clId="{61C78025-9E46-466F-873E-2DF94ED9C4E0}" dt="2023-06-12T08:25:28.413" v="1870" actId="47"/>
        <pc:sldMkLst>
          <pc:docMk/>
          <pc:sldMk cId="1981651117" sldId="477"/>
        </pc:sldMkLst>
      </pc:sldChg>
      <pc:sldChg chg="add del">
        <pc:chgData name="Uladzimir Litvinau" userId="7c780bef-f8d3-4d23-a35d-3c7004030c64" providerId="ADAL" clId="{61C78025-9E46-466F-873E-2DF94ED9C4E0}" dt="2023-06-12T08:33:38.095" v="2003" actId="47"/>
        <pc:sldMkLst>
          <pc:docMk/>
          <pc:sldMk cId="1642878065" sldId="478"/>
        </pc:sldMkLst>
      </pc:sldChg>
      <pc:sldChg chg="add del">
        <pc:chgData name="Uladzimir Litvinau" userId="7c780bef-f8d3-4d23-a35d-3c7004030c64" providerId="ADAL" clId="{61C78025-9E46-466F-873E-2DF94ED9C4E0}" dt="2023-06-12T09:25:08.676" v="2534" actId="47"/>
        <pc:sldMkLst>
          <pc:docMk/>
          <pc:sldMk cId="2789850118" sldId="479"/>
        </pc:sldMkLst>
      </pc:sldChg>
      <pc:sldChg chg="modSp add del mod">
        <pc:chgData name="Uladzimir Litvinau" userId="7c780bef-f8d3-4d23-a35d-3c7004030c64" providerId="ADAL" clId="{61C78025-9E46-466F-873E-2DF94ED9C4E0}" dt="2023-06-12T09:41:18.972" v="3079" actId="47"/>
        <pc:sldMkLst>
          <pc:docMk/>
          <pc:sldMk cId="2634122563" sldId="480"/>
        </pc:sldMkLst>
        <pc:picChg chg="mod">
          <ac:chgData name="Uladzimir Litvinau" userId="7c780bef-f8d3-4d23-a35d-3c7004030c64" providerId="ADAL" clId="{61C78025-9E46-466F-873E-2DF94ED9C4E0}" dt="2023-06-12T09:33:01.476" v="2777" actId="1076"/>
          <ac:picMkLst>
            <pc:docMk/>
            <pc:sldMk cId="2634122563" sldId="480"/>
            <ac:picMk id="4" creationId="{00000000-0000-0000-0000-000000000000}"/>
          </ac:picMkLst>
        </pc:picChg>
      </pc:sldChg>
      <pc:sldChg chg="add del">
        <pc:chgData name="Uladzimir Litvinau" userId="7c780bef-f8d3-4d23-a35d-3c7004030c64" providerId="ADAL" clId="{61C78025-9E46-466F-873E-2DF94ED9C4E0}" dt="2023-06-12T09:52:36.130" v="4329" actId="47"/>
        <pc:sldMkLst>
          <pc:docMk/>
          <pc:sldMk cId="3569445413" sldId="481"/>
        </pc:sldMkLst>
      </pc:sldChg>
      <pc:sldChg chg="add del">
        <pc:chgData name="Uladzimir Litvinau" userId="7c780bef-f8d3-4d23-a35d-3c7004030c64" providerId="ADAL" clId="{61C78025-9E46-466F-873E-2DF94ED9C4E0}" dt="2023-06-12T11:35:51.079" v="4415" actId="47"/>
        <pc:sldMkLst>
          <pc:docMk/>
          <pc:sldMk cId="4110748331" sldId="482"/>
        </pc:sldMkLst>
      </pc:sldChg>
      <pc:sldChg chg="add del">
        <pc:chgData name="Uladzimir Litvinau" userId="7c780bef-f8d3-4d23-a35d-3c7004030c64" providerId="ADAL" clId="{61C78025-9E46-466F-873E-2DF94ED9C4E0}" dt="2023-06-12T11:41:40.744" v="4493" actId="47"/>
        <pc:sldMkLst>
          <pc:docMk/>
          <pc:sldMk cId="1065833726" sldId="483"/>
        </pc:sldMkLst>
      </pc:sldChg>
      <pc:sldChg chg="add del">
        <pc:chgData name="Uladzimir Litvinau" userId="7c780bef-f8d3-4d23-a35d-3c7004030c64" providerId="ADAL" clId="{61C78025-9E46-466F-873E-2DF94ED9C4E0}" dt="2023-06-12T11:43:55.123" v="4519" actId="47"/>
        <pc:sldMkLst>
          <pc:docMk/>
          <pc:sldMk cId="1260251333" sldId="484"/>
        </pc:sldMkLst>
      </pc:sldChg>
      <pc:sldChg chg="add del">
        <pc:chgData name="Uladzimir Litvinau" userId="7c780bef-f8d3-4d23-a35d-3c7004030c64" providerId="ADAL" clId="{61C78025-9E46-466F-873E-2DF94ED9C4E0}" dt="2023-06-12T11:51:19.985" v="4658" actId="47"/>
        <pc:sldMkLst>
          <pc:docMk/>
          <pc:sldMk cId="3426485860" sldId="485"/>
        </pc:sldMkLst>
      </pc:sldChg>
      <pc:sldChg chg="add del">
        <pc:chgData name="Uladzimir Litvinau" userId="7c780bef-f8d3-4d23-a35d-3c7004030c64" providerId="ADAL" clId="{61C78025-9E46-466F-873E-2DF94ED9C4E0}" dt="2023-06-12T11:51:19.985" v="4658" actId="47"/>
        <pc:sldMkLst>
          <pc:docMk/>
          <pc:sldMk cId="2010601190" sldId="486"/>
        </pc:sldMkLst>
      </pc:sldChg>
      <pc:sldChg chg="add del">
        <pc:chgData name="Uladzimir Litvinau" userId="7c780bef-f8d3-4d23-a35d-3c7004030c64" providerId="ADAL" clId="{61C78025-9E46-466F-873E-2DF94ED9C4E0}" dt="2023-06-12T11:53:13.235" v="4802" actId="47"/>
        <pc:sldMkLst>
          <pc:docMk/>
          <pc:sldMk cId="3184471000" sldId="487"/>
        </pc:sldMkLst>
      </pc:sldChg>
      <pc:sldChg chg="add del">
        <pc:chgData name="Uladzimir Litvinau" userId="7c780bef-f8d3-4d23-a35d-3c7004030c64" providerId="ADAL" clId="{61C78025-9E46-466F-873E-2DF94ED9C4E0}" dt="2023-06-12T11:54:04.862" v="4825" actId="47"/>
        <pc:sldMkLst>
          <pc:docMk/>
          <pc:sldMk cId="3705658430" sldId="488"/>
        </pc:sldMkLst>
      </pc:sldChg>
      <pc:sldChg chg="add del">
        <pc:chgData name="Uladzimir Litvinau" userId="7c780bef-f8d3-4d23-a35d-3c7004030c64" providerId="ADAL" clId="{61C78025-9E46-466F-873E-2DF94ED9C4E0}" dt="2023-06-12T11:55:56.519" v="4864" actId="47"/>
        <pc:sldMkLst>
          <pc:docMk/>
          <pc:sldMk cId="3804863657" sldId="489"/>
        </pc:sldMkLst>
      </pc:sldChg>
      <pc:sldChg chg="modSp add del mod">
        <pc:chgData name="Uladzimir Litvinau" userId="7c780bef-f8d3-4d23-a35d-3c7004030c64" providerId="ADAL" clId="{61C78025-9E46-466F-873E-2DF94ED9C4E0}" dt="2023-06-12T11:57:05.587" v="4884" actId="47"/>
        <pc:sldMkLst>
          <pc:docMk/>
          <pc:sldMk cId="821950017" sldId="490"/>
        </pc:sldMkLst>
        <pc:spChg chg="mod">
          <ac:chgData name="Uladzimir Litvinau" userId="7c780bef-f8d3-4d23-a35d-3c7004030c64" providerId="ADAL" clId="{61C78025-9E46-466F-873E-2DF94ED9C4E0}" dt="2023-06-12T11:56:12.972" v="4871" actId="20577"/>
          <ac:spMkLst>
            <pc:docMk/>
            <pc:sldMk cId="821950017" sldId="490"/>
            <ac:spMk id="57" creationId="{00000000-0000-0000-0000-000000000000}"/>
          </ac:spMkLst>
        </pc:spChg>
      </pc:sldChg>
      <pc:sldChg chg="add del">
        <pc:chgData name="Uladzimir Litvinau" userId="7c780bef-f8d3-4d23-a35d-3c7004030c64" providerId="ADAL" clId="{61C78025-9E46-466F-873E-2DF94ED9C4E0}" dt="2023-06-12T09:52:36.130" v="4329" actId="47"/>
        <pc:sldMkLst>
          <pc:docMk/>
          <pc:sldMk cId="3025938064" sldId="491"/>
        </pc:sldMkLst>
      </pc:sldChg>
      <pc:sldChg chg="add del">
        <pc:chgData name="Uladzimir Litvinau" userId="7c780bef-f8d3-4d23-a35d-3c7004030c64" providerId="ADAL" clId="{61C78025-9E46-466F-873E-2DF94ED9C4E0}" dt="2023-06-12T09:52:36.130" v="4329" actId="47"/>
        <pc:sldMkLst>
          <pc:docMk/>
          <pc:sldMk cId="49584149" sldId="492"/>
        </pc:sldMkLst>
      </pc:sldChg>
      <pc:sldChg chg="add del">
        <pc:chgData name="Uladzimir Litvinau" userId="7c780bef-f8d3-4d23-a35d-3c7004030c64" providerId="ADAL" clId="{61C78025-9E46-466F-873E-2DF94ED9C4E0}" dt="2023-06-12T11:41:40.744" v="4493" actId="47"/>
        <pc:sldMkLst>
          <pc:docMk/>
          <pc:sldMk cId="3340662019" sldId="493"/>
        </pc:sldMkLst>
      </pc:sldChg>
      <pc:sldChg chg="add del">
        <pc:chgData name="Uladzimir Litvinau" userId="7c780bef-f8d3-4d23-a35d-3c7004030c64" providerId="ADAL" clId="{61C78025-9E46-466F-873E-2DF94ED9C4E0}" dt="2023-06-12T11:43:55.123" v="4519" actId="47"/>
        <pc:sldMkLst>
          <pc:docMk/>
          <pc:sldMk cId="2477650886" sldId="494"/>
        </pc:sldMkLst>
      </pc:sldChg>
      <pc:sldChg chg="add del">
        <pc:chgData name="Uladzimir Litvinau" userId="7c780bef-f8d3-4d23-a35d-3c7004030c64" providerId="ADAL" clId="{61C78025-9E46-466F-873E-2DF94ED9C4E0}" dt="2023-06-09T10:48:42.159" v="1238" actId="47"/>
        <pc:sldMkLst>
          <pc:docMk/>
          <pc:sldMk cId="256363088" sldId="496"/>
        </pc:sldMkLst>
      </pc:sldChg>
      <pc:sldChg chg="add del">
        <pc:chgData name="Uladzimir Litvinau" userId="7c780bef-f8d3-4d23-a35d-3c7004030c64" providerId="ADAL" clId="{61C78025-9E46-466F-873E-2DF94ED9C4E0}" dt="2023-06-12T08:42:11.499" v="2054" actId="47"/>
        <pc:sldMkLst>
          <pc:docMk/>
          <pc:sldMk cId="2427690053" sldId="497"/>
        </pc:sldMkLst>
      </pc:sldChg>
      <pc:sldChg chg="add del">
        <pc:chgData name="Uladzimir Litvinau" userId="7c780bef-f8d3-4d23-a35d-3c7004030c64" providerId="ADAL" clId="{61C78025-9E46-466F-873E-2DF94ED9C4E0}" dt="2023-06-09T11:25:48.260" v="1342" actId="47"/>
        <pc:sldMkLst>
          <pc:docMk/>
          <pc:sldMk cId="2325868594" sldId="498"/>
        </pc:sldMkLst>
      </pc:sldChg>
      <pc:sldChg chg="del">
        <pc:chgData name="Uladzimir Litvinau" userId="7c780bef-f8d3-4d23-a35d-3c7004030c64" providerId="ADAL" clId="{61C78025-9E46-466F-873E-2DF94ED9C4E0}" dt="2023-06-12T11:57:21.361" v="4885" actId="47"/>
        <pc:sldMkLst>
          <pc:docMk/>
          <pc:sldMk cId="385640968" sldId="4561"/>
        </pc:sldMkLst>
      </pc:sldChg>
      <pc:sldChg chg="del">
        <pc:chgData name="Uladzimir Litvinau" userId="7c780bef-f8d3-4d23-a35d-3c7004030c64" providerId="ADAL" clId="{61C78025-9E46-466F-873E-2DF94ED9C4E0}" dt="2023-06-12T11:57:21.361" v="4885" actId="47"/>
        <pc:sldMkLst>
          <pc:docMk/>
          <pc:sldMk cId="550391916" sldId="5871"/>
        </pc:sldMkLst>
      </pc:sldChg>
      <pc:sldChg chg="del">
        <pc:chgData name="Uladzimir Litvinau" userId="7c780bef-f8d3-4d23-a35d-3c7004030c64" providerId="ADAL" clId="{61C78025-9E46-466F-873E-2DF94ED9C4E0}" dt="2023-06-12T11:57:21.361" v="4885" actId="47"/>
        <pc:sldMkLst>
          <pc:docMk/>
          <pc:sldMk cId="2869294920" sldId="5875"/>
        </pc:sldMkLst>
      </pc:sldChg>
      <pc:sldChg chg="del">
        <pc:chgData name="Uladzimir Litvinau" userId="7c780bef-f8d3-4d23-a35d-3c7004030c64" providerId="ADAL" clId="{61C78025-9E46-466F-873E-2DF94ED9C4E0}" dt="2023-06-12T11:57:21.361" v="4885" actId="47"/>
        <pc:sldMkLst>
          <pc:docMk/>
          <pc:sldMk cId="897669963" sldId="5887"/>
        </pc:sldMkLst>
      </pc:sldChg>
      <pc:sldChg chg="del">
        <pc:chgData name="Uladzimir Litvinau" userId="7c780bef-f8d3-4d23-a35d-3c7004030c64" providerId="ADAL" clId="{61C78025-9E46-466F-873E-2DF94ED9C4E0}" dt="2023-06-12T11:57:21.361" v="4885" actId="47"/>
        <pc:sldMkLst>
          <pc:docMk/>
          <pc:sldMk cId="3518214572" sldId="5890"/>
        </pc:sldMkLst>
      </pc:sldChg>
      <pc:sldChg chg="del">
        <pc:chgData name="Uladzimir Litvinau" userId="7c780bef-f8d3-4d23-a35d-3c7004030c64" providerId="ADAL" clId="{61C78025-9E46-466F-873E-2DF94ED9C4E0}" dt="2023-06-12T11:57:21.361" v="4885" actId="47"/>
        <pc:sldMkLst>
          <pc:docMk/>
          <pc:sldMk cId="2651842988" sldId="5904"/>
        </pc:sldMkLst>
      </pc:sldChg>
      <pc:sldChg chg="del">
        <pc:chgData name="Uladzimir Litvinau" userId="7c780bef-f8d3-4d23-a35d-3c7004030c64" providerId="ADAL" clId="{61C78025-9E46-466F-873E-2DF94ED9C4E0}" dt="2023-06-12T11:57:21.361" v="4885" actId="47"/>
        <pc:sldMkLst>
          <pc:docMk/>
          <pc:sldMk cId="1166819550" sldId="2142532308"/>
        </pc:sldMkLst>
      </pc:sldChg>
      <pc:sldChg chg="del">
        <pc:chgData name="Uladzimir Litvinau" userId="7c780bef-f8d3-4d23-a35d-3c7004030c64" providerId="ADAL" clId="{61C78025-9E46-466F-873E-2DF94ED9C4E0}" dt="2023-06-12T11:57:21.361" v="4885" actId="47"/>
        <pc:sldMkLst>
          <pc:docMk/>
          <pc:sldMk cId="4059503565" sldId="2142532370"/>
        </pc:sldMkLst>
      </pc:sldChg>
      <pc:sldChg chg="del">
        <pc:chgData name="Uladzimir Litvinau" userId="7c780bef-f8d3-4d23-a35d-3c7004030c64" providerId="ADAL" clId="{61C78025-9E46-466F-873E-2DF94ED9C4E0}" dt="2023-06-12T11:57:21.361" v="4885" actId="47"/>
        <pc:sldMkLst>
          <pc:docMk/>
          <pc:sldMk cId="3802360753" sldId="2142532372"/>
        </pc:sldMkLst>
      </pc:sldChg>
      <pc:sldChg chg="del">
        <pc:chgData name="Uladzimir Litvinau" userId="7c780bef-f8d3-4d23-a35d-3c7004030c64" providerId="ADAL" clId="{61C78025-9E46-466F-873E-2DF94ED9C4E0}" dt="2023-06-12T11:57:21.361" v="4885" actId="47"/>
        <pc:sldMkLst>
          <pc:docMk/>
          <pc:sldMk cId="1814348070" sldId="2142532396"/>
        </pc:sldMkLst>
      </pc:sldChg>
      <pc:sldChg chg="del">
        <pc:chgData name="Uladzimir Litvinau" userId="7c780bef-f8d3-4d23-a35d-3c7004030c64" providerId="ADAL" clId="{61C78025-9E46-466F-873E-2DF94ED9C4E0}" dt="2023-06-12T11:57:21.361" v="4885" actId="47"/>
        <pc:sldMkLst>
          <pc:docMk/>
          <pc:sldMk cId="2300789801" sldId="2142532397"/>
        </pc:sldMkLst>
      </pc:sldChg>
      <pc:sldChg chg="del">
        <pc:chgData name="Uladzimir Litvinau" userId="7c780bef-f8d3-4d23-a35d-3c7004030c64" providerId="ADAL" clId="{61C78025-9E46-466F-873E-2DF94ED9C4E0}" dt="2023-06-12T11:57:21.361" v="4885" actId="47"/>
        <pc:sldMkLst>
          <pc:docMk/>
          <pc:sldMk cId="2068336498" sldId="2142532406"/>
        </pc:sldMkLst>
      </pc:sldChg>
      <pc:sldChg chg="del">
        <pc:chgData name="Uladzimir Litvinau" userId="7c780bef-f8d3-4d23-a35d-3c7004030c64" providerId="ADAL" clId="{61C78025-9E46-466F-873E-2DF94ED9C4E0}" dt="2023-06-12T11:57:21.361" v="4885" actId="47"/>
        <pc:sldMkLst>
          <pc:docMk/>
          <pc:sldMk cId="4188493657" sldId="2142532427"/>
        </pc:sldMkLst>
      </pc:sldChg>
      <pc:sldChg chg="del">
        <pc:chgData name="Uladzimir Litvinau" userId="7c780bef-f8d3-4d23-a35d-3c7004030c64" providerId="ADAL" clId="{61C78025-9E46-466F-873E-2DF94ED9C4E0}" dt="2023-06-12T11:57:21.361" v="4885" actId="47"/>
        <pc:sldMkLst>
          <pc:docMk/>
          <pc:sldMk cId="2588115476" sldId="2142532433"/>
        </pc:sldMkLst>
      </pc:sldChg>
      <pc:sldChg chg="del">
        <pc:chgData name="Uladzimir Litvinau" userId="7c780bef-f8d3-4d23-a35d-3c7004030c64" providerId="ADAL" clId="{61C78025-9E46-466F-873E-2DF94ED9C4E0}" dt="2023-06-12T11:57:21.361" v="4885" actId="47"/>
        <pc:sldMkLst>
          <pc:docMk/>
          <pc:sldMk cId="1187633320" sldId="2142532435"/>
        </pc:sldMkLst>
      </pc:sldChg>
      <pc:sldChg chg="del">
        <pc:chgData name="Uladzimir Litvinau" userId="7c780bef-f8d3-4d23-a35d-3c7004030c64" providerId="ADAL" clId="{61C78025-9E46-466F-873E-2DF94ED9C4E0}" dt="2023-06-12T11:57:21.361" v="4885" actId="47"/>
        <pc:sldMkLst>
          <pc:docMk/>
          <pc:sldMk cId="1784555377" sldId="2142532446"/>
        </pc:sldMkLst>
      </pc:sldChg>
      <pc:sldChg chg="del">
        <pc:chgData name="Uladzimir Litvinau" userId="7c780bef-f8d3-4d23-a35d-3c7004030c64" providerId="ADAL" clId="{61C78025-9E46-466F-873E-2DF94ED9C4E0}" dt="2023-06-12T11:57:21.361" v="4885" actId="47"/>
        <pc:sldMkLst>
          <pc:docMk/>
          <pc:sldMk cId="989795563" sldId="2142532458"/>
        </pc:sldMkLst>
      </pc:sldChg>
      <pc:sldChg chg="del">
        <pc:chgData name="Uladzimir Litvinau" userId="7c780bef-f8d3-4d23-a35d-3c7004030c64" providerId="ADAL" clId="{61C78025-9E46-466F-873E-2DF94ED9C4E0}" dt="2023-06-12T11:57:21.361" v="4885" actId="47"/>
        <pc:sldMkLst>
          <pc:docMk/>
          <pc:sldMk cId="729620052" sldId="2142532459"/>
        </pc:sldMkLst>
      </pc:sldChg>
      <pc:sldChg chg="del">
        <pc:chgData name="Uladzimir Litvinau" userId="7c780bef-f8d3-4d23-a35d-3c7004030c64" providerId="ADAL" clId="{61C78025-9E46-466F-873E-2DF94ED9C4E0}" dt="2023-06-12T11:57:21.361" v="4885" actId="47"/>
        <pc:sldMkLst>
          <pc:docMk/>
          <pc:sldMk cId="1575258662" sldId="2142532463"/>
        </pc:sldMkLst>
      </pc:sldChg>
      <pc:sldChg chg="del">
        <pc:chgData name="Uladzimir Litvinau" userId="7c780bef-f8d3-4d23-a35d-3c7004030c64" providerId="ADAL" clId="{61C78025-9E46-466F-873E-2DF94ED9C4E0}" dt="2023-06-12T11:57:21.361" v="4885" actId="47"/>
        <pc:sldMkLst>
          <pc:docMk/>
          <pc:sldMk cId="2081502886" sldId="2142532464"/>
        </pc:sldMkLst>
      </pc:sldChg>
      <pc:sldChg chg="del">
        <pc:chgData name="Uladzimir Litvinau" userId="7c780bef-f8d3-4d23-a35d-3c7004030c64" providerId="ADAL" clId="{61C78025-9E46-466F-873E-2DF94ED9C4E0}" dt="2023-06-12T11:57:21.361" v="4885" actId="47"/>
        <pc:sldMkLst>
          <pc:docMk/>
          <pc:sldMk cId="1114353403" sldId="2142532477"/>
        </pc:sldMkLst>
      </pc:sldChg>
      <pc:sldChg chg="del">
        <pc:chgData name="Uladzimir Litvinau" userId="7c780bef-f8d3-4d23-a35d-3c7004030c64" providerId="ADAL" clId="{61C78025-9E46-466F-873E-2DF94ED9C4E0}" dt="2023-06-12T11:57:21.361" v="4885" actId="47"/>
        <pc:sldMkLst>
          <pc:docMk/>
          <pc:sldMk cId="677644321" sldId="2142532478"/>
        </pc:sldMkLst>
      </pc:sldChg>
      <pc:sldChg chg="del">
        <pc:chgData name="Uladzimir Litvinau" userId="7c780bef-f8d3-4d23-a35d-3c7004030c64" providerId="ADAL" clId="{61C78025-9E46-466F-873E-2DF94ED9C4E0}" dt="2023-06-12T11:57:21.361" v="4885" actId="47"/>
        <pc:sldMkLst>
          <pc:docMk/>
          <pc:sldMk cId="2615370712" sldId="2142532611"/>
        </pc:sldMkLst>
      </pc:sldChg>
      <pc:sldChg chg="del">
        <pc:chgData name="Uladzimir Litvinau" userId="7c780bef-f8d3-4d23-a35d-3c7004030c64" providerId="ADAL" clId="{61C78025-9E46-466F-873E-2DF94ED9C4E0}" dt="2023-06-12T11:57:21.361" v="4885" actId="47"/>
        <pc:sldMkLst>
          <pc:docMk/>
          <pc:sldMk cId="1253293800" sldId="2142532684"/>
        </pc:sldMkLst>
      </pc:sldChg>
      <pc:sldChg chg="del">
        <pc:chgData name="Uladzimir Litvinau" userId="7c780bef-f8d3-4d23-a35d-3c7004030c64" providerId="ADAL" clId="{61C78025-9E46-466F-873E-2DF94ED9C4E0}" dt="2023-06-12T11:57:21.361" v="4885" actId="47"/>
        <pc:sldMkLst>
          <pc:docMk/>
          <pc:sldMk cId="274593457" sldId="2142532697"/>
        </pc:sldMkLst>
      </pc:sldChg>
      <pc:sldChg chg="del">
        <pc:chgData name="Uladzimir Litvinau" userId="7c780bef-f8d3-4d23-a35d-3c7004030c64" providerId="ADAL" clId="{61C78025-9E46-466F-873E-2DF94ED9C4E0}" dt="2023-06-12T11:57:21.361" v="4885" actId="47"/>
        <pc:sldMkLst>
          <pc:docMk/>
          <pc:sldMk cId="1556113690" sldId="2142532718"/>
        </pc:sldMkLst>
      </pc:sldChg>
      <pc:sldChg chg="del">
        <pc:chgData name="Uladzimir Litvinau" userId="7c780bef-f8d3-4d23-a35d-3c7004030c64" providerId="ADAL" clId="{61C78025-9E46-466F-873E-2DF94ED9C4E0}" dt="2023-06-12T11:57:21.361" v="4885" actId="47"/>
        <pc:sldMkLst>
          <pc:docMk/>
          <pc:sldMk cId="2976688359" sldId="2142532722"/>
        </pc:sldMkLst>
      </pc:sldChg>
      <pc:sldChg chg="del">
        <pc:chgData name="Uladzimir Litvinau" userId="7c780bef-f8d3-4d23-a35d-3c7004030c64" providerId="ADAL" clId="{61C78025-9E46-466F-873E-2DF94ED9C4E0}" dt="2023-06-12T11:57:21.361" v="4885" actId="47"/>
        <pc:sldMkLst>
          <pc:docMk/>
          <pc:sldMk cId="1757092872" sldId="2142532734"/>
        </pc:sldMkLst>
      </pc:sldChg>
      <pc:sldChg chg="del">
        <pc:chgData name="Uladzimir Litvinau" userId="7c780bef-f8d3-4d23-a35d-3c7004030c64" providerId="ADAL" clId="{61C78025-9E46-466F-873E-2DF94ED9C4E0}" dt="2023-06-12T11:57:21.361" v="4885" actId="47"/>
        <pc:sldMkLst>
          <pc:docMk/>
          <pc:sldMk cId="3254715139" sldId="2142532735"/>
        </pc:sldMkLst>
      </pc:sldChg>
      <pc:sldChg chg="del">
        <pc:chgData name="Uladzimir Litvinau" userId="7c780bef-f8d3-4d23-a35d-3c7004030c64" providerId="ADAL" clId="{61C78025-9E46-466F-873E-2DF94ED9C4E0}" dt="2023-06-12T11:57:21.361" v="4885" actId="47"/>
        <pc:sldMkLst>
          <pc:docMk/>
          <pc:sldMk cId="1958443088" sldId="2142532736"/>
        </pc:sldMkLst>
      </pc:sldChg>
      <pc:sldChg chg="del">
        <pc:chgData name="Uladzimir Litvinau" userId="7c780bef-f8d3-4d23-a35d-3c7004030c64" providerId="ADAL" clId="{61C78025-9E46-466F-873E-2DF94ED9C4E0}" dt="2023-06-12T11:57:21.361" v="4885" actId="47"/>
        <pc:sldMkLst>
          <pc:docMk/>
          <pc:sldMk cId="2320319686" sldId="2142532818"/>
        </pc:sldMkLst>
      </pc:sldChg>
      <pc:sldChg chg="del">
        <pc:chgData name="Uladzimir Litvinau" userId="7c780bef-f8d3-4d23-a35d-3c7004030c64" providerId="ADAL" clId="{61C78025-9E46-466F-873E-2DF94ED9C4E0}" dt="2023-06-12T11:57:21.361" v="4885" actId="47"/>
        <pc:sldMkLst>
          <pc:docMk/>
          <pc:sldMk cId="1121579253" sldId="2142532820"/>
        </pc:sldMkLst>
      </pc:sldChg>
      <pc:sldChg chg="del">
        <pc:chgData name="Uladzimir Litvinau" userId="7c780bef-f8d3-4d23-a35d-3c7004030c64" providerId="ADAL" clId="{61C78025-9E46-466F-873E-2DF94ED9C4E0}" dt="2023-06-12T11:57:21.361" v="4885" actId="47"/>
        <pc:sldMkLst>
          <pc:docMk/>
          <pc:sldMk cId="3340191649" sldId="2142532838"/>
        </pc:sldMkLst>
      </pc:sldChg>
      <pc:sldChg chg="del">
        <pc:chgData name="Uladzimir Litvinau" userId="7c780bef-f8d3-4d23-a35d-3c7004030c64" providerId="ADAL" clId="{61C78025-9E46-466F-873E-2DF94ED9C4E0}" dt="2023-06-12T11:57:21.361" v="4885" actId="47"/>
        <pc:sldMkLst>
          <pc:docMk/>
          <pc:sldMk cId="2093368044" sldId="2142532840"/>
        </pc:sldMkLst>
      </pc:sldChg>
      <pc:sldChg chg="del">
        <pc:chgData name="Uladzimir Litvinau" userId="7c780bef-f8d3-4d23-a35d-3c7004030c64" providerId="ADAL" clId="{61C78025-9E46-466F-873E-2DF94ED9C4E0}" dt="2023-06-12T11:57:21.361" v="4885" actId="47"/>
        <pc:sldMkLst>
          <pc:docMk/>
          <pc:sldMk cId="3544680095" sldId="2142532842"/>
        </pc:sldMkLst>
      </pc:sldChg>
      <pc:sldChg chg="del">
        <pc:chgData name="Uladzimir Litvinau" userId="7c780bef-f8d3-4d23-a35d-3c7004030c64" providerId="ADAL" clId="{61C78025-9E46-466F-873E-2DF94ED9C4E0}" dt="2023-06-12T11:57:21.361" v="4885" actId="47"/>
        <pc:sldMkLst>
          <pc:docMk/>
          <pc:sldMk cId="4279195188" sldId="2142532861"/>
        </pc:sldMkLst>
      </pc:sldChg>
      <pc:sldChg chg="del">
        <pc:chgData name="Uladzimir Litvinau" userId="7c780bef-f8d3-4d23-a35d-3c7004030c64" providerId="ADAL" clId="{61C78025-9E46-466F-873E-2DF94ED9C4E0}" dt="2023-06-12T11:57:21.361" v="4885" actId="47"/>
        <pc:sldMkLst>
          <pc:docMk/>
          <pc:sldMk cId="3143519188" sldId="2142532874"/>
        </pc:sldMkLst>
      </pc:sldChg>
      <pc:sldChg chg="del">
        <pc:chgData name="Uladzimir Litvinau" userId="7c780bef-f8d3-4d23-a35d-3c7004030c64" providerId="ADAL" clId="{61C78025-9E46-466F-873E-2DF94ED9C4E0}" dt="2023-06-12T11:57:21.361" v="4885" actId="47"/>
        <pc:sldMkLst>
          <pc:docMk/>
          <pc:sldMk cId="285273512" sldId="2142532875"/>
        </pc:sldMkLst>
      </pc:sldChg>
      <pc:sldChg chg="del">
        <pc:chgData name="Uladzimir Litvinau" userId="7c780bef-f8d3-4d23-a35d-3c7004030c64" providerId="ADAL" clId="{61C78025-9E46-466F-873E-2DF94ED9C4E0}" dt="2023-06-12T11:57:21.361" v="4885" actId="47"/>
        <pc:sldMkLst>
          <pc:docMk/>
          <pc:sldMk cId="1352960421" sldId="2142532876"/>
        </pc:sldMkLst>
      </pc:sldChg>
      <pc:sldChg chg="del">
        <pc:chgData name="Uladzimir Litvinau" userId="7c780bef-f8d3-4d23-a35d-3c7004030c64" providerId="ADAL" clId="{61C78025-9E46-466F-873E-2DF94ED9C4E0}" dt="2023-06-12T11:57:21.361" v="4885" actId="47"/>
        <pc:sldMkLst>
          <pc:docMk/>
          <pc:sldMk cId="3433296487" sldId="2142532880"/>
        </pc:sldMkLst>
      </pc:sldChg>
      <pc:sldChg chg="del">
        <pc:chgData name="Uladzimir Litvinau" userId="7c780bef-f8d3-4d23-a35d-3c7004030c64" providerId="ADAL" clId="{61C78025-9E46-466F-873E-2DF94ED9C4E0}" dt="2023-06-12T11:57:21.361" v="4885" actId="47"/>
        <pc:sldMkLst>
          <pc:docMk/>
          <pc:sldMk cId="3768933881" sldId="2142532881"/>
        </pc:sldMkLst>
      </pc:sldChg>
      <pc:sldChg chg="del">
        <pc:chgData name="Uladzimir Litvinau" userId="7c780bef-f8d3-4d23-a35d-3c7004030c64" providerId="ADAL" clId="{61C78025-9E46-466F-873E-2DF94ED9C4E0}" dt="2023-06-12T11:57:21.361" v="4885" actId="47"/>
        <pc:sldMkLst>
          <pc:docMk/>
          <pc:sldMk cId="2330574810" sldId="2142532882"/>
        </pc:sldMkLst>
      </pc:sldChg>
      <pc:sldChg chg="del">
        <pc:chgData name="Uladzimir Litvinau" userId="7c780bef-f8d3-4d23-a35d-3c7004030c64" providerId="ADAL" clId="{61C78025-9E46-466F-873E-2DF94ED9C4E0}" dt="2023-06-12T11:57:21.361" v="4885" actId="47"/>
        <pc:sldMkLst>
          <pc:docMk/>
          <pc:sldMk cId="446942708" sldId="2142532895"/>
        </pc:sldMkLst>
      </pc:sldChg>
      <pc:sldChg chg="del">
        <pc:chgData name="Uladzimir Litvinau" userId="7c780bef-f8d3-4d23-a35d-3c7004030c64" providerId="ADAL" clId="{61C78025-9E46-466F-873E-2DF94ED9C4E0}" dt="2023-06-12T11:57:21.361" v="4885" actId="47"/>
        <pc:sldMkLst>
          <pc:docMk/>
          <pc:sldMk cId="2854873467" sldId="2142532897"/>
        </pc:sldMkLst>
      </pc:sldChg>
      <pc:sldChg chg="del">
        <pc:chgData name="Uladzimir Litvinau" userId="7c780bef-f8d3-4d23-a35d-3c7004030c64" providerId="ADAL" clId="{61C78025-9E46-466F-873E-2DF94ED9C4E0}" dt="2023-06-12T11:57:21.361" v="4885" actId="47"/>
        <pc:sldMkLst>
          <pc:docMk/>
          <pc:sldMk cId="1304470070" sldId="2142532900"/>
        </pc:sldMkLst>
      </pc:sldChg>
      <pc:sldChg chg="modSp mod modTransition modNotesTx">
        <pc:chgData name="Uladzimir Litvinau" userId="7c780bef-f8d3-4d23-a35d-3c7004030c64" providerId="ADAL" clId="{61C78025-9E46-466F-873E-2DF94ED9C4E0}" dt="2023-06-14T09:15:00.115" v="9870" actId="20577"/>
        <pc:sldMkLst>
          <pc:docMk/>
          <pc:sldMk cId="2849265882" sldId="2142532923"/>
        </pc:sldMkLst>
        <pc:spChg chg="mod">
          <ac:chgData name="Uladzimir Litvinau" userId="7c780bef-f8d3-4d23-a35d-3c7004030c64" providerId="ADAL" clId="{61C78025-9E46-466F-873E-2DF94ED9C4E0}" dt="2023-06-09T08:43:42.480" v="455"/>
          <ac:spMkLst>
            <pc:docMk/>
            <pc:sldMk cId="2849265882" sldId="2142532923"/>
            <ac:spMk id="10" creationId="{803B0572-C200-D047-9F03-9FCC8A02AD6C}"/>
          </ac:spMkLst>
        </pc:spChg>
        <pc:spChg chg="mod">
          <ac:chgData name="Uladzimir Litvinau" userId="7c780bef-f8d3-4d23-a35d-3c7004030c64" providerId="ADAL" clId="{61C78025-9E46-466F-873E-2DF94ED9C4E0}" dt="2023-06-09T08:44:12.748" v="495" actId="20577"/>
          <ac:spMkLst>
            <pc:docMk/>
            <pc:sldMk cId="2849265882" sldId="2142532923"/>
            <ac:spMk id="11" creationId="{DBC7E78E-C0CE-B54F-B17A-D98CBB394CE5}"/>
          </ac:spMkLst>
        </pc:spChg>
        <pc:spChg chg="mod">
          <ac:chgData name="Uladzimir Litvinau" userId="7c780bef-f8d3-4d23-a35d-3c7004030c64" providerId="ADAL" clId="{61C78025-9E46-466F-873E-2DF94ED9C4E0}" dt="2023-06-09T08:43:45.171" v="456"/>
          <ac:spMkLst>
            <pc:docMk/>
            <pc:sldMk cId="2849265882" sldId="2142532923"/>
            <ac:spMk id="16" creationId="{B9D1A3E8-85EF-D64A-BA33-4685D5FE34CF}"/>
          </ac:spMkLst>
        </pc:spChg>
        <pc:spChg chg="mod">
          <ac:chgData name="Uladzimir Litvinau" userId="7c780bef-f8d3-4d23-a35d-3c7004030c64" providerId="ADAL" clId="{61C78025-9E46-466F-873E-2DF94ED9C4E0}" dt="2023-06-12T08:28:14.896" v="1882" actId="20577"/>
          <ac:spMkLst>
            <pc:docMk/>
            <pc:sldMk cId="2849265882" sldId="2142532923"/>
            <ac:spMk id="24" creationId="{E0C1409F-0F5F-BD4D-89C6-6B1A0E6C3905}"/>
          </ac:spMkLst>
        </pc:spChg>
        <pc:spChg chg="mod">
          <ac:chgData name="Uladzimir Litvinau" userId="7c780bef-f8d3-4d23-a35d-3c7004030c64" providerId="ADAL" clId="{61C78025-9E46-466F-873E-2DF94ED9C4E0}" dt="2023-06-09T08:42:26.502" v="367" actId="20577"/>
          <ac:spMkLst>
            <pc:docMk/>
            <pc:sldMk cId="2849265882" sldId="2142532923"/>
            <ac:spMk id="25" creationId="{22F77CC5-F27F-054B-BAA4-51C43128B441}"/>
          </ac:spMkLst>
        </pc:spChg>
        <pc:spChg chg="mod">
          <ac:chgData name="Uladzimir Litvinau" userId="7c780bef-f8d3-4d23-a35d-3c7004030c64" providerId="ADAL" clId="{61C78025-9E46-466F-873E-2DF94ED9C4E0}" dt="2023-06-09T08:43:49.507" v="469" actId="20577"/>
          <ac:spMkLst>
            <pc:docMk/>
            <pc:sldMk cId="2849265882" sldId="2142532923"/>
            <ac:spMk id="26" creationId="{D354F01E-2D09-264B-ADB4-65056A52DAEC}"/>
          </ac:spMkLst>
        </pc:spChg>
        <pc:spChg chg="mod">
          <ac:chgData name="Uladzimir Litvinau" userId="7c780bef-f8d3-4d23-a35d-3c7004030c64" providerId="ADAL" clId="{61C78025-9E46-466F-873E-2DF94ED9C4E0}" dt="2023-06-12T07:59:06.031" v="1381" actId="6549"/>
          <ac:spMkLst>
            <pc:docMk/>
            <pc:sldMk cId="2849265882" sldId="2142532923"/>
            <ac:spMk id="71" creationId="{407F047D-5E25-B04C-82BA-F942C1AA01CB}"/>
          </ac:spMkLst>
        </pc:spChg>
        <pc:spChg chg="mod">
          <ac:chgData name="Uladzimir Litvinau" userId="7c780bef-f8d3-4d23-a35d-3c7004030c64" providerId="ADAL" clId="{61C78025-9E46-466F-873E-2DF94ED9C4E0}" dt="2023-06-09T08:45:16.824" v="534" actId="20577"/>
          <ac:spMkLst>
            <pc:docMk/>
            <pc:sldMk cId="2849265882" sldId="2142532923"/>
            <ac:spMk id="75" creationId="{40500105-3BED-4A40-BD42-1ECF1E6BAE47}"/>
          </ac:spMkLst>
        </pc:spChg>
        <pc:spChg chg="mod">
          <ac:chgData name="Uladzimir Litvinau" userId="7c780bef-f8d3-4d23-a35d-3c7004030c64" providerId="ADAL" clId="{61C78025-9E46-466F-873E-2DF94ED9C4E0}" dt="2023-06-09T08:45:30.065" v="545" actId="20577"/>
          <ac:spMkLst>
            <pc:docMk/>
            <pc:sldMk cId="2849265882" sldId="2142532923"/>
            <ac:spMk id="76" creationId="{237CB115-4F19-6A41-9C2F-B6EF7960E3D7}"/>
          </ac:spMkLst>
        </pc:spChg>
      </pc:sldChg>
      <pc:sldChg chg="del">
        <pc:chgData name="Uladzimir Litvinau" userId="7c780bef-f8d3-4d23-a35d-3c7004030c64" providerId="ADAL" clId="{61C78025-9E46-466F-873E-2DF94ED9C4E0}" dt="2023-06-12T11:57:21.361" v="4885" actId="47"/>
        <pc:sldMkLst>
          <pc:docMk/>
          <pc:sldMk cId="1505339638" sldId="2142532926"/>
        </pc:sldMkLst>
      </pc:sldChg>
      <pc:sldChg chg="del">
        <pc:chgData name="Uladzimir Litvinau" userId="7c780bef-f8d3-4d23-a35d-3c7004030c64" providerId="ADAL" clId="{61C78025-9E46-466F-873E-2DF94ED9C4E0}" dt="2023-06-12T11:57:21.361" v="4885" actId="47"/>
        <pc:sldMkLst>
          <pc:docMk/>
          <pc:sldMk cId="3658011207" sldId="2142532937"/>
        </pc:sldMkLst>
      </pc:sldChg>
      <pc:sldChg chg="del">
        <pc:chgData name="Uladzimir Litvinau" userId="7c780bef-f8d3-4d23-a35d-3c7004030c64" providerId="ADAL" clId="{61C78025-9E46-466F-873E-2DF94ED9C4E0}" dt="2023-06-12T11:57:21.361" v="4885" actId="47"/>
        <pc:sldMkLst>
          <pc:docMk/>
          <pc:sldMk cId="2047202103" sldId="2142532938"/>
        </pc:sldMkLst>
      </pc:sldChg>
      <pc:sldChg chg="del">
        <pc:chgData name="Uladzimir Litvinau" userId="7c780bef-f8d3-4d23-a35d-3c7004030c64" providerId="ADAL" clId="{61C78025-9E46-466F-873E-2DF94ED9C4E0}" dt="2023-06-12T11:57:21.361" v="4885" actId="47"/>
        <pc:sldMkLst>
          <pc:docMk/>
          <pc:sldMk cId="1946482663" sldId="2146847382"/>
        </pc:sldMkLst>
      </pc:sldChg>
      <pc:sldChg chg="del">
        <pc:chgData name="Uladzimir Litvinau" userId="7c780bef-f8d3-4d23-a35d-3c7004030c64" providerId="ADAL" clId="{61C78025-9E46-466F-873E-2DF94ED9C4E0}" dt="2023-06-12T11:57:21.361" v="4885" actId="47"/>
        <pc:sldMkLst>
          <pc:docMk/>
          <pc:sldMk cId="3213205474" sldId="2146847383"/>
        </pc:sldMkLst>
      </pc:sldChg>
      <pc:sldChg chg="del">
        <pc:chgData name="Uladzimir Litvinau" userId="7c780bef-f8d3-4d23-a35d-3c7004030c64" providerId="ADAL" clId="{61C78025-9E46-466F-873E-2DF94ED9C4E0}" dt="2023-06-12T11:57:21.361" v="4885" actId="47"/>
        <pc:sldMkLst>
          <pc:docMk/>
          <pc:sldMk cId="2166123973" sldId="2146847384"/>
        </pc:sldMkLst>
      </pc:sldChg>
      <pc:sldChg chg="del">
        <pc:chgData name="Uladzimir Litvinau" userId="7c780bef-f8d3-4d23-a35d-3c7004030c64" providerId="ADAL" clId="{61C78025-9E46-466F-873E-2DF94ED9C4E0}" dt="2023-06-12T11:57:21.361" v="4885" actId="47"/>
        <pc:sldMkLst>
          <pc:docMk/>
          <pc:sldMk cId="226225996" sldId="2146847385"/>
        </pc:sldMkLst>
      </pc:sldChg>
      <pc:sldChg chg="modSp mod modTransition modNotesTx">
        <pc:chgData name="Uladzimir Litvinau" userId="7c780bef-f8d3-4d23-a35d-3c7004030c64" providerId="ADAL" clId="{61C78025-9E46-466F-873E-2DF94ED9C4E0}" dt="2023-06-14T10:15:39.375" v="10346" actId="33524"/>
        <pc:sldMkLst>
          <pc:docMk/>
          <pc:sldMk cId="2978622595" sldId="2146847410"/>
        </pc:sldMkLst>
        <pc:spChg chg="mod">
          <ac:chgData name="Uladzimir Litvinau" userId="7c780bef-f8d3-4d23-a35d-3c7004030c64" providerId="ADAL" clId="{61C78025-9E46-466F-873E-2DF94ED9C4E0}" dt="2023-06-09T08:34:49.316" v="13"/>
          <ac:spMkLst>
            <pc:docMk/>
            <pc:sldMk cId="2978622595" sldId="2146847410"/>
            <ac:spMk id="3" creationId="{530DF3C4-2D15-B84D-82FA-408FCFE1671C}"/>
          </ac:spMkLst>
        </pc:spChg>
        <pc:spChg chg="mod">
          <ac:chgData name="Uladzimir Litvinau" userId="7c780bef-f8d3-4d23-a35d-3c7004030c64" providerId="ADAL" clId="{61C78025-9E46-466F-873E-2DF94ED9C4E0}" dt="2023-06-09T08:34:59.296" v="16"/>
          <ac:spMkLst>
            <pc:docMk/>
            <pc:sldMk cId="2978622595" sldId="2146847410"/>
            <ac:spMk id="4" creationId="{07E7FEEA-E176-6241-A568-786480C833AF}"/>
          </ac:spMkLst>
        </pc:spChg>
        <pc:spChg chg="mod">
          <ac:chgData name="Uladzimir Litvinau" userId="7c780bef-f8d3-4d23-a35d-3c7004030c64" providerId="ADAL" clId="{61C78025-9E46-466F-873E-2DF94ED9C4E0}" dt="2023-06-09T08:35:07.085" v="23" actId="20577"/>
          <ac:spMkLst>
            <pc:docMk/>
            <pc:sldMk cId="2978622595" sldId="2146847410"/>
            <ac:spMk id="19" creationId="{1C004F51-E7DB-4857-AA9C-D4AEE3C336E1}"/>
          </ac:spMkLst>
        </pc:spChg>
      </pc:sldChg>
      <pc:sldChg chg="del">
        <pc:chgData name="Uladzimir Litvinau" userId="7c780bef-f8d3-4d23-a35d-3c7004030c64" providerId="ADAL" clId="{61C78025-9E46-466F-873E-2DF94ED9C4E0}" dt="2023-06-09T08:35:16.891" v="24" actId="47"/>
        <pc:sldMkLst>
          <pc:docMk/>
          <pc:sldMk cId="2046623539" sldId="2146847411"/>
        </pc:sldMkLst>
      </pc:sldChg>
      <pc:sldChg chg="del">
        <pc:chgData name="Uladzimir Litvinau" userId="7c780bef-f8d3-4d23-a35d-3c7004030c64" providerId="ADAL" clId="{61C78025-9E46-466F-873E-2DF94ED9C4E0}" dt="2023-06-12T11:57:21.361" v="4885" actId="47"/>
        <pc:sldMkLst>
          <pc:docMk/>
          <pc:sldMk cId="2677540747" sldId="2146847415"/>
        </pc:sldMkLst>
      </pc:sldChg>
      <pc:sldChg chg="del">
        <pc:chgData name="Uladzimir Litvinau" userId="7c780bef-f8d3-4d23-a35d-3c7004030c64" providerId="ADAL" clId="{61C78025-9E46-466F-873E-2DF94ED9C4E0}" dt="2023-06-12T11:57:21.361" v="4885" actId="47"/>
        <pc:sldMkLst>
          <pc:docMk/>
          <pc:sldMk cId="4237020776" sldId="2146847491"/>
        </pc:sldMkLst>
      </pc:sldChg>
      <pc:sldChg chg="del">
        <pc:chgData name="Uladzimir Litvinau" userId="7c780bef-f8d3-4d23-a35d-3c7004030c64" providerId="ADAL" clId="{61C78025-9E46-466F-873E-2DF94ED9C4E0}" dt="2023-06-12T11:57:21.361" v="4885" actId="47"/>
        <pc:sldMkLst>
          <pc:docMk/>
          <pc:sldMk cId="2455511885" sldId="2147469659"/>
        </pc:sldMkLst>
      </pc:sldChg>
      <pc:sldChg chg="del">
        <pc:chgData name="Uladzimir Litvinau" userId="7c780bef-f8d3-4d23-a35d-3c7004030c64" providerId="ADAL" clId="{61C78025-9E46-466F-873E-2DF94ED9C4E0}" dt="2023-06-12T11:57:21.361" v="4885" actId="47"/>
        <pc:sldMkLst>
          <pc:docMk/>
          <pc:sldMk cId="1585061157" sldId="2147472214"/>
        </pc:sldMkLst>
      </pc:sldChg>
      <pc:sldChg chg="addSp delSp modSp del mod ord modTransition modNotesTx">
        <pc:chgData name="Uladzimir Litvinau" userId="7c780bef-f8d3-4d23-a35d-3c7004030c64" providerId="ADAL" clId="{61C78025-9E46-466F-873E-2DF94ED9C4E0}" dt="2023-06-13T08:44:57.650" v="7257" actId="47"/>
        <pc:sldMkLst>
          <pc:docMk/>
          <pc:sldMk cId="1866365731" sldId="2147472220"/>
        </pc:sldMkLst>
        <pc:spChg chg="mod topLvl">
          <ac:chgData name="Uladzimir Litvinau" userId="7c780bef-f8d3-4d23-a35d-3c7004030c64" providerId="ADAL" clId="{61C78025-9E46-466F-873E-2DF94ED9C4E0}" dt="2023-06-09T08:55:24.941" v="871" actId="207"/>
          <ac:spMkLst>
            <pc:docMk/>
            <pc:sldMk cId="1866365731" sldId="2147472220"/>
            <ac:spMk id="3" creationId="{88856DD6-35E2-0782-944A-4FC816526A16}"/>
          </ac:spMkLst>
        </pc:spChg>
        <pc:spChg chg="del mod">
          <ac:chgData name="Uladzimir Litvinau" userId="7c780bef-f8d3-4d23-a35d-3c7004030c64" providerId="ADAL" clId="{61C78025-9E46-466F-873E-2DF94ED9C4E0}" dt="2023-06-09T08:54:59.865" v="869" actId="478"/>
          <ac:spMkLst>
            <pc:docMk/>
            <pc:sldMk cId="1866365731" sldId="2147472220"/>
            <ac:spMk id="31" creationId="{B8EE3E07-BA30-4C81-D512-61DA2709DEBB}"/>
          </ac:spMkLst>
        </pc:spChg>
        <pc:spChg chg="del">
          <ac:chgData name="Uladzimir Litvinau" userId="7c780bef-f8d3-4d23-a35d-3c7004030c64" providerId="ADAL" clId="{61C78025-9E46-466F-873E-2DF94ED9C4E0}" dt="2023-06-09T08:55:00.887" v="870" actId="478"/>
          <ac:spMkLst>
            <pc:docMk/>
            <pc:sldMk cId="1866365731" sldId="2147472220"/>
            <ac:spMk id="32" creationId="{93A3D9D5-2D05-972F-916F-0EFE17FEE5F6}"/>
          </ac:spMkLst>
        </pc:spChg>
        <pc:grpChg chg="add del">
          <ac:chgData name="Uladzimir Litvinau" userId="7c780bef-f8d3-4d23-a35d-3c7004030c64" providerId="ADAL" clId="{61C78025-9E46-466F-873E-2DF94ED9C4E0}" dt="2023-06-09T08:54:47.938" v="866" actId="478"/>
          <ac:grpSpMkLst>
            <pc:docMk/>
            <pc:sldMk cId="1866365731" sldId="2147472220"/>
            <ac:grpSpMk id="2" creationId="{D30F5A59-0C85-EC9F-F9BE-EC938C6A9EAB}"/>
          </ac:grpSpMkLst>
        </pc:grpChg>
        <pc:grpChg chg="del">
          <ac:chgData name="Uladzimir Litvinau" userId="7c780bef-f8d3-4d23-a35d-3c7004030c64" providerId="ADAL" clId="{61C78025-9E46-466F-873E-2DF94ED9C4E0}" dt="2023-06-09T08:54:35.911" v="860" actId="478"/>
          <ac:grpSpMkLst>
            <pc:docMk/>
            <pc:sldMk cId="1866365731" sldId="2147472220"/>
            <ac:grpSpMk id="6" creationId="{1A97CFE6-6B20-7DF7-8C4F-CFD064ED9570}"/>
          </ac:grpSpMkLst>
        </pc:grpChg>
        <pc:grpChg chg="del">
          <ac:chgData name="Uladzimir Litvinau" userId="7c780bef-f8d3-4d23-a35d-3c7004030c64" providerId="ADAL" clId="{61C78025-9E46-466F-873E-2DF94ED9C4E0}" dt="2023-06-09T08:54:46.357" v="865" actId="478"/>
          <ac:grpSpMkLst>
            <pc:docMk/>
            <pc:sldMk cId="1866365731" sldId="2147472220"/>
            <ac:grpSpMk id="10" creationId="{A7D7990B-F483-45D4-0B25-29850862AFB7}"/>
          </ac:grpSpMkLst>
        </pc:grpChg>
        <pc:picChg chg="add mod">
          <ac:chgData name="Uladzimir Litvinau" userId="7c780bef-f8d3-4d23-a35d-3c7004030c64" providerId="ADAL" clId="{61C78025-9E46-466F-873E-2DF94ED9C4E0}" dt="2023-06-13T08:21:59.379" v="6985" actId="1076"/>
          <ac:picMkLst>
            <pc:docMk/>
            <pc:sldMk cId="1866365731" sldId="2147472220"/>
            <ac:picMk id="5" creationId="{48177158-6A71-D477-F165-248AD98E5663}"/>
          </ac:picMkLst>
        </pc:picChg>
        <pc:picChg chg="add del mod">
          <ac:chgData name="Uladzimir Litvinau" userId="7c780bef-f8d3-4d23-a35d-3c7004030c64" providerId="ADAL" clId="{61C78025-9E46-466F-873E-2DF94ED9C4E0}" dt="2023-06-13T07:56:03.599" v="6982" actId="478"/>
          <ac:picMkLst>
            <pc:docMk/>
            <pc:sldMk cId="1866365731" sldId="2147472220"/>
            <ac:picMk id="8" creationId="{AFC08D02-348F-739D-FBC2-D17B72532779}"/>
          </ac:picMkLst>
        </pc:picChg>
        <pc:cxnChg chg="del">
          <ac:chgData name="Uladzimir Litvinau" userId="7c780bef-f8d3-4d23-a35d-3c7004030c64" providerId="ADAL" clId="{61C78025-9E46-466F-873E-2DF94ED9C4E0}" dt="2023-06-09T08:54:46.357" v="865" actId="478"/>
          <ac:cxnSpMkLst>
            <pc:docMk/>
            <pc:sldMk cId="1866365731" sldId="2147472220"/>
            <ac:cxnSpMk id="12" creationId="{B61241F5-1FB1-2E08-8CA1-E57728B05DE8}"/>
          </ac:cxnSpMkLst>
        </pc:cxnChg>
        <pc:cxnChg chg="del topLvl">
          <ac:chgData name="Uladzimir Litvinau" userId="7c780bef-f8d3-4d23-a35d-3c7004030c64" providerId="ADAL" clId="{61C78025-9E46-466F-873E-2DF94ED9C4E0}" dt="2023-06-09T08:54:47.938" v="866" actId="478"/>
          <ac:cxnSpMkLst>
            <pc:docMk/>
            <pc:sldMk cId="1866365731" sldId="2147472220"/>
            <ac:cxnSpMk id="13" creationId="{F117B123-8953-B976-4768-46AF0DD139A1}"/>
          </ac:cxnSpMkLst>
        </pc:cxnChg>
        <pc:cxnChg chg="del">
          <ac:chgData name="Uladzimir Litvinau" userId="7c780bef-f8d3-4d23-a35d-3c7004030c64" providerId="ADAL" clId="{61C78025-9E46-466F-873E-2DF94ED9C4E0}" dt="2023-06-09T08:54:39.279" v="862" actId="478"/>
          <ac:cxnSpMkLst>
            <pc:docMk/>
            <pc:sldMk cId="1866365731" sldId="2147472220"/>
            <ac:cxnSpMk id="14" creationId="{B1D0DBB2-36F2-FE08-83B5-DD2BE926987E}"/>
          </ac:cxnSpMkLst>
        </pc:cxnChg>
        <pc:cxnChg chg="del">
          <ac:chgData name="Uladzimir Litvinau" userId="7c780bef-f8d3-4d23-a35d-3c7004030c64" providerId="ADAL" clId="{61C78025-9E46-466F-873E-2DF94ED9C4E0}" dt="2023-06-09T08:54:37.568" v="861" actId="478"/>
          <ac:cxnSpMkLst>
            <pc:docMk/>
            <pc:sldMk cId="1866365731" sldId="2147472220"/>
            <ac:cxnSpMk id="15" creationId="{33E0A019-FC67-F75B-5AB6-21B311B7BFAC}"/>
          </ac:cxnSpMkLst>
        </pc:cxnChg>
        <pc:cxnChg chg="del">
          <ac:chgData name="Uladzimir Litvinau" userId="7c780bef-f8d3-4d23-a35d-3c7004030c64" providerId="ADAL" clId="{61C78025-9E46-466F-873E-2DF94ED9C4E0}" dt="2023-06-09T08:54:35.911" v="860" actId="478"/>
          <ac:cxnSpMkLst>
            <pc:docMk/>
            <pc:sldMk cId="1866365731" sldId="2147472220"/>
            <ac:cxnSpMk id="16" creationId="{A3A3BF03-1883-C140-013E-EDCD3B74A93C}"/>
          </ac:cxnSpMkLst>
        </pc:cxnChg>
        <pc:cxnChg chg="del">
          <ac:chgData name="Uladzimir Litvinau" userId="7c780bef-f8d3-4d23-a35d-3c7004030c64" providerId="ADAL" clId="{61C78025-9E46-466F-873E-2DF94ED9C4E0}" dt="2023-06-09T08:54:33.578" v="859" actId="478"/>
          <ac:cxnSpMkLst>
            <pc:docMk/>
            <pc:sldMk cId="1866365731" sldId="2147472220"/>
            <ac:cxnSpMk id="17" creationId="{F91C6DBE-A6F7-225F-2965-C9020FB747DD}"/>
          </ac:cxnSpMkLst>
        </pc:cxnChg>
      </pc:sldChg>
      <pc:sldChg chg="del">
        <pc:chgData name="Uladzimir Litvinau" userId="7c780bef-f8d3-4d23-a35d-3c7004030c64" providerId="ADAL" clId="{61C78025-9E46-466F-873E-2DF94ED9C4E0}" dt="2023-06-12T11:57:21.361" v="4885" actId="47"/>
        <pc:sldMkLst>
          <pc:docMk/>
          <pc:sldMk cId="2827779315" sldId="2147472224"/>
        </pc:sldMkLst>
      </pc:sldChg>
      <pc:sldChg chg="del">
        <pc:chgData name="Uladzimir Litvinau" userId="7c780bef-f8d3-4d23-a35d-3c7004030c64" providerId="ADAL" clId="{61C78025-9E46-466F-873E-2DF94ED9C4E0}" dt="2023-06-12T11:57:21.361" v="4885" actId="47"/>
        <pc:sldMkLst>
          <pc:docMk/>
          <pc:sldMk cId="1824517912" sldId="2147472225"/>
        </pc:sldMkLst>
      </pc:sldChg>
      <pc:sldChg chg="del">
        <pc:chgData name="Uladzimir Litvinau" userId="7c780bef-f8d3-4d23-a35d-3c7004030c64" providerId="ADAL" clId="{61C78025-9E46-466F-873E-2DF94ED9C4E0}" dt="2023-06-12T11:57:21.361" v="4885" actId="47"/>
        <pc:sldMkLst>
          <pc:docMk/>
          <pc:sldMk cId="2951144356" sldId="2147472226"/>
        </pc:sldMkLst>
      </pc:sldChg>
      <pc:sldChg chg="del">
        <pc:chgData name="Uladzimir Litvinau" userId="7c780bef-f8d3-4d23-a35d-3c7004030c64" providerId="ADAL" clId="{61C78025-9E46-466F-873E-2DF94ED9C4E0}" dt="2023-06-12T11:57:21.361" v="4885" actId="47"/>
        <pc:sldMkLst>
          <pc:docMk/>
          <pc:sldMk cId="4152783431" sldId="2147472227"/>
        </pc:sldMkLst>
      </pc:sldChg>
      <pc:sldChg chg="del">
        <pc:chgData name="Uladzimir Litvinau" userId="7c780bef-f8d3-4d23-a35d-3c7004030c64" providerId="ADAL" clId="{61C78025-9E46-466F-873E-2DF94ED9C4E0}" dt="2023-06-12T11:57:21.361" v="4885" actId="47"/>
        <pc:sldMkLst>
          <pc:docMk/>
          <pc:sldMk cId="327111182" sldId="2147473745"/>
        </pc:sldMkLst>
      </pc:sldChg>
      <pc:sldChg chg="del">
        <pc:chgData name="Uladzimir Litvinau" userId="7c780bef-f8d3-4d23-a35d-3c7004030c64" providerId="ADAL" clId="{61C78025-9E46-466F-873E-2DF94ED9C4E0}" dt="2023-06-12T11:57:21.361" v="4885" actId="47"/>
        <pc:sldMkLst>
          <pc:docMk/>
          <pc:sldMk cId="2717162737" sldId="2147473746"/>
        </pc:sldMkLst>
      </pc:sldChg>
      <pc:sldChg chg="del">
        <pc:chgData name="Uladzimir Litvinau" userId="7c780bef-f8d3-4d23-a35d-3c7004030c64" providerId="ADAL" clId="{61C78025-9E46-466F-873E-2DF94ED9C4E0}" dt="2023-06-12T11:57:21.361" v="4885" actId="47"/>
        <pc:sldMkLst>
          <pc:docMk/>
          <pc:sldMk cId="3407340574" sldId="2147473747"/>
        </pc:sldMkLst>
      </pc:sldChg>
      <pc:sldChg chg="del">
        <pc:chgData name="Uladzimir Litvinau" userId="7c780bef-f8d3-4d23-a35d-3c7004030c64" providerId="ADAL" clId="{61C78025-9E46-466F-873E-2DF94ED9C4E0}" dt="2023-06-12T11:57:21.361" v="4885" actId="47"/>
        <pc:sldMkLst>
          <pc:docMk/>
          <pc:sldMk cId="3412122601" sldId="2147473748"/>
        </pc:sldMkLst>
      </pc:sldChg>
      <pc:sldChg chg="del">
        <pc:chgData name="Uladzimir Litvinau" userId="7c780bef-f8d3-4d23-a35d-3c7004030c64" providerId="ADAL" clId="{61C78025-9E46-466F-873E-2DF94ED9C4E0}" dt="2023-06-12T11:57:21.361" v="4885" actId="47"/>
        <pc:sldMkLst>
          <pc:docMk/>
          <pc:sldMk cId="635054543" sldId="2147473749"/>
        </pc:sldMkLst>
      </pc:sldChg>
      <pc:sldChg chg="del">
        <pc:chgData name="Uladzimir Litvinau" userId="7c780bef-f8d3-4d23-a35d-3c7004030c64" providerId="ADAL" clId="{61C78025-9E46-466F-873E-2DF94ED9C4E0}" dt="2023-06-12T11:57:21.361" v="4885" actId="47"/>
        <pc:sldMkLst>
          <pc:docMk/>
          <pc:sldMk cId="1798359644" sldId="2147473750"/>
        </pc:sldMkLst>
      </pc:sldChg>
      <pc:sldChg chg="del">
        <pc:chgData name="Uladzimir Litvinau" userId="7c780bef-f8d3-4d23-a35d-3c7004030c64" providerId="ADAL" clId="{61C78025-9E46-466F-873E-2DF94ED9C4E0}" dt="2023-06-12T11:57:21.361" v="4885" actId="47"/>
        <pc:sldMkLst>
          <pc:docMk/>
          <pc:sldMk cId="275706201" sldId="2147473751"/>
        </pc:sldMkLst>
      </pc:sldChg>
      <pc:sldChg chg="add del">
        <pc:chgData name="Uladzimir Litvinau" userId="7c780bef-f8d3-4d23-a35d-3c7004030c64" providerId="ADAL" clId="{61C78025-9E46-466F-873E-2DF94ED9C4E0}" dt="2023-06-12T11:57:21.361" v="4885" actId="47"/>
        <pc:sldMkLst>
          <pc:docMk/>
          <pc:sldMk cId="3501765701" sldId="2147473752"/>
        </pc:sldMkLst>
      </pc:sldChg>
      <pc:sldChg chg="modSp add mod modTransition modNotesTx">
        <pc:chgData name="Uladzimir Litvinau" userId="7c780bef-f8d3-4d23-a35d-3c7004030c64" providerId="ADAL" clId="{61C78025-9E46-466F-873E-2DF94ED9C4E0}" dt="2023-06-14T11:04:54.705" v="10824" actId="20577"/>
        <pc:sldMkLst>
          <pc:docMk/>
          <pc:sldMk cId="96084815" sldId="2147473753"/>
        </pc:sldMkLst>
        <pc:spChg chg="mod">
          <ac:chgData name="Uladzimir Litvinau" userId="7c780bef-f8d3-4d23-a35d-3c7004030c64" providerId="ADAL" clId="{61C78025-9E46-466F-873E-2DF94ED9C4E0}" dt="2023-06-12T08:28:37.159" v="1890" actId="207"/>
          <ac:spMkLst>
            <pc:docMk/>
            <pc:sldMk cId="96084815" sldId="2147473753"/>
            <ac:spMk id="2" creationId="{EE3E7B12-94E5-1E8A-9A20-C930CC8426EB}"/>
          </ac:spMkLst>
        </pc:spChg>
        <pc:spChg chg="mod">
          <ac:chgData name="Uladzimir Litvinau" userId="7c780bef-f8d3-4d23-a35d-3c7004030c64" providerId="ADAL" clId="{61C78025-9E46-466F-873E-2DF94ED9C4E0}" dt="2023-06-09T08:49:20.090" v="637" actId="20577"/>
          <ac:spMkLst>
            <pc:docMk/>
            <pc:sldMk cId="96084815" sldId="2147473753"/>
            <ac:spMk id="8" creationId="{A33CA039-DE3C-5D85-0DB8-D98A38BFDC35}"/>
          </ac:spMkLst>
        </pc:spChg>
        <pc:spChg chg="mod">
          <ac:chgData name="Uladzimir Litvinau" userId="7c780bef-f8d3-4d23-a35d-3c7004030c64" providerId="ADAL" clId="{61C78025-9E46-466F-873E-2DF94ED9C4E0}" dt="2023-06-14T09:16:06.855" v="9943" actId="113"/>
          <ac:spMkLst>
            <pc:docMk/>
            <pc:sldMk cId="96084815" sldId="2147473753"/>
            <ac:spMk id="9" creationId="{43E65A60-BFF6-5D2C-96CA-C0DCDBCDC9B7}"/>
          </ac:spMkLst>
        </pc:spChg>
        <pc:spChg chg="mod">
          <ac:chgData name="Uladzimir Litvinau" userId="7c780bef-f8d3-4d23-a35d-3c7004030c64" providerId="ADAL" clId="{61C78025-9E46-466F-873E-2DF94ED9C4E0}" dt="2023-06-09T08:47:09.898" v="559" actId="20577"/>
          <ac:spMkLst>
            <pc:docMk/>
            <pc:sldMk cId="96084815" sldId="2147473753"/>
            <ac:spMk id="10" creationId="{1F88C411-8C59-AFA3-5C10-11E75FDF9817}"/>
          </ac:spMkLst>
        </pc:spChg>
      </pc:sldChg>
      <pc:sldChg chg="add del">
        <pc:chgData name="Uladzimir Litvinau" userId="7c780bef-f8d3-4d23-a35d-3c7004030c64" providerId="ADAL" clId="{61C78025-9E46-466F-873E-2DF94ED9C4E0}" dt="2023-06-12T11:57:21.361" v="4885" actId="47"/>
        <pc:sldMkLst>
          <pc:docMk/>
          <pc:sldMk cId="2697437394" sldId="2147473754"/>
        </pc:sldMkLst>
      </pc:sldChg>
      <pc:sldChg chg="addSp delSp modSp add mod ord modTransition modNotesTx">
        <pc:chgData name="Uladzimir Litvinau" userId="7c780bef-f8d3-4d23-a35d-3c7004030c64" providerId="ADAL" clId="{61C78025-9E46-466F-873E-2DF94ED9C4E0}" dt="2023-06-14T09:12:43.921" v="9834" actId="20577"/>
        <pc:sldMkLst>
          <pc:docMk/>
          <pc:sldMk cId="747380446" sldId="2147473755"/>
        </pc:sldMkLst>
        <pc:spChg chg="mod">
          <ac:chgData name="Uladzimir Litvinau" userId="7c780bef-f8d3-4d23-a35d-3c7004030c64" providerId="ADAL" clId="{61C78025-9E46-466F-873E-2DF94ED9C4E0}" dt="2023-06-09T10:40:52.996" v="1121" actId="20577"/>
          <ac:spMkLst>
            <pc:docMk/>
            <pc:sldMk cId="747380446" sldId="2147473755"/>
            <ac:spMk id="2" creationId="{EE3E7B12-94E5-1E8A-9A20-C930CC8426EB}"/>
          </ac:spMkLst>
        </pc:spChg>
        <pc:spChg chg="add mod">
          <ac:chgData name="Uladzimir Litvinau" userId="7c780bef-f8d3-4d23-a35d-3c7004030c64" providerId="ADAL" clId="{61C78025-9E46-466F-873E-2DF94ED9C4E0}" dt="2023-06-12T08:16:22.836" v="1699" actId="1076"/>
          <ac:spMkLst>
            <pc:docMk/>
            <pc:sldMk cId="747380446" sldId="2147473755"/>
            <ac:spMk id="6" creationId="{7764826D-D2A7-04A9-F9A4-6AE617C6D7DB}"/>
          </ac:spMkLst>
        </pc:spChg>
        <pc:spChg chg="add del mod">
          <ac:chgData name="Uladzimir Litvinau" userId="7c780bef-f8d3-4d23-a35d-3c7004030c64" providerId="ADAL" clId="{61C78025-9E46-466F-873E-2DF94ED9C4E0}" dt="2023-06-13T08:45:06.677" v="7259" actId="478"/>
          <ac:spMkLst>
            <pc:docMk/>
            <pc:sldMk cId="747380446" sldId="2147473755"/>
            <ac:spMk id="7" creationId="{88E7FF3E-B1E9-154A-4C7B-CE649E049832}"/>
          </ac:spMkLst>
        </pc:spChg>
        <pc:spChg chg="mod">
          <ac:chgData name="Uladzimir Litvinau" userId="7c780bef-f8d3-4d23-a35d-3c7004030c64" providerId="ADAL" clId="{61C78025-9E46-466F-873E-2DF94ED9C4E0}" dt="2023-06-09T10:45:04.606" v="1236" actId="27636"/>
          <ac:spMkLst>
            <pc:docMk/>
            <pc:sldMk cId="747380446" sldId="2147473755"/>
            <ac:spMk id="8" creationId="{A33CA039-DE3C-5D85-0DB8-D98A38BFDC35}"/>
          </ac:spMkLst>
        </pc:spChg>
        <pc:spChg chg="del mod">
          <ac:chgData name="Uladzimir Litvinau" userId="7c780bef-f8d3-4d23-a35d-3c7004030c64" providerId="ADAL" clId="{61C78025-9E46-466F-873E-2DF94ED9C4E0}" dt="2023-06-13T08:45:04.096" v="7258" actId="478"/>
          <ac:spMkLst>
            <pc:docMk/>
            <pc:sldMk cId="747380446" sldId="2147473755"/>
            <ac:spMk id="9" creationId="{43E65A60-BFF6-5D2C-96CA-C0DCDBCDC9B7}"/>
          </ac:spMkLst>
        </pc:spChg>
        <pc:spChg chg="mod">
          <ac:chgData name="Uladzimir Litvinau" userId="7c780bef-f8d3-4d23-a35d-3c7004030c64" providerId="ADAL" clId="{61C78025-9E46-466F-873E-2DF94ED9C4E0}" dt="2023-06-09T10:38:41.444" v="1019" actId="20577"/>
          <ac:spMkLst>
            <pc:docMk/>
            <pc:sldMk cId="747380446" sldId="2147473755"/>
            <ac:spMk id="10" creationId="{1F88C411-8C59-AFA3-5C10-11E75FDF9817}"/>
          </ac:spMkLst>
        </pc:spChg>
        <pc:picChg chg="add del mod">
          <ac:chgData name="Uladzimir Litvinau" userId="7c780bef-f8d3-4d23-a35d-3c7004030c64" providerId="ADAL" clId="{61C78025-9E46-466F-873E-2DF94ED9C4E0}" dt="2023-06-12T08:15:15.582" v="1679" actId="478"/>
          <ac:picMkLst>
            <pc:docMk/>
            <pc:sldMk cId="747380446" sldId="2147473755"/>
            <ac:picMk id="3" creationId="{ECCCA119-3368-5394-CE59-1603FC5D2D3E}"/>
          </ac:picMkLst>
        </pc:picChg>
        <pc:picChg chg="add mod">
          <ac:chgData name="Uladzimir Litvinau" userId="7c780bef-f8d3-4d23-a35d-3c7004030c64" providerId="ADAL" clId="{61C78025-9E46-466F-873E-2DF94ED9C4E0}" dt="2023-06-12T08:16:32.965" v="1701" actId="1076"/>
          <ac:picMkLst>
            <pc:docMk/>
            <pc:sldMk cId="747380446" sldId="2147473755"/>
            <ac:picMk id="4" creationId="{E3728E40-CBB6-7E65-60F4-2888F16D2A7F}"/>
          </ac:picMkLst>
        </pc:picChg>
        <pc:picChg chg="add mod">
          <ac:chgData name="Uladzimir Litvinau" userId="7c780bef-f8d3-4d23-a35d-3c7004030c64" providerId="ADAL" clId="{61C78025-9E46-466F-873E-2DF94ED9C4E0}" dt="2023-06-12T08:15:42.958" v="1689" actId="1076"/>
          <ac:picMkLst>
            <pc:docMk/>
            <pc:sldMk cId="747380446" sldId="2147473755"/>
            <ac:picMk id="5" creationId="{17E1A62D-C5B3-ABCB-51AD-D53ED7C0CACC}"/>
          </ac:picMkLst>
        </pc:picChg>
      </pc:sldChg>
      <pc:sldChg chg="addSp delSp modSp add mod modTransition modNotesTx">
        <pc:chgData name="Uladzimir Litvinau" userId="7c780bef-f8d3-4d23-a35d-3c7004030c64" providerId="ADAL" clId="{61C78025-9E46-466F-873E-2DF94ED9C4E0}" dt="2023-06-13T07:03:52.386" v="5916" actId="20577"/>
        <pc:sldMkLst>
          <pc:docMk/>
          <pc:sldMk cId="3606294842" sldId="2147473756"/>
        </pc:sldMkLst>
        <pc:spChg chg="mod">
          <ac:chgData name="Uladzimir Litvinau" userId="7c780bef-f8d3-4d23-a35d-3c7004030c64" providerId="ADAL" clId="{61C78025-9E46-466F-873E-2DF94ED9C4E0}" dt="2023-06-09T10:49:10.004" v="1241"/>
          <ac:spMkLst>
            <pc:docMk/>
            <pc:sldMk cId="3606294842" sldId="2147473756"/>
            <ac:spMk id="2" creationId="{55359522-46B2-9C49-8E5A-315B3E4B881C}"/>
          </ac:spMkLst>
        </pc:spChg>
        <pc:spChg chg="mod">
          <ac:chgData name="Uladzimir Litvinau" userId="7c780bef-f8d3-4d23-a35d-3c7004030c64" providerId="ADAL" clId="{61C78025-9E46-466F-873E-2DF94ED9C4E0}" dt="2023-06-12T08:42:02.486" v="2053" actId="1076"/>
          <ac:spMkLst>
            <pc:docMk/>
            <pc:sldMk cId="3606294842" sldId="2147473756"/>
            <ac:spMk id="4" creationId="{6B0F5AF8-4574-AE42-A00B-41DEBD7C2560}"/>
          </ac:spMkLst>
        </pc:spChg>
        <pc:spChg chg="mod">
          <ac:chgData name="Uladzimir Litvinau" userId="7c780bef-f8d3-4d23-a35d-3c7004030c64" providerId="ADAL" clId="{61C78025-9E46-466F-873E-2DF94ED9C4E0}" dt="2023-06-12T07:58:46.414" v="1380" actId="20577"/>
          <ac:spMkLst>
            <pc:docMk/>
            <pc:sldMk cId="3606294842" sldId="2147473756"/>
            <ac:spMk id="6" creationId="{B3CC20FE-2EC0-8782-52C5-7FEAC09DF4C2}"/>
          </ac:spMkLst>
        </pc:spChg>
        <pc:spChg chg="mod">
          <ac:chgData name="Uladzimir Litvinau" userId="7c780bef-f8d3-4d23-a35d-3c7004030c64" providerId="ADAL" clId="{61C78025-9E46-466F-873E-2DF94ED9C4E0}" dt="2023-06-09T10:56:40.241" v="1268"/>
          <ac:spMkLst>
            <pc:docMk/>
            <pc:sldMk cId="3606294842" sldId="2147473756"/>
            <ac:spMk id="9" creationId="{529CE732-355F-405F-B8E1-C9ED38D10CDC}"/>
          </ac:spMkLst>
        </pc:spChg>
        <pc:spChg chg="del">
          <ac:chgData name="Uladzimir Litvinau" userId="7c780bef-f8d3-4d23-a35d-3c7004030c64" providerId="ADAL" clId="{61C78025-9E46-466F-873E-2DF94ED9C4E0}" dt="2023-06-09T10:50:39.412" v="1242" actId="478"/>
          <ac:spMkLst>
            <pc:docMk/>
            <pc:sldMk cId="3606294842" sldId="2147473756"/>
            <ac:spMk id="11" creationId="{AAB4ECB3-65D0-C342-BD37-55BA5CA11BE8}"/>
          </ac:spMkLst>
        </pc:spChg>
        <pc:spChg chg="del">
          <ac:chgData name="Uladzimir Litvinau" userId="7c780bef-f8d3-4d23-a35d-3c7004030c64" providerId="ADAL" clId="{61C78025-9E46-466F-873E-2DF94ED9C4E0}" dt="2023-06-09T10:50:39.412" v="1242" actId="478"/>
          <ac:spMkLst>
            <pc:docMk/>
            <pc:sldMk cId="3606294842" sldId="2147473756"/>
            <ac:spMk id="12" creationId="{CF25B34B-E6AB-F447-B103-8DA1EEAC1437}"/>
          </ac:spMkLst>
        </pc:spChg>
        <pc:spChg chg="del">
          <ac:chgData name="Uladzimir Litvinau" userId="7c780bef-f8d3-4d23-a35d-3c7004030c64" providerId="ADAL" clId="{61C78025-9E46-466F-873E-2DF94ED9C4E0}" dt="2023-06-09T10:50:39.412" v="1242" actId="478"/>
          <ac:spMkLst>
            <pc:docMk/>
            <pc:sldMk cId="3606294842" sldId="2147473756"/>
            <ac:spMk id="13" creationId="{C76E6344-66D0-A941-B1B2-E6A07478235D}"/>
          </ac:spMkLst>
        </pc:spChg>
        <pc:spChg chg="del">
          <ac:chgData name="Uladzimir Litvinau" userId="7c780bef-f8d3-4d23-a35d-3c7004030c64" providerId="ADAL" clId="{61C78025-9E46-466F-873E-2DF94ED9C4E0}" dt="2023-06-09T10:50:39.412" v="1242" actId="478"/>
          <ac:spMkLst>
            <pc:docMk/>
            <pc:sldMk cId="3606294842" sldId="2147473756"/>
            <ac:spMk id="14" creationId="{B7FD3239-840F-E34C-8423-F1FD8DEC121C}"/>
          </ac:spMkLst>
        </pc:spChg>
        <pc:picChg chg="add mod">
          <ac:chgData name="Uladzimir Litvinau" userId="7c780bef-f8d3-4d23-a35d-3c7004030c64" providerId="ADAL" clId="{61C78025-9E46-466F-873E-2DF94ED9C4E0}" dt="2023-06-09T10:51:26.219" v="1248" actId="1076"/>
          <ac:picMkLst>
            <pc:docMk/>
            <pc:sldMk cId="3606294842" sldId="2147473756"/>
            <ac:picMk id="3" creationId="{7594CE47-86BB-86F5-2A89-B5CEBF2F7CF4}"/>
          </ac:picMkLst>
        </pc:picChg>
        <pc:picChg chg="del">
          <ac:chgData name="Uladzimir Litvinau" userId="7c780bef-f8d3-4d23-a35d-3c7004030c64" providerId="ADAL" clId="{61C78025-9E46-466F-873E-2DF94ED9C4E0}" dt="2023-06-09T10:50:39.412" v="1242" actId="478"/>
          <ac:picMkLst>
            <pc:docMk/>
            <pc:sldMk cId="3606294842" sldId="2147473756"/>
            <ac:picMk id="10" creationId="{A1AE80E8-8E45-904F-9F6B-0F23A152F04D}"/>
          </ac:picMkLst>
        </pc:picChg>
        <pc:cxnChg chg="del mod">
          <ac:chgData name="Uladzimir Litvinau" userId="7c780bef-f8d3-4d23-a35d-3c7004030c64" providerId="ADAL" clId="{61C78025-9E46-466F-873E-2DF94ED9C4E0}" dt="2023-06-09T10:50:39.412" v="1242" actId="478"/>
          <ac:cxnSpMkLst>
            <pc:docMk/>
            <pc:sldMk cId="3606294842" sldId="2147473756"/>
            <ac:cxnSpMk id="16" creationId="{C57E8069-3571-4644-952B-C011C6ACDB5B}"/>
          </ac:cxnSpMkLst>
        </pc:cxnChg>
        <pc:cxnChg chg="del">
          <ac:chgData name="Uladzimir Litvinau" userId="7c780bef-f8d3-4d23-a35d-3c7004030c64" providerId="ADAL" clId="{61C78025-9E46-466F-873E-2DF94ED9C4E0}" dt="2023-06-09T10:50:39.412" v="1242" actId="478"/>
          <ac:cxnSpMkLst>
            <pc:docMk/>
            <pc:sldMk cId="3606294842" sldId="2147473756"/>
            <ac:cxnSpMk id="18" creationId="{66830312-22F2-AE4F-85F6-FF805C51F267}"/>
          </ac:cxnSpMkLst>
        </pc:cxnChg>
        <pc:cxnChg chg="del">
          <ac:chgData name="Uladzimir Litvinau" userId="7c780bef-f8d3-4d23-a35d-3c7004030c64" providerId="ADAL" clId="{61C78025-9E46-466F-873E-2DF94ED9C4E0}" dt="2023-06-09T10:50:39.412" v="1242" actId="478"/>
          <ac:cxnSpMkLst>
            <pc:docMk/>
            <pc:sldMk cId="3606294842" sldId="2147473756"/>
            <ac:cxnSpMk id="19" creationId="{CB06C2A0-A306-2245-85EC-7DB7487CE962}"/>
          </ac:cxnSpMkLst>
        </pc:cxnChg>
        <pc:cxnChg chg="del">
          <ac:chgData name="Uladzimir Litvinau" userId="7c780bef-f8d3-4d23-a35d-3c7004030c64" providerId="ADAL" clId="{61C78025-9E46-466F-873E-2DF94ED9C4E0}" dt="2023-06-09T10:50:39.412" v="1242" actId="478"/>
          <ac:cxnSpMkLst>
            <pc:docMk/>
            <pc:sldMk cId="3606294842" sldId="2147473756"/>
            <ac:cxnSpMk id="20" creationId="{823CD4D3-1F5E-0444-B0C1-D7AB4F3B4E76}"/>
          </ac:cxnSpMkLst>
        </pc:cxnChg>
      </pc:sldChg>
      <pc:sldChg chg="addSp delSp modSp add del mod ord modClrScheme chgLayout">
        <pc:chgData name="Uladzimir Litvinau" userId="7c780bef-f8d3-4d23-a35d-3c7004030c64" providerId="ADAL" clId="{61C78025-9E46-466F-873E-2DF94ED9C4E0}" dt="2023-06-09T11:45:09.349" v="1348" actId="47"/>
        <pc:sldMkLst>
          <pc:docMk/>
          <pc:sldMk cId="2763073868" sldId="2147473757"/>
        </pc:sldMkLst>
        <pc:spChg chg="mod ord">
          <ac:chgData name="Uladzimir Litvinau" userId="7c780bef-f8d3-4d23-a35d-3c7004030c64" providerId="ADAL" clId="{61C78025-9E46-466F-873E-2DF94ED9C4E0}" dt="2023-06-09T11:42:14.626" v="1347" actId="700"/>
          <ac:spMkLst>
            <pc:docMk/>
            <pc:sldMk cId="2763073868" sldId="2147473757"/>
            <ac:spMk id="2" creationId="{55359522-46B2-9C49-8E5A-315B3E4B881C}"/>
          </ac:spMkLst>
        </pc:spChg>
        <pc:spChg chg="add del mod ord">
          <ac:chgData name="Uladzimir Litvinau" userId="7c780bef-f8d3-4d23-a35d-3c7004030c64" providerId="ADAL" clId="{61C78025-9E46-466F-873E-2DF94ED9C4E0}" dt="2023-06-09T11:42:14.626" v="1347" actId="700"/>
          <ac:spMkLst>
            <pc:docMk/>
            <pc:sldMk cId="2763073868" sldId="2147473757"/>
            <ac:spMk id="5" creationId="{CC05C7A6-4821-B81F-A90E-E37048EA7420}"/>
          </ac:spMkLst>
        </pc:spChg>
        <pc:spChg chg="add del mod ord">
          <ac:chgData name="Uladzimir Litvinau" userId="7c780bef-f8d3-4d23-a35d-3c7004030c64" providerId="ADAL" clId="{61C78025-9E46-466F-873E-2DF94ED9C4E0}" dt="2023-06-09T11:42:14.626" v="1347" actId="700"/>
          <ac:spMkLst>
            <pc:docMk/>
            <pc:sldMk cId="2763073868" sldId="2147473757"/>
            <ac:spMk id="6" creationId="{B3CC20FE-2EC0-8782-52C5-7FEAC09DF4C2}"/>
          </ac:spMkLst>
        </pc:spChg>
        <pc:spChg chg="add del mod ord">
          <ac:chgData name="Uladzimir Litvinau" userId="7c780bef-f8d3-4d23-a35d-3c7004030c64" providerId="ADAL" clId="{61C78025-9E46-466F-873E-2DF94ED9C4E0}" dt="2023-06-09T11:42:14.626" v="1347" actId="700"/>
          <ac:spMkLst>
            <pc:docMk/>
            <pc:sldMk cId="2763073868" sldId="2147473757"/>
            <ac:spMk id="7" creationId="{A3746B11-A1DD-4716-6842-A44C1F278BA4}"/>
          </ac:spMkLst>
        </pc:spChg>
        <pc:spChg chg="add del mod ord">
          <ac:chgData name="Uladzimir Litvinau" userId="7c780bef-f8d3-4d23-a35d-3c7004030c64" providerId="ADAL" clId="{61C78025-9E46-466F-873E-2DF94ED9C4E0}" dt="2023-06-09T11:42:14.626" v="1347" actId="700"/>
          <ac:spMkLst>
            <pc:docMk/>
            <pc:sldMk cId="2763073868" sldId="2147473757"/>
            <ac:spMk id="8" creationId="{0C1F9592-EDBF-2687-B258-56FB8F575464}"/>
          </ac:spMkLst>
        </pc:spChg>
      </pc:sldChg>
      <pc:sldChg chg="addSp delSp modSp add mod ord modTransition modNotesTx">
        <pc:chgData name="Uladzimir Litvinau" userId="7c780bef-f8d3-4d23-a35d-3c7004030c64" providerId="ADAL" clId="{61C78025-9E46-466F-873E-2DF94ED9C4E0}" dt="2023-06-14T11:05:02.170" v="10825" actId="20577"/>
        <pc:sldMkLst>
          <pc:docMk/>
          <pc:sldMk cId="4293770624" sldId="2147473757"/>
        </pc:sldMkLst>
        <pc:spChg chg="mod">
          <ac:chgData name="Uladzimir Litvinau" userId="7c780bef-f8d3-4d23-a35d-3c7004030c64" providerId="ADAL" clId="{61C78025-9E46-466F-873E-2DF94ED9C4E0}" dt="2023-06-14T11:05:02.170" v="10825" actId="20577"/>
          <ac:spMkLst>
            <pc:docMk/>
            <pc:sldMk cId="4293770624" sldId="2147473757"/>
            <ac:spMk id="2" creationId="{EE3E7B12-94E5-1E8A-9A20-C930CC8426EB}"/>
          </ac:spMkLst>
        </pc:spChg>
        <pc:spChg chg="add del mod">
          <ac:chgData name="Uladzimir Litvinau" userId="7c780bef-f8d3-4d23-a35d-3c7004030c64" providerId="ADAL" clId="{61C78025-9E46-466F-873E-2DF94ED9C4E0}" dt="2023-06-13T08:47:43.466" v="7371" actId="478"/>
          <ac:spMkLst>
            <pc:docMk/>
            <pc:sldMk cId="4293770624" sldId="2147473757"/>
            <ac:spMk id="3" creationId="{042F45EF-0A73-1BA0-3D17-29D30AC72DB7}"/>
          </ac:spMkLst>
        </pc:spChg>
        <pc:spChg chg="add mod">
          <ac:chgData name="Uladzimir Litvinau" userId="7c780bef-f8d3-4d23-a35d-3c7004030c64" providerId="ADAL" clId="{61C78025-9E46-466F-873E-2DF94ED9C4E0}" dt="2023-06-13T08:48:49.208" v="7396" actId="1076"/>
          <ac:spMkLst>
            <pc:docMk/>
            <pc:sldMk cId="4293770624" sldId="2147473757"/>
            <ac:spMk id="5" creationId="{5A45A3AD-C449-06AE-FEF9-FC63D677312E}"/>
          </ac:spMkLst>
        </pc:spChg>
        <pc:spChg chg="add del mod">
          <ac:chgData name="Uladzimir Litvinau" userId="7c780bef-f8d3-4d23-a35d-3c7004030c64" providerId="ADAL" clId="{61C78025-9E46-466F-873E-2DF94ED9C4E0}" dt="2023-06-12T08:04:29.618" v="1589" actId="478"/>
          <ac:spMkLst>
            <pc:docMk/>
            <pc:sldMk cId="4293770624" sldId="2147473757"/>
            <ac:spMk id="5" creationId="{9EE711DD-BD43-5BC1-20BB-09857BDF33F7}"/>
          </ac:spMkLst>
        </pc:spChg>
        <pc:spChg chg="add mod">
          <ac:chgData name="Uladzimir Litvinau" userId="7c780bef-f8d3-4d23-a35d-3c7004030c64" providerId="ADAL" clId="{61C78025-9E46-466F-873E-2DF94ED9C4E0}" dt="2023-06-13T08:49:13.275" v="7411" actId="1076"/>
          <ac:spMkLst>
            <pc:docMk/>
            <pc:sldMk cId="4293770624" sldId="2147473757"/>
            <ac:spMk id="7" creationId="{9A782F51-3745-A52C-11FA-4F80E5F83E5B}"/>
          </ac:spMkLst>
        </pc:spChg>
        <pc:spChg chg="mod">
          <ac:chgData name="Uladzimir Litvinau" userId="7c780bef-f8d3-4d23-a35d-3c7004030c64" providerId="ADAL" clId="{61C78025-9E46-466F-873E-2DF94ED9C4E0}" dt="2023-06-13T08:47:11.186" v="7346" actId="20577"/>
          <ac:spMkLst>
            <pc:docMk/>
            <pc:sldMk cId="4293770624" sldId="2147473757"/>
            <ac:spMk id="8" creationId="{A33CA039-DE3C-5D85-0DB8-D98A38BFDC35}"/>
          </ac:spMkLst>
        </pc:spChg>
        <pc:spChg chg="del">
          <ac:chgData name="Uladzimir Litvinau" userId="7c780bef-f8d3-4d23-a35d-3c7004030c64" providerId="ADAL" clId="{61C78025-9E46-466F-873E-2DF94ED9C4E0}" dt="2023-06-12T08:04:23.743" v="1588" actId="478"/>
          <ac:spMkLst>
            <pc:docMk/>
            <pc:sldMk cId="4293770624" sldId="2147473757"/>
            <ac:spMk id="9" creationId="{43E65A60-BFF6-5D2C-96CA-C0DCDBCDC9B7}"/>
          </ac:spMkLst>
        </pc:spChg>
        <pc:spChg chg="mod">
          <ac:chgData name="Uladzimir Litvinau" userId="7c780bef-f8d3-4d23-a35d-3c7004030c64" providerId="ADAL" clId="{61C78025-9E46-466F-873E-2DF94ED9C4E0}" dt="2023-06-13T08:46:58.482" v="7314" actId="20577"/>
          <ac:spMkLst>
            <pc:docMk/>
            <pc:sldMk cId="4293770624" sldId="2147473757"/>
            <ac:spMk id="10" creationId="{1F88C411-8C59-AFA3-5C10-11E75FDF9817}"/>
          </ac:spMkLst>
        </pc:spChg>
        <pc:picChg chg="del">
          <ac:chgData name="Uladzimir Litvinau" userId="7c780bef-f8d3-4d23-a35d-3c7004030c64" providerId="ADAL" clId="{61C78025-9E46-466F-873E-2DF94ED9C4E0}" dt="2023-06-12T08:04:16.387" v="1584" actId="478"/>
          <ac:picMkLst>
            <pc:docMk/>
            <pc:sldMk cId="4293770624" sldId="2147473757"/>
            <ac:picMk id="3" creationId="{ECCCA119-3368-5394-CE59-1603FC5D2D3E}"/>
          </ac:picMkLst>
        </pc:picChg>
        <pc:picChg chg="add mod">
          <ac:chgData name="Uladzimir Litvinau" userId="7c780bef-f8d3-4d23-a35d-3c7004030c64" providerId="ADAL" clId="{61C78025-9E46-466F-873E-2DF94ED9C4E0}" dt="2023-06-13T08:49:09.211" v="7410" actId="1076"/>
          <ac:picMkLst>
            <pc:docMk/>
            <pc:sldMk cId="4293770624" sldId="2147473757"/>
            <ac:picMk id="4" creationId="{4BAED662-8EEC-9CFB-F459-6A88AAA12810}"/>
          </ac:picMkLst>
        </pc:picChg>
        <pc:picChg chg="add del mod">
          <ac:chgData name="Uladzimir Litvinau" userId="7c780bef-f8d3-4d23-a35d-3c7004030c64" providerId="ADAL" clId="{61C78025-9E46-466F-873E-2DF94ED9C4E0}" dt="2023-06-13T08:47:39.586" v="7368" actId="478"/>
          <ac:picMkLst>
            <pc:docMk/>
            <pc:sldMk cId="4293770624" sldId="2147473757"/>
            <ac:picMk id="6" creationId="{8B9BCDD0-BBCA-7E06-A2DC-09C50A694646}"/>
          </ac:picMkLst>
        </pc:picChg>
        <pc:picChg chg="add del mod">
          <ac:chgData name="Uladzimir Litvinau" userId="7c780bef-f8d3-4d23-a35d-3c7004030c64" providerId="ADAL" clId="{61C78025-9E46-466F-873E-2DF94ED9C4E0}" dt="2023-06-12T08:13:58.559" v="1670" actId="478"/>
          <ac:picMkLst>
            <pc:docMk/>
            <pc:sldMk cId="4293770624" sldId="2147473757"/>
            <ac:picMk id="1026" creationId="{C3753115-9524-875F-6818-0174B2A5C83E}"/>
          </ac:picMkLst>
        </pc:picChg>
        <pc:picChg chg="add mod">
          <ac:chgData name="Uladzimir Litvinau" userId="7c780bef-f8d3-4d23-a35d-3c7004030c64" providerId="ADAL" clId="{61C78025-9E46-466F-873E-2DF94ED9C4E0}" dt="2023-06-13T08:48:04.003" v="7378" actId="1076"/>
          <ac:picMkLst>
            <pc:docMk/>
            <pc:sldMk cId="4293770624" sldId="2147473757"/>
            <ac:picMk id="1028" creationId="{D788961D-E8E6-31C0-F009-5992EF45DB56}"/>
          </ac:picMkLst>
        </pc:picChg>
      </pc:sldChg>
      <pc:sldChg chg="addSp delSp modSp add mod modTransition modNotesTx">
        <pc:chgData name="Uladzimir Litvinau" userId="7c780bef-f8d3-4d23-a35d-3c7004030c64" providerId="ADAL" clId="{61C78025-9E46-466F-873E-2DF94ED9C4E0}" dt="2023-06-13T08:45:12.856" v="7261" actId="478"/>
        <pc:sldMkLst>
          <pc:docMk/>
          <pc:sldMk cId="2337380662" sldId="2147473758"/>
        </pc:sldMkLst>
        <pc:spChg chg="add del mod">
          <ac:chgData name="Uladzimir Litvinau" userId="7c780bef-f8d3-4d23-a35d-3c7004030c64" providerId="ADAL" clId="{61C78025-9E46-466F-873E-2DF94ED9C4E0}" dt="2023-06-13T08:45:12.856" v="7261" actId="478"/>
          <ac:spMkLst>
            <pc:docMk/>
            <pc:sldMk cId="2337380662" sldId="2147473758"/>
            <ac:spMk id="4" creationId="{84671894-546F-8C44-E25A-B6B54E71D93D}"/>
          </ac:spMkLst>
        </pc:spChg>
        <pc:spChg chg="del mod">
          <ac:chgData name="Uladzimir Litvinau" userId="7c780bef-f8d3-4d23-a35d-3c7004030c64" providerId="ADAL" clId="{61C78025-9E46-466F-873E-2DF94ED9C4E0}" dt="2023-06-13T08:45:10.950" v="7260" actId="478"/>
          <ac:spMkLst>
            <pc:docMk/>
            <pc:sldMk cId="2337380662" sldId="2147473758"/>
            <ac:spMk id="9" creationId="{43E65A60-BFF6-5D2C-96CA-C0DCDBCDC9B7}"/>
          </ac:spMkLst>
        </pc:spChg>
        <pc:spChg chg="mod">
          <ac:chgData name="Uladzimir Litvinau" userId="7c780bef-f8d3-4d23-a35d-3c7004030c64" providerId="ADAL" clId="{61C78025-9E46-466F-873E-2DF94ED9C4E0}" dt="2023-06-12T08:03:20.920" v="1583" actId="20577"/>
          <ac:spMkLst>
            <pc:docMk/>
            <pc:sldMk cId="2337380662" sldId="2147473758"/>
            <ac:spMk id="10" creationId="{1F88C411-8C59-AFA3-5C10-11E75FDF9817}"/>
          </ac:spMkLst>
        </pc:spChg>
        <pc:picChg chg="del">
          <ac:chgData name="Uladzimir Litvinau" userId="7c780bef-f8d3-4d23-a35d-3c7004030c64" providerId="ADAL" clId="{61C78025-9E46-466F-873E-2DF94ED9C4E0}" dt="2023-06-12T08:04:58.134" v="1593" actId="478"/>
          <ac:picMkLst>
            <pc:docMk/>
            <pc:sldMk cId="2337380662" sldId="2147473758"/>
            <ac:picMk id="3" creationId="{ECCCA119-3368-5394-CE59-1603FC5D2D3E}"/>
          </ac:picMkLst>
        </pc:picChg>
        <pc:picChg chg="add del mod">
          <ac:chgData name="Uladzimir Litvinau" userId="7c780bef-f8d3-4d23-a35d-3c7004030c64" providerId="ADAL" clId="{61C78025-9E46-466F-873E-2DF94ED9C4E0}" dt="2023-06-12T08:14:20.510" v="1677" actId="478"/>
          <ac:picMkLst>
            <pc:docMk/>
            <pc:sldMk cId="2337380662" sldId="2147473758"/>
            <ac:picMk id="4" creationId="{7CE0D57E-4EF6-4F36-98CE-F2342FCFB4CD}"/>
          </ac:picMkLst>
        </pc:picChg>
        <pc:picChg chg="add mod">
          <ac:chgData name="Uladzimir Litvinau" userId="7c780bef-f8d3-4d23-a35d-3c7004030c64" providerId="ADAL" clId="{61C78025-9E46-466F-873E-2DF94ED9C4E0}" dt="2023-06-12T08:14:20.850" v="1678"/>
          <ac:picMkLst>
            <pc:docMk/>
            <pc:sldMk cId="2337380662" sldId="2147473758"/>
            <ac:picMk id="5" creationId="{C9411D12-EFD0-94EA-0EB0-33B6FD1276EC}"/>
          </ac:picMkLst>
        </pc:picChg>
      </pc:sldChg>
      <pc:sldChg chg="addSp delSp modSp add mod ord modTransition modNotesTx">
        <pc:chgData name="Uladzimir Litvinau" userId="7c780bef-f8d3-4d23-a35d-3c7004030c64" providerId="ADAL" clId="{61C78025-9E46-466F-873E-2DF94ED9C4E0}" dt="2023-06-12T12:32:21.229" v="5031"/>
        <pc:sldMkLst>
          <pc:docMk/>
          <pc:sldMk cId="2378474052" sldId="2147473759"/>
        </pc:sldMkLst>
        <pc:spChg chg="mod">
          <ac:chgData name="Uladzimir Litvinau" userId="7c780bef-f8d3-4d23-a35d-3c7004030c64" providerId="ADAL" clId="{61C78025-9E46-466F-873E-2DF94ED9C4E0}" dt="2023-06-12T08:08:18.682" v="1660" actId="207"/>
          <ac:spMkLst>
            <pc:docMk/>
            <pc:sldMk cId="2378474052" sldId="2147473759"/>
            <ac:spMk id="2" creationId="{EE3E7B12-94E5-1E8A-9A20-C930CC8426EB}"/>
          </ac:spMkLst>
        </pc:spChg>
        <pc:spChg chg="add del mod">
          <ac:chgData name="Uladzimir Litvinau" userId="7c780bef-f8d3-4d23-a35d-3c7004030c64" providerId="ADAL" clId="{61C78025-9E46-466F-873E-2DF94ED9C4E0}" dt="2023-06-12T08:08:36.013" v="1662" actId="478"/>
          <ac:spMkLst>
            <pc:docMk/>
            <pc:sldMk cId="2378474052" sldId="2147473759"/>
            <ac:spMk id="5" creationId="{F48C21D6-99D0-5D91-BF24-94B024DF1FF4}"/>
          </ac:spMkLst>
        </pc:spChg>
        <pc:spChg chg="mod">
          <ac:chgData name="Uladzimir Litvinau" userId="7c780bef-f8d3-4d23-a35d-3c7004030c64" providerId="ADAL" clId="{61C78025-9E46-466F-873E-2DF94ED9C4E0}" dt="2023-06-12T08:06:15.365" v="1647" actId="20577"/>
          <ac:spMkLst>
            <pc:docMk/>
            <pc:sldMk cId="2378474052" sldId="2147473759"/>
            <ac:spMk id="8" creationId="{A33CA039-DE3C-5D85-0DB8-D98A38BFDC35}"/>
          </ac:spMkLst>
        </pc:spChg>
        <pc:spChg chg="del">
          <ac:chgData name="Uladzimir Litvinau" userId="7c780bef-f8d3-4d23-a35d-3c7004030c64" providerId="ADAL" clId="{61C78025-9E46-466F-873E-2DF94ED9C4E0}" dt="2023-06-12T08:08:30.073" v="1661" actId="478"/>
          <ac:spMkLst>
            <pc:docMk/>
            <pc:sldMk cId="2378474052" sldId="2147473759"/>
            <ac:spMk id="9" creationId="{43E65A60-BFF6-5D2C-96CA-C0DCDBCDC9B7}"/>
          </ac:spMkLst>
        </pc:spChg>
        <pc:spChg chg="mod">
          <ac:chgData name="Uladzimir Litvinau" userId="7c780bef-f8d3-4d23-a35d-3c7004030c64" providerId="ADAL" clId="{61C78025-9E46-466F-873E-2DF94ED9C4E0}" dt="2023-06-12T08:06:03.745" v="1633" actId="20577"/>
          <ac:spMkLst>
            <pc:docMk/>
            <pc:sldMk cId="2378474052" sldId="2147473759"/>
            <ac:spMk id="10" creationId="{1F88C411-8C59-AFA3-5C10-11E75FDF9817}"/>
          </ac:spMkLst>
        </pc:spChg>
        <pc:picChg chg="del">
          <ac:chgData name="Uladzimir Litvinau" userId="7c780bef-f8d3-4d23-a35d-3c7004030c64" providerId="ADAL" clId="{61C78025-9E46-466F-873E-2DF94ED9C4E0}" dt="2023-06-12T08:14:14.392" v="1675" actId="478"/>
          <ac:picMkLst>
            <pc:docMk/>
            <pc:sldMk cId="2378474052" sldId="2147473759"/>
            <ac:picMk id="4" creationId="{7CE0D57E-4EF6-4F36-98CE-F2342FCFB4CD}"/>
          </ac:picMkLst>
        </pc:picChg>
        <pc:picChg chg="add mod">
          <ac:chgData name="Uladzimir Litvinau" userId="7c780bef-f8d3-4d23-a35d-3c7004030c64" providerId="ADAL" clId="{61C78025-9E46-466F-873E-2DF94ED9C4E0}" dt="2023-06-12T08:14:14.811" v="1676"/>
          <ac:picMkLst>
            <pc:docMk/>
            <pc:sldMk cId="2378474052" sldId="2147473759"/>
            <ac:picMk id="6" creationId="{86BB01EE-E1E1-34C2-8D82-42F2A8714B22}"/>
          </ac:picMkLst>
        </pc:picChg>
      </pc:sldChg>
      <pc:sldChg chg="modSp add mod modTransition modNotesTx">
        <pc:chgData name="Uladzimir Litvinau" userId="7c780bef-f8d3-4d23-a35d-3c7004030c64" providerId="ADAL" clId="{61C78025-9E46-466F-873E-2DF94ED9C4E0}" dt="2023-06-12T12:05:21.534" v="5027"/>
        <pc:sldMkLst>
          <pc:docMk/>
          <pc:sldMk cId="3710291466" sldId="2147473760"/>
        </pc:sldMkLst>
        <pc:spChg chg="mod">
          <ac:chgData name="Uladzimir Litvinau" userId="7c780bef-f8d3-4d23-a35d-3c7004030c64" providerId="ADAL" clId="{61C78025-9E46-466F-873E-2DF94ED9C4E0}" dt="2023-06-12T08:22:20.193" v="1783" actId="20577"/>
          <ac:spMkLst>
            <pc:docMk/>
            <pc:sldMk cId="3710291466" sldId="2147473760"/>
            <ac:spMk id="2" creationId="{FB8B7E49-B1B9-71EB-FC7F-D3A73F732678}"/>
          </ac:spMkLst>
        </pc:spChg>
        <pc:spChg chg="mod">
          <ac:chgData name="Uladzimir Litvinau" userId="7c780bef-f8d3-4d23-a35d-3c7004030c64" providerId="ADAL" clId="{61C78025-9E46-466F-873E-2DF94ED9C4E0}" dt="2023-06-12T08:18:27.074" v="1725" actId="20577"/>
          <ac:spMkLst>
            <pc:docMk/>
            <pc:sldMk cId="3710291466" sldId="2147473760"/>
            <ac:spMk id="6" creationId="{19DE40A4-CE09-7791-B5FA-7A576E1AB8D1}"/>
          </ac:spMkLst>
        </pc:spChg>
        <pc:graphicFrameChg chg="mod modGraphic">
          <ac:chgData name="Uladzimir Litvinau" userId="7c780bef-f8d3-4d23-a35d-3c7004030c64" providerId="ADAL" clId="{61C78025-9E46-466F-873E-2DF94ED9C4E0}" dt="2023-06-12T08:25:36.570" v="1871" actId="207"/>
          <ac:graphicFrameMkLst>
            <pc:docMk/>
            <pc:sldMk cId="3710291466" sldId="2147473760"/>
            <ac:graphicFrameMk id="13" creationId="{113D7873-3B68-A9E8-E792-242A59445F41}"/>
          </ac:graphicFrameMkLst>
        </pc:graphicFrameChg>
        <pc:picChg chg="mod">
          <ac:chgData name="Uladzimir Litvinau" userId="7c780bef-f8d3-4d23-a35d-3c7004030c64" providerId="ADAL" clId="{61C78025-9E46-466F-873E-2DF94ED9C4E0}" dt="2023-06-12T08:19:33.537" v="1746" actId="1076"/>
          <ac:picMkLst>
            <pc:docMk/>
            <pc:sldMk cId="3710291466" sldId="2147473760"/>
            <ac:picMk id="23" creationId="{1630F43F-2A1C-37FB-E7FC-FF059BC2ACBD}"/>
          </ac:picMkLst>
        </pc:picChg>
        <pc:picChg chg="mod">
          <ac:chgData name="Uladzimir Litvinau" userId="7c780bef-f8d3-4d23-a35d-3c7004030c64" providerId="ADAL" clId="{61C78025-9E46-466F-873E-2DF94ED9C4E0}" dt="2023-06-12T08:19:33.537" v="1746" actId="1076"/>
          <ac:picMkLst>
            <pc:docMk/>
            <pc:sldMk cId="3710291466" sldId="2147473760"/>
            <ac:picMk id="25" creationId="{87F4FDE2-3494-F68F-BDA6-67961F6F6242}"/>
          </ac:picMkLst>
        </pc:picChg>
        <pc:picChg chg="mod">
          <ac:chgData name="Uladzimir Litvinau" userId="7c780bef-f8d3-4d23-a35d-3c7004030c64" providerId="ADAL" clId="{61C78025-9E46-466F-873E-2DF94ED9C4E0}" dt="2023-06-12T08:19:33.537" v="1746" actId="1076"/>
          <ac:picMkLst>
            <pc:docMk/>
            <pc:sldMk cId="3710291466" sldId="2147473760"/>
            <ac:picMk id="26" creationId="{421CC147-558A-23FA-FC4F-FBDCE0F5FE79}"/>
          </ac:picMkLst>
        </pc:picChg>
        <pc:picChg chg="mod">
          <ac:chgData name="Uladzimir Litvinau" userId="7c780bef-f8d3-4d23-a35d-3c7004030c64" providerId="ADAL" clId="{61C78025-9E46-466F-873E-2DF94ED9C4E0}" dt="2023-06-12T08:19:33.537" v="1746" actId="1076"/>
          <ac:picMkLst>
            <pc:docMk/>
            <pc:sldMk cId="3710291466" sldId="2147473760"/>
            <ac:picMk id="27" creationId="{3208BA6C-E05A-CE8E-723A-9A4C48F8EB60}"/>
          </ac:picMkLst>
        </pc:picChg>
      </pc:sldChg>
      <pc:sldChg chg="addSp delSp modSp add mod modTransition modNotesTx">
        <pc:chgData name="Uladzimir Litvinau" userId="7c780bef-f8d3-4d23-a35d-3c7004030c64" providerId="ADAL" clId="{61C78025-9E46-466F-873E-2DF94ED9C4E0}" dt="2023-06-13T07:44:36.985" v="6332" actId="20577"/>
        <pc:sldMkLst>
          <pc:docMk/>
          <pc:sldMk cId="4119204716" sldId="2147473761"/>
        </pc:sldMkLst>
        <pc:spChg chg="mod">
          <ac:chgData name="Uladzimir Litvinau" userId="7c780bef-f8d3-4d23-a35d-3c7004030c64" providerId="ADAL" clId="{61C78025-9E46-466F-873E-2DF94ED9C4E0}" dt="2023-06-12T08:34:10.473" v="2011" actId="2711"/>
          <ac:spMkLst>
            <pc:docMk/>
            <pc:sldMk cId="4119204716" sldId="2147473761"/>
            <ac:spMk id="2" creationId="{EE3E7B12-94E5-1E8A-9A20-C930CC8426EB}"/>
          </ac:spMkLst>
        </pc:spChg>
        <pc:spChg chg="mod">
          <ac:chgData name="Uladzimir Litvinau" userId="7c780bef-f8d3-4d23-a35d-3c7004030c64" providerId="ADAL" clId="{61C78025-9E46-466F-873E-2DF94ED9C4E0}" dt="2023-06-12T08:30:26.234" v="1930" actId="20577"/>
          <ac:spMkLst>
            <pc:docMk/>
            <pc:sldMk cId="4119204716" sldId="2147473761"/>
            <ac:spMk id="8" creationId="{A33CA039-DE3C-5D85-0DB8-D98A38BFDC35}"/>
          </ac:spMkLst>
        </pc:spChg>
        <pc:spChg chg="mod">
          <ac:chgData name="Uladzimir Litvinau" userId="7c780bef-f8d3-4d23-a35d-3c7004030c64" providerId="ADAL" clId="{61C78025-9E46-466F-873E-2DF94ED9C4E0}" dt="2023-06-12T08:30:28.957" v="1931" actId="20577"/>
          <ac:spMkLst>
            <pc:docMk/>
            <pc:sldMk cId="4119204716" sldId="2147473761"/>
            <ac:spMk id="10" creationId="{1F88C411-8C59-AFA3-5C10-11E75FDF9817}"/>
          </ac:spMkLst>
        </pc:spChg>
        <pc:picChg chg="add mod">
          <ac:chgData name="Uladzimir Litvinau" userId="7c780bef-f8d3-4d23-a35d-3c7004030c64" providerId="ADAL" clId="{61C78025-9E46-466F-873E-2DF94ED9C4E0}" dt="2023-06-12T08:32:57.783" v="1951" actId="1076"/>
          <ac:picMkLst>
            <pc:docMk/>
            <pc:sldMk cId="4119204716" sldId="2147473761"/>
            <ac:picMk id="3" creationId="{55AAB63B-AF30-FF99-6EAF-A2D92D4DA3AC}"/>
          </ac:picMkLst>
        </pc:picChg>
        <pc:picChg chg="del">
          <ac:chgData name="Uladzimir Litvinau" userId="7c780bef-f8d3-4d23-a35d-3c7004030c64" providerId="ADAL" clId="{61C78025-9E46-466F-873E-2DF94ED9C4E0}" dt="2023-06-12T08:31:58.598" v="1944" actId="478"/>
          <ac:picMkLst>
            <pc:docMk/>
            <pc:sldMk cId="4119204716" sldId="2147473761"/>
            <ac:picMk id="6" creationId="{8B9BCDD0-BBCA-7E06-A2DC-09C50A694646}"/>
          </ac:picMkLst>
        </pc:picChg>
      </pc:sldChg>
      <pc:sldChg chg="addSp delSp modSp add mod modTransition modClrScheme modAnim chgLayout modNotesTx">
        <pc:chgData name="Uladzimir Litvinau" userId="7c780bef-f8d3-4d23-a35d-3c7004030c64" providerId="ADAL" clId="{61C78025-9E46-466F-873E-2DF94ED9C4E0}" dt="2023-06-14T10:08:51.480" v="10048" actId="20577"/>
        <pc:sldMkLst>
          <pc:docMk/>
          <pc:sldMk cId="601109454" sldId="2147473762"/>
        </pc:sldMkLst>
        <pc:spChg chg="mod ord">
          <ac:chgData name="Uladzimir Litvinau" userId="7c780bef-f8d3-4d23-a35d-3c7004030c64" providerId="ADAL" clId="{61C78025-9E46-466F-873E-2DF94ED9C4E0}" dt="2023-06-12T08:36:21.688" v="2038" actId="14100"/>
          <ac:spMkLst>
            <pc:docMk/>
            <pc:sldMk cId="601109454" sldId="2147473762"/>
            <ac:spMk id="2" creationId="{EE3E7B12-94E5-1E8A-9A20-C930CC8426EB}"/>
          </ac:spMkLst>
        </pc:spChg>
        <pc:spChg chg="add del mod ord">
          <ac:chgData name="Uladzimir Litvinau" userId="7c780bef-f8d3-4d23-a35d-3c7004030c64" providerId="ADAL" clId="{61C78025-9E46-466F-873E-2DF94ED9C4E0}" dt="2023-06-12T08:35:40.811" v="2027" actId="478"/>
          <ac:spMkLst>
            <pc:docMk/>
            <pc:sldMk cId="601109454" sldId="2147473762"/>
            <ac:spMk id="5" creationId="{9729BA1E-091F-4221-47DA-4797878114F1}"/>
          </ac:spMkLst>
        </pc:spChg>
        <pc:spChg chg="add del mod">
          <ac:chgData name="Uladzimir Litvinau" userId="7c780bef-f8d3-4d23-a35d-3c7004030c64" providerId="ADAL" clId="{61C78025-9E46-466F-873E-2DF94ED9C4E0}" dt="2023-06-12T08:38:21.149" v="2045" actId="20577"/>
          <ac:spMkLst>
            <pc:docMk/>
            <pc:sldMk cId="601109454" sldId="2147473762"/>
            <ac:spMk id="7" creationId="{CA211C83-0ECC-7201-4143-28C0C45C24D4}"/>
          </ac:spMkLst>
        </pc:spChg>
        <pc:spChg chg="mod ord">
          <ac:chgData name="Uladzimir Litvinau" userId="7c780bef-f8d3-4d23-a35d-3c7004030c64" providerId="ADAL" clId="{61C78025-9E46-466F-873E-2DF94ED9C4E0}" dt="2023-06-12T09:15:14.385" v="2383" actId="20577"/>
          <ac:spMkLst>
            <pc:docMk/>
            <pc:sldMk cId="601109454" sldId="2147473762"/>
            <ac:spMk id="8" creationId="{A33CA039-DE3C-5D85-0DB8-D98A38BFDC35}"/>
          </ac:spMkLst>
        </pc:spChg>
        <pc:spChg chg="del mod ord">
          <ac:chgData name="Uladzimir Litvinau" userId="7c780bef-f8d3-4d23-a35d-3c7004030c64" providerId="ADAL" clId="{61C78025-9E46-466F-873E-2DF94ED9C4E0}" dt="2023-06-12T08:35:39.742" v="2026" actId="478"/>
          <ac:spMkLst>
            <pc:docMk/>
            <pc:sldMk cId="601109454" sldId="2147473762"/>
            <ac:spMk id="10" creationId="{1F88C411-8C59-AFA3-5C10-11E75FDF9817}"/>
          </ac:spMkLst>
        </pc:spChg>
        <pc:picChg chg="del">
          <ac:chgData name="Uladzimir Litvinau" userId="7c780bef-f8d3-4d23-a35d-3c7004030c64" providerId="ADAL" clId="{61C78025-9E46-466F-873E-2DF94ED9C4E0}" dt="2023-06-12T08:34:45.539" v="2018" actId="478"/>
          <ac:picMkLst>
            <pc:docMk/>
            <pc:sldMk cId="601109454" sldId="2147473762"/>
            <ac:picMk id="3" creationId="{55AAB63B-AF30-FF99-6EAF-A2D92D4DA3AC}"/>
          </ac:picMkLst>
        </pc:picChg>
        <pc:picChg chg="add del mod">
          <ac:chgData name="Uladzimir Litvinau" userId="7c780bef-f8d3-4d23-a35d-3c7004030c64" providerId="ADAL" clId="{61C78025-9E46-466F-873E-2DF94ED9C4E0}" dt="2023-06-12T08:39:32.053" v="2046" actId="478"/>
          <ac:picMkLst>
            <pc:docMk/>
            <pc:sldMk cId="601109454" sldId="2147473762"/>
            <ac:picMk id="4" creationId="{78F156FB-A4A4-6221-16BC-E1F240683CBF}"/>
          </ac:picMkLst>
        </pc:picChg>
        <pc:picChg chg="add mod">
          <ac:chgData name="Uladzimir Litvinau" userId="7c780bef-f8d3-4d23-a35d-3c7004030c64" providerId="ADAL" clId="{61C78025-9E46-466F-873E-2DF94ED9C4E0}" dt="2023-06-12T08:39:49.717" v="2051" actId="1076"/>
          <ac:picMkLst>
            <pc:docMk/>
            <pc:sldMk cId="601109454" sldId="2147473762"/>
            <ac:picMk id="2050" creationId="{A5FDD9F3-FF97-5AF5-F57A-9A54FDDC8732}"/>
          </ac:picMkLst>
        </pc:picChg>
      </pc:sldChg>
      <pc:sldChg chg="modSp add del mod">
        <pc:chgData name="Uladzimir Litvinau" userId="7c780bef-f8d3-4d23-a35d-3c7004030c64" providerId="ADAL" clId="{61C78025-9E46-466F-873E-2DF94ED9C4E0}" dt="2023-06-12T08:34:15.674" v="2012" actId="47"/>
        <pc:sldMkLst>
          <pc:docMk/>
          <pc:sldMk cId="4083373297" sldId="2147473762"/>
        </pc:sldMkLst>
        <pc:spChg chg="mod">
          <ac:chgData name="Uladzimir Litvinau" userId="7c780bef-f8d3-4d23-a35d-3c7004030c64" providerId="ADAL" clId="{61C78025-9E46-466F-873E-2DF94ED9C4E0}" dt="2023-06-12T08:33:50.964" v="2009"/>
          <ac:spMkLst>
            <pc:docMk/>
            <pc:sldMk cId="4083373297" sldId="2147473762"/>
            <ac:spMk id="2" creationId="{EE3E7B12-94E5-1E8A-9A20-C930CC8426EB}"/>
          </ac:spMkLst>
        </pc:spChg>
      </pc:sldChg>
      <pc:sldChg chg="delSp modSp add mod modTransition">
        <pc:chgData name="Uladzimir Litvinau" userId="7c780bef-f8d3-4d23-a35d-3c7004030c64" providerId="ADAL" clId="{61C78025-9E46-466F-873E-2DF94ED9C4E0}" dt="2023-06-13T07:04:09.587" v="5921" actId="478"/>
        <pc:sldMkLst>
          <pc:docMk/>
          <pc:sldMk cId="372937970" sldId="2147473763"/>
        </pc:sldMkLst>
        <pc:spChg chg="mod">
          <ac:chgData name="Uladzimir Litvinau" userId="7c780bef-f8d3-4d23-a35d-3c7004030c64" providerId="ADAL" clId="{61C78025-9E46-466F-873E-2DF94ED9C4E0}" dt="2023-06-12T11:58:47.861" v="4910" actId="20577"/>
          <ac:spMkLst>
            <pc:docMk/>
            <pc:sldMk cId="372937970" sldId="2147473763"/>
            <ac:spMk id="3" creationId="{7FE0072B-F5BB-B847-8290-F50BF0BBDDEE}"/>
          </ac:spMkLst>
        </pc:spChg>
        <pc:spChg chg="mod">
          <ac:chgData name="Uladzimir Litvinau" userId="7c780bef-f8d3-4d23-a35d-3c7004030c64" providerId="ADAL" clId="{61C78025-9E46-466F-873E-2DF94ED9C4E0}" dt="2023-06-12T11:59:04.136" v="4945" actId="20577"/>
          <ac:spMkLst>
            <pc:docMk/>
            <pc:sldMk cId="372937970" sldId="2147473763"/>
            <ac:spMk id="9" creationId="{62F09D45-D9C9-DC4A-B5E8-1951F8CB1E58}"/>
          </ac:spMkLst>
        </pc:spChg>
        <pc:spChg chg="del">
          <ac:chgData name="Uladzimir Litvinau" userId="7c780bef-f8d3-4d23-a35d-3c7004030c64" providerId="ADAL" clId="{61C78025-9E46-466F-873E-2DF94ED9C4E0}" dt="2023-06-13T07:04:09.587" v="5921" actId="478"/>
          <ac:spMkLst>
            <pc:docMk/>
            <pc:sldMk cId="372937970" sldId="2147473763"/>
            <ac:spMk id="10" creationId="{F72D9C00-F666-22A7-4AA5-3EE636BD331B}"/>
          </ac:spMkLst>
        </pc:spChg>
      </pc:sldChg>
      <pc:sldChg chg="addSp delSp modSp add mod modTransition">
        <pc:chgData name="Uladzimir Litvinau" userId="7c780bef-f8d3-4d23-a35d-3c7004030c64" providerId="ADAL" clId="{61C78025-9E46-466F-873E-2DF94ED9C4E0}" dt="2023-06-12T12:05:21.534" v="5027"/>
        <pc:sldMkLst>
          <pc:docMk/>
          <pc:sldMk cId="2011181405" sldId="2147473764"/>
        </pc:sldMkLst>
        <pc:spChg chg="add del mod">
          <ac:chgData name="Uladzimir Litvinau" userId="7c780bef-f8d3-4d23-a35d-3c7004030c64" providerId="ADAL" clId="{61C78025-9E46-466F-873E-2DF94ED9C4E0}" dt="2023-06-12T08:46:49.708" v="2104" actId="478"/>
          <ac:spMkLst>
            <pc:docMk/>
            <pc:sldMk cId="2011181405" sldId="2147473764"/>
            <ac:spMk id="3" creationId="{605CD837-5DA0-7F49-823D-405CCB7B0E1F}"/>
          </ac:spMkLst>
        </pc:spChg>
        <pc:spChg chg="add del mod">
          <ac:chgData name="Uladzimir Litvinau" userId="7c780bef-f8d3-4d23-a35d-3c7004030c64" providerId="ADAL" clId="{61C78025-9E46-466F-873E-2DF94ED9C4E0}" dt="2023-06-12T08:46:49.708" v="2104" actId="478"/>
          <ac:spMkLst>
            <pc:docMk/>
            <pc:sldMk cId="2011181405" sldId="2147473764"/>
            <ac:spMk id="6" creationId="{862F4277-713D-6B28-05AC-D34421F46D5F}"/>
          </ac:spMkLst>
        </pc:spChg>
      </pc:sldChg>
      <pc:sldChg chg="modSp add del mod">
        <pc:chgData name="Uladzimir Litvinau" userId="7c780bef-f8d3-4d23-a35d-3c7004030c64" providerId="ADAL" clId="{61C78025-9E46-466F-873E-2DF94ED9C4E0}" dt="2023-06-12T08:49:16.050" v="2175" actId="47"/>
        <pc:sldMkLst>
          <pc:docMk/>
          <pc:sldMk cId="2723625423" sldId="2147473765"/>
        </pc:sldMkLst>
        <pc:spChg chg="mod">
          <ac:chgData name="Uladzimir Litvinau" userId="7c780bef-f8d3-4d23-a35d-3c7004030c64" providerId="ADAL" clId="{61C78025-9E46-466F-873E-2DF94ED9C4E0}" dt="2023-06-12T08:47:46.970" v="2112"/>
          <ac:spMkLst>
            <pc:docMk/>
            <pc:sldMk cId="2723625423" sldId="2147473765"/>
            <ac:spMk id="7" creationId="{85D1D363-BFF0-9280-BA53-38B6D852BC12}"/>
          </ac:spMkLst>
        </pc:spChg>
        <pc:spChg chg="mod">
          <ac:chgData name="Uladzimir Litvinau" userId="7c780bef-f8d3-4d23-a35d-3c7004030c64" providerId="ADAL" clId="{61C78025-9E46-466F-873E-2DF94ED9C4E0}" dt="2023-06-12T08:47:32.641" v="2109"/>
          <ac:spMkLst>
            <pc:docMk/>
            <pc:sldMk cId="2723625423" sldId="2147473765"/>
            <ac:spMk id="10" creationId="{D7AFC756-9AB5-A8AD-2914-8FA717231B81}"/>
          </ac:spMkLst>
        </pc:spChg>
      </pc:sldChg>
      <pc:sldChg chg="addSp delSp modSp add mod modTransition modNotesTx">
        <pc:chgData name="Uladzimir Litvinau" userId="7c780bef-f8d3-4d23-a35d-3c7004030c64" providerId="ADAL" clId="{61C78025-9E46-466F-873E-2DF94ED9C4E0}" dt="2023-06-13T09:36:42.597" v="7435"/>
        <pc:sldMkLst>
          <pc:docMk/>
          <pc:sldMk cId="3573753785" sldId="2147473766"/>
        </pc:sldMkLst>
        <pc:spChg chg="mod">
          <ac:chgData name="Uladzimir Litvinau" userId="7c780bef-f8d3-4d23-a35d-3c7004030c64" providerId="ADAL" clId="{61C78025-9E46-466F-873E-2DF94ED9C4E0}" dt="2023-06-12T09:33:48.763" v="2788" actId="255"/>
          <ac:spMkLst>
            <pc:docMk/>
            <pc:sldMk cId="3573753785" sldId="2147473766"/>
            <ac:spMk id="2" creationId="{EE3E7B12-94E5-1E8A-9A20-C930CC8426EB}"/>
          </ac:spMkLst>
        </pc:spChg>
        <pc:spChg chg="del">
          <ac:chgData name="Uladzimir Litvinau" userId="7c780bef-f8d3-4d23-a35d-3c7004030c64" providerId="ADAL" clId="{61C78025-9E46-466F-873E-2DF94ED9C4E0}" dt="2023-06-12T09:25:26.992" v="2535" actId="478"/>
          <ac:spMkLst>
            <pc:docMk/>
            <pc:sldMk cId="3573753785" sldId="2147473766"/>
            <ac:spMk id="6" creationId="{7764826D-D2A7-04A9-F9A4-6AE617C6D7DB}"/>
          </ac:spMkLst>
        </pc:spChg>
        <pc:spChg chg="add del mod">
          <ac:chgData name="Uladzimir Litvinau" userId="7c780bef-f8d3-4d23-a35d-3c7004030c64" providerId="ADAL" clId="{61C78025-9E46-466F-873E-2DF94ED9C4E0}" dt="2023-06-12T08:49:41.834" v="2180" actId="478"/>
          <ac:spMkLst>
            <pc:docMk/>
            <pc:sldMk cId="3573753785" sldId="2147473766"/>
            <ac:spMk id="7" creationId="{7DE79490-AC0C-5C93-BF26-72E1475CF32D}"/>
          </ac:spMkLst>
        </pc:spChg>
        <pc:spChg chg="mod">
          <ac:chgData name="Uladzimir Litvinau" userId="7c780bef-f8d3-4d23-a35d-3c7004030c64" providerId="ADAL" clId="{61C78025-9E46-466F-873E-2DF94ED9C4E0}" dt="2023-06-12T08:48:52.888" v="2169" actId="20577"/>
          <ac:spMkLst>
            <pc:docMk/>
            <pc:sldMk cId="3573753785" sldId="2147473766"/>
            <ac:spMk id="8" creationId="{A33CA039-DE3C-5D85-0DB8-D98A38BFDC35}"/>
          </ac:spMkLst>
        </pc:spChg>
        <pc:spChg chg="del">
          <ac:chgData name="Uladzimir Litvinau" userId="7c780bef-f8d3-4d23-a35d-3c7004030c64" providerId="ADAL" clId="{61C78025-9E46-466F-873E-2DF94ED9C4E0}" dt="2023-06-12T08:49:38.300" v="2179" actId="478"/>
          <ac:spMkLst>
            <pc:docMk/>
            <pc:sldMk cId="3573753785" sldId="2147473766"/>
            <ac:spMk id="9" creationId="{43E65A60-BFF6-5D2C-96CA-C0DCDBCDC9B7}"/>
          </ac:spMkLst>
        </pc:spChg>
        <pc:spChg chg="mod">
          <ac:chgData name="Uladzimir Litvinau" userId="7c780bef-f8d3-4d23-a35d-3c7004030c64" providerId="ADAL" clId="{61C78025-9E46-466F-873E-2DF94ED9C4E0}" dt="2023-06-12T08:48:28.301" v="2117"/>
          <ac:spMkLst>
            <pc:docMk/>
            <pc:sldMk cId="3573753785" sldId="2147473766"/>
            <ac:spMk id="10" creationId="{1F88C411-8C59-AFA3-5C10-11E75FDF9817}"/>
          </ac:spMkLst>
        </pc:spChg>
        <pc:spChg chg="mod">
          <ac:chgData name="Uladzimir Litvinau" userId="7c780bef-f8d3-4d23-a35d-3c7004030c64" providerId="ADAL" clId="{61C78025-9E46-466F-873E-2DF94ED9C4E0}" dt="2023-06-12T09:25:27.605" v="2536"/>
          <ac:spMkLst>
            <pc:docMk/>
            <pc:sldMk cId="3573753785" sldId="2147473766"/>
            <ac:spMk id="13" creationId="{2CC54EB1-2644-A1BD-D83E-5C09C6D955B8}"/>
          </ac:spMkLst>
        </pc:spChg>
        <pc:spChg chg="mod">
          <ac:chgData name="Uladzimir Litvinau" userId="7c780bef-f8d3-4d23-a35d-3c7004030c64" providerId="ADAL" clId="{61C78025-9E46-466F-873E-2DF94ED9C4E0}" dt="2023-06-12T09:25:27.605" v="2536"/>
          <ac:spMkLst>
            <pc:docMk/>
            <pc:sldMk cId="3573753785" sldId="2147473766"/>
            <ac:spMk id="16" creationId="{6A5B0093-4C7A-D49B-6B79-E715AF4CAE69}"/>
          </ac:spMkLst>
        </pc:spChg>
        <pc:spChg chg="mod">
          <ac:chgData name="Uladzimir Litvinau" userId="7c780bef-f8d3-4d23-a35d-3c7004030c64" providerId="ADAL" clId="{61C78025-9E46-466F-873E-2DF94ED9C4E0}" dt="2023-06-12T09:25:27.605" v="2536"/>
          <ac:spMkLst>
            <pc:docMk/>
            <pc:sldMk cId="3573753785" sldId="2147473766"/>
            <ac:spMk id="19" creationId="{44E10FF9-C37D-2897-8D17-48F3DAC998F9}"/>
          </ac:spMkLst>
        </pc:spChg>
        <pc:spChg chg="mod">
          <ac:chgData name="Uladzimir Litvinau" userId="7c780bef-f8d3-4d23-a35d-3c7004030c64" providerId="ADAL" clId="{61C78025-9E46-466F-873E-2DF94ED9C4E0}" dt="2023-06-12T09:25:27.605" v="2536"/>
          <ac:spMkLst>
            <pc:docMk/>
            <pc:sldMk cId="3573753785" sldId="2147473766"/>
            <ac:spMk id="22" creationId="{105554DD-AB19-A7AA-394C-C3217D117033}"/>
          </ac:spMkLst>
        </pc:spChg>
        <pc:spChg chg="mod">
          <ac:chgData name="Uladzimir Litvinau" userId="7c780bef-f8d3-4d23-a35d-3c7004030c64" providerId="ADAL" clId="{61C78025-9E46-466F-873E-2DF94ED9C4E0}" dt="2023-06-12T09:25:27.605" v="2536"/>
          <ac:spMkLst>
            <pc:docMk/>
            <pc:sldMk cId="3573753785" sldId="2147473766"/>
            <ac:spMk id="25" creationId="{29B10376-E136-5417-13A0-C7D9737C9E23}"/>
          </ac:spMkLst>
        </pc:spChg>
        <pc:spChg chg="mod">
          <ac:chgData name="Uladzimir Litvinau" userId="7c780bef-f8d3-4d23-a35d-3c7004030c64" providerId="ADAL" clId="{61C78025-9E46-466F-873E-2DF94ED9C4E0}" dt="2023-06-12T09:25:27.605" v="2536"/>
          <ac:spMkLst>
            <pc:docMk/>
            <pc:sldMk cId="3573753785" sldId="2147473766"/>
            <ac:spMk id="28" creationId="{589C303C-A1C1-A06E-4DC0-23760F625495}"/>
          </ac:spMkLst>
        </pc:spChg>
        <pc:spChg chg="mod">
          <ac:chgData name="Uladzimir Litvinau" userId="7c780bef-f8d3-4d23-a35d-3c7004030c64" providerId="ADAL" clId="{61C78025-9E46-466F-873E-2DF94ED9C4E0}" dt="2023-06-12T09:25:27.605" v="2536"/>
          <ac:spMkLst>
            <pc:docMk/>
            <pc:sldMk cId="3573753785" sldId="2147473766"/>
            <ac:spMk id="31" creationId="{0DB1AE0B-ECA8-FAB1-9FCA-410A25A61463}"/>
          </ac:spMkLst>
        </pc:spChg>
        <pc:spChg chg="mod">
          <ac:chgData name="Uladzimir Litvinau" userId="7c780bef-f8d3-4d23-a35d-3c7004030c64" providerId="ADAL" clId="{61C78025-9E46-466F-873E-2DF94ED9C4E0}" dt="2023-06-12T09:25:27.605" v="2536"/>
          <ac:spMkLst>
            <pc:docMk/>
            <pc:sldMk cId="3573753785" sldId="2147473766"/>
            <ac:spMk id="34" creationId="{587F560B-62C0-B867-EC11-79B4C360893D}"/>
          </ac:spMkLst>
        </pc:spChg>
        <pc:spChg chg="add mod">
          <ac:chgData name="Uladzimir Litvinau" userId="7c780bef-f8d3-4d23-a35d-3c7004030c64" providerId="ADAL" clId="{61C78025-9E46-466F-873E-2DF94ED9C4E0}" dt="2023-06-12T09:39:27.355" v="2979" actId="14100"/>
          <ac:spMkLst>
            <pc:docMk/>
            <pc:sldMk cId="3573753785" sldId="2147473766"/>
            <ac:spMk id="35" creationId="{5A3D9C85-096D-77E0-F8FF-1459C0ADD876}"/>
          </ac:spMkLst>
        </pc:spChg>
        <pc:spChg chg="mod">
          <ac:chgData name="Uladzimir Litvinau" userId="7c780bef-f8d3-4d23-a35d-3c7004030c64" providerId="ADAL" clId="{61C78025-9E46-466F-873E-2DF94ED9C4E0}" dt="2023-06-12T09:39:50.133" v="2986"/>
          <ac:spMkLst>
            <pc:docMk/>
            <pc:sldMk cId="3573753785" sldId="2147473766"/>
            <ac:spMk id="38" creationId="{09616F8D-4957-C04E-D440-17D26FF18B8C}"/>
          </ac:spMkLst>
        </pc:spChg>
        <pc:spChg chg="mod">
          <ac:chgData name="Uladzimir Litvinau" userId="7c780bef-f8d3-4d23-a35d-3c7004030c64" providerId="ADAL" clId="{61C78025-9E46-466F-873E-2DF94ED9C4E0}" dt="2023-06-12T09:39:50.133" v="2986"/>
          <ac:spMkLst>
            <pc:docMk/>
            <pc:sldMk cId="3573753785" sldId="2147473766"/>
            <ac:spMk id="41" creationId="{5F86A836-9F92-F9B7-BAB1-56DFB48164B3}"/>
          </ac:spMkLst>
        </pc:spChg>
        <pc:spChg chg="mod">
          <ac:chgData name="Uladzimir Litvinau" userId="7c780bef-f8d3-4d23-a35d-3c7004030c64" providerId="ADAL" clId="{61C78025-9E46-466F-873E-2DF94ED9C4E0}" dt="2023-06-12T09:39:50.133" v="2986"/>
          <ac:spMkLst>
            <pc:docMk/>
            <pc:sldMk cId="3573753785" sldId="2147473766"/>
            <ac:spMk id="44" creationId="{8AD4DD94-EAD0-3E33-5708-915EE664896C}"/>
          </ac:spMkLst>
        </pc:spChg>
        <pc:spChg chg="mod">
          <ac:chgData name="Uladzimir Litvinau" userId="7c780bef-f8d3-4d23-a35d-3c7004030c64" providerId="ADAL" clId="{61C78025-9E46-466F-873E-2DF94ED9C4E0}" dt="2023-06-12T09:39:50.133" v="2986"/>
          <ac:spMkLst>
            <pc:docMk/>
            <pc:sldMk cId="3573753785" sldId="2147473766"/>
            <ac:spMk id="47" creationId="{600EE915-23CC-2F21-27E1-18355757295B}"/>
          </ac:spMkLst>
        </pc:spChg>
        <pc:spChg chg="mod">
          <ac:chgData name="Uladzimir Litvinau" userId="7c780bef-f8d3-4d23-a35d-3c7004030c64" providerId="ADAL" clId="{61C78025-9E46-466F-873E-2DF94ED9C4E0}" dt="2023-06-12T09:39:50.133" v="2986"/>
          <ac:spMkLst>
            <pc:docMk/>
            <pc:sldMk cId="3573753785" sldId="2147473766"/>
            <ac:spMk id="50" creationId="{06394596-918A-FD18-B213-547DD41EE81B}"/>
          </ac:spMkLst>
        </pc:spChg>
        <pc:spChg chg="mod">
          <ac:chgData name="Uladzimir Litvinau" userId="7c780bef-f8d3-4d23-a35d-3c7004030c64" providerId="ADAL" clId="{61C78025-9E46-466F-873E-2DF94ED9C4E0}" dt="2023-06-12T09:39:50.133" v="2986"/>
          <ac:spMkLst>
            <pc:docMk/>
            <pc:sldMk cId="3573753785" sldId="2147473766"/>
            <ac:spMk id="53" creationId="{87F43D4A-371E-6B9E-EBC6-02897CB5119E}"/>
          </ac:spMkLst>
        </pc:spChg>
        <pc:spChg chg="mod">
          <ac:chgData name="Uladzimir Litvinau" userId="7c780bef-f8d3-4d23-a35d-3c7004030c64" providerId="ADAL" clId="{61C78025-9E46-466F-873E-2DF94ED9C4E0}" dt="2023-06-12T09:39:50.133" v="2986"/>
          <ac:spMkLst>
            <pc:docMk/>
            <pc:sldMk cId="3573753785" sldId="2147473766"/>
            <ac:spMk id="56" creationId="{FB2491E5-6BC5-CEAC-0FA3-CB6A57FB30D5}"/>
          </ac:spMkLst>
        </pc:spChg>
        <pc:grpChg chg="add del mod">
          <ac:chgData name="Uladzimir Litvinau" userId="7c780bef-f8d3-4d23-a35d-3c7004030c64" providerId="ADAL" clId="{61C78025-9E46-466F-873E-2DF94ED9C4E0}" dt="2023-06-12T09:39:49.179" v="2985" actId="478"/>
          <ac:grpSpMkLst>
            <pc:docMk/>
            <pc:sldMk cId="3573753785" sldId="2147473766"/>
            <ac:grpSpMk id="11" creationId="{9BF18670-5261-282E-0C25-5799E369490D}"/>
          </ac:grpSpMkLst>
        </pc:grpChg>
        <pc:grpChg chg="add del mod">
          <ac:chgData name="Uladzimir Litvinau" userId="7c780bef-f8d3-4d23-a35d-3c7004030c64" providerId="ADAL" clId="{61C78025-9E46-466F-873E-2DF94ED9C4E0}" dt="2023-06-12T09:39:48.664" v="2984" actId="478"/>
          <ac:grpSpMkLst>
            <pc:docMk/>
            <pc:sldMk cId="3573753785" sldId="2147473766"/>
            <ac:grpSpMk id="14" creationId="{FACE4E80-98E4-A8CB-459C-6096FD49CB5A}"/>
          </ac:grpSpMkLst>
        </pc:grpChg>
        <pc:grpChg chg="add del mod">
          <ac:chgData name="Uladzimir Litvinau" userId="7c780bef-f8d3-4d23-a35d-3c7004030c64" providerId="ADAL" clId="{61C78025-9E46-466F-873E-2DF94ED9C4E0}" dt="2023-06-12T09:39:45.648" v="2980" actId="478"/>
          <ac:grpSpMkLst>
            <pc:docMk/>
            <pc:sldMk cId="3573753785" sldId="2147473766"/>
            <ac:grpSpMk id="17" creationId="{68F561D0-1B63-AB69-7A34-C623B4669EA1}"/>
          </ac:grpSpMkLst>
        </pc:grpChg>
        <pc:grpChg chg="add del mod">
          <ac:chgData name="Uladzimir Litvinau" userId="7c780bef-f8d3-4d23-a35d-3c7004030c64" providerId="ADAL" clId="{61C78025-9E46-466F-873E-2DF94ED9C4E0}" dt="2023-06-12T09:39:48.178" v="2983" actId="478"/>
          <ac:grpSpMkLst>
            <pc:docMk/>
            <pc:sldMk cId="3573753785" sldId="2147473766"/>
            <ac:grpSpMk id="20" creationId="{076944A8-4F78-3A8D-212D-0237BC3762D6}"/>
          </ac:grpSpMkLst>
        </pc:grpChg>
        <pc:grpChg chg="add del mod">
          <ac:chgData name="Uladzimir Litvinau" userId="7c780bef-f8d3-4d23-a35d-3c7004030c64" providerId="ADAL" clId="{61C78025-9E46-466F-873E-2DF94ED9C4E0}" dt="2023-06-12T09:39:47.805" v="2982" actId="478"/>
          <ac:grpSpMkLst>
            <pc:docMk/>
            <pc:sldMk cId="3573753785" sldId="2147473766"/>
            <ac:grpSpMk id="23" creationId="{7564D39A-EF57-FD89-7EE9-D73A6D62FB05}"/>
          </ac:grpSpMkLst>
        </pc:grpChg>
        <pc:grpChg chg="add del mod">
          <ac:chgData name="Uladzimir Litvinau" userId="7c780bef-f8d3-4d23-a35d-3c7004030c64" providerId="ADAL" clId="{61C78025-9E46-466F-873E-2DF94ED9C4E0}" dt="2023-06-12T09:39:45.648" v="2980" actId="478"/>
          <ac:grpSpMkLst>
            <pc:docMk/>
            <pc:sldMk cId="3573753785" sldId="2147473766"/>
            <ac:grpSpMk id="26" creationId="{E746DCCF-018F-2525-7889-0C686CBFFD1D}"/>
          </ac:grpSpMkLst>
        </pc:grpChg>
        <pc:grpChg chg="add del mod">
          <ac:chgData name="Uladzimir Litvinau" userId="7c780bef-f8d3-4d23-a35d-3c7004030c64" providerId="ADAL" clId="{61C78025-9E46-466F-873E-2DF94ED9C4E0}" dt="2023-06-12T09:39:47.271" v="2981" actId="478"/>
          <ac:grpSpMkLst>
            <pc:docMk/>
            <pc:sldMk cId="3573753785" sldId="2147473766"/>
            <ac:grpSpMk id="29" creationId="{4AAE67AA-8E7B-22D4-DD57-BAF4E8363FC8}"/>
          </ac:grpSpMkLst>
        </pc:grpChg>
        <pc:grpChg chg="add mod">
          <ac:chgData name="Uladzimir Litvinau" userId="7c780bef-f8d3-4d23-a35d-3c7004030c64" providerId="ADAL" clId="{61C78025-9E46-466F-873E-2DF94ED9C4E0}" dt="2023-06-12T09:27:39.802" v="2582" actId="1076"/>
          <ac:grpSpMkLst>
            <pc:docMk/>
            <pc:sldMk cId="3573753785" sldId="2147473766"/>
            <ac:grpSpMk id="32" creationId="{38CAE5AD-B9D9-1BE3-D8DA-9F3BAC97EFE3}"/>
          </ac:grpSpMkLst>
        </pc:grpChg>
        <pc:grpChg chg="add mod">
          <ac:chgData name="Uladzimir Litvinau" userId="7c780bef-f8d3-4d23-a35d-3c7004030c64" providerId="ADAL" clId="{61C78025-9E46-466F-873E-2DF94ED9C4E0}" dt="2023-06-12T09:39:53.657" v="2987" actId="1076"/>
          <ac:grpSpMkLst>
            <pc:docMk/>
            <pc:sldMk cId="3573753785" sldId="2147473766"/>
            <ac:grpSpMk id="36" creationId="{88B11F8F-178B-97F4-98EF-0AFB4F938D50}"/>
          </ac:grpSpMkLst>
        </pc:grpChg>
        <pc:grpChg chg="add mod">
          <ac:chgData name="Uladzimir Litvinau" userId="7c780bef-f8d3-4d23-a35d-3c7004030c64" providerId="ADAL" clId="{61C78025-9E46-466F-873E-2DF94ED9C4E0}" dt="2023-06-12T09:39:53.657" v="2987" actId="1076"/>
          <ac:grpSpMkLst>
            <pc:docMk/>
            <pc:sldMk cId="3573753785" sldId="2147473766"/>
            <ac:grpSpMk id="39" creationId="{8D13E281-B204-256D-EA48-6E441F8E97D2}"/>
          </ac:grpSpMkLst>
        </pc:grpChg>
        <pc:grpChg chg="add mod">
          <ac:chgData name="Uladzimir Litvinau" userId="7c780bef-f8d3-4d23-a35d-3c7004030c64" providerId="ADAL" clId="{61C78025-9E46-466F-873E-2DF94ED9C4E0}" dt="2023-06-12T09:39:53.657" v="2987" actId="1076"/>
          <ac:grpSpMkLst>
            <pc:docMk/>
            <pc:sldMk cId="3573753785" sldId="2147473766"/>
            <ac:grpSpMk id="42" creationId="{9969954B-721A-B53C-B701-405E526E1079}"/>
          </ac:grpSpMkLst>
        </pc:grpChg>
        <pc:grpChg chg="add mod">
          <ac:chgData name="Uladzimir Litvinau" userId="7c780bef-f8d3-4d23-a35d-3c7004030c64" providerId="ADAL" clId="{61C78025-9E46-466F-873E-2DF94ED9C4E0}" dt="2023-06-12T09:39:53.657" v="2987" actId="1076"/>
          <ac:grpSpMkLst>
            <pc:docMk/>
            <pc:sldMk cId="3573753785" sldId="2147473766"/>
            <ac:grpSpMk id="45" creationId="{2D11AE18-A145-2DBC-1C6F-F2990F7FA8D1}"/>
          </ac:grpSpMkLst>
        </pc:grpChg>
        <pc:grpChg chg="add mod">
          <ac:chgData name="Uladzimir Litvinau" userId="7c780bef-f8d3-4d23-a35d-3c7004030c64" providerId="ADAL" clId="{61C78025-9E46-466F-873E-2DF94ED9C4E0}" dt="2023-06-12T09:39:53.657" v="2987" actId="1076"/>
          <ac:grpSpMkLst>
            <pc:docMk/>
            <pc:sldMk cId="3573753785" sldId="2147473766"/>
            <ac:grpSpMk id="48" creationId="{EB6AA686-A92B-4B14-0AE5-F2A39E595BD4}"/>
          </ac:grpSpMkLst>
        </pc:grpChg>
        <pc:grpChg chg="add mod">
          <ac:chgData name="Uladzimir Litvinau" userId="7c780bef-f8d3-4d23-a35d-3c7004030c64" providerId="ADAL" clId="{61C78025-9E46-466F-873E-2DF94ED9C4E0}" dt="2023-06-12T09:39:53.657" v="2987" actId="1076"/>
          <ac:grpSpMkLst>
            <pc:docMk/>
            <pc:sldMk cId="3573753785" sldId="2147473766"/>
            <ac:grpSpMk id="51" creationId="{55053044-2B2B-192F-F9F5-BC8D3901CAAD}"/>
          </ac:grpSpMkLst>
        </pc:grpChg>
        <pc:grpChg chg="add mod">
          <ac:chgData name="Uladzimir Litvinau" userId="7c780bef-f8d3-4d23-a35d-3c7004030c64" providerId="ADAL" clId="{61C78025-9E46-466F-873E-2DF94ED9C4E0}" dt="2023-06-12T09:39:53.657" v="2987" actId="1076"/>
          <ac:grpSpMkLst>
            <pc:docMk/>
            <pc:sldMk cId="3573753785" sldId="2147473766"/>
            <ac:grpSpMk id="54" creationId="{BECC091B-E46E-3536-CD3F-D4B092CAC0CC}"/>
          </ac:grpSpMkLst>
        </pc:grpChg>
        <pc:picChg chg="del">
          <ac:chgData name="Uladzimir Litvinau" userId="7c780bef-f8d3-4d23-a35d-3c7004030c64" providerId="ADAL" clId="{61C78025-9E46-466F-873E-2DF94ED9C4E0}" dt="2023-06-12T09:25:26.992" v="2535" actId="478"/>
          <ac:picMkLst>
            <pc:docMk/>
            <pc:sldMk cId="3573753785" sldId="2147473766"/>
            <ac:picMk id="4" creationId="{E3728E40-CBB6-7E65-60F4-2888F16D2A7F}"/>
          </ac:picMkLst>
        </pc:picChg>
        <pc:picChg chg="del">
          <ac:chgData name="Uladzimir Litvinau" userId="7c780bef-f8d3-4d23-a35d-3c7004030c64" providerId="ADAL" clId="{61C78025-9E46-466F-873E-2DF94ED9C4E0}" dt="2023-06-12T09:25:26.992" v="2535" actId="478"/>
          <ac:picMkLst>
            <pc:docMk/>
            <pc:sldMk cId="3573753785" sldId="2147473766"/>
            <ac:picMk id="5" creationId="{17E1A62D-C5B3-ABCB-51AD-D53ED7C0CACC}"/>
          </ac:picMkLst>
        </pc:picChg>
        <pc:picChg chg="mod">
          <ac:chgData name="Uladzimir Litvinau" userId="7c780bef-f8d3-4d23-a35d-3c7004030c64" providerId="ADAL" clId="{61C78025-9E46-466F-873E-2DF94ED9C4E0}" dt="2023-06-12T09:25:27.605" v="2536"/>
          <ac:picMkLst>
            <pc:docMk/>
            <pc:sldMk cId="3573753785" sldId="2147473766"/>
            <ac:picMk id="12" creationId="{66994DBE-238A-DDAC-F808-7C6F0017C547}"/>
          </ac:picMkLst>
        </pc:picChg>
        <pc:picChg chg="mod">
          <ac:chgData name="Uladzimir Litvinau" userId="7c780bef-f8d3-4d23-a35d-3c7004030c64" providerId="ADAL" clId="{61C78025-9E46-466F-873E-2DF94ED9C4E0}" dt="2023-06-12T09:25:27.605" v="2536"/>
          <ac:picMkLst>
            <pc:docMk/>
            <pc:sldMk cId="3573753785" sldId="2147473766"/>
            <ac:picMk id="15" creationId="{94FA9F76-44E7-4E4E-7083-8F4128D8F995}"/>
          </ac:picMkLst>
        </pc:picChg>
        <pc:picChg chg="mod">
          <ac:chgData name="Uladzimir Litvinau" userId="7c780bef-f8d3-4d23-a35d-3c7004030c64" providerId="ADAL" clId="{61C78025-9E46-466F-873E-2DF94ED9C4E0}" dt="2023-06-12T09:25:27.605" v="2536"/>
          <ac:picMkLst>
            <pc:docMk/>
            <pc:sldMk cId="3573753785" sldId="2147473766"/>
            <ac:picMk id="18" creationId="{35C35717-859D-C8E5-79EE-49798E22FC83}"/>
          </ac:picMkLst>
        </pc:picChg>
        <pc:picChg chg="mod">
          <ac:chgData name="Uladzimir Litvinau" userId="7c780bef-f8d3-4d23-a35d-3c7004030c64" providerId="ADAL" clId="{61C78025-9E46-466F-873E-2DF94ED9C4E0}" dt="2023-06-12T09:25:27.605" v="2536"/>
          <ac:picMkLst>
            <pc:docMk/>
            <pc:sldMk cId="3573753785" sldId="2147473766"/>
            <ac:picMk id="21" creationId="{99FFB93B-D0F5-8405-424B-702E625064FD}"/>
          </ac:picMkLst>
        </pc:picChg>
        <pc:picChg chg="mod">
          <ac:chgData name="Uladzimir Litvinau" userId="7c780bef-f8d3-4d23-a35d-3c7004030c64" providerId="ADAL" clId="{61C78025-9E46-466F-873E-2DF94ED9C4E0}" dt="2023-06-12T09:25:27.605" v="2536"/>
          <ac:picMkLst>
            <pc:docMk/>
            <pc:sldMk cId="3573753785" sldId="2147473766"/>
            <ac:picMk id="24" creationId="{2388096A-7BEF-6923-DEA1-EB30F38AFA8B}"/>
          </ac:picMkLst>
        </pc:picChg>
        <pc:picChg chg="mod">
          <ac:chgData name="Uladzimir Litvinau" userId="7c780bef-f8d3-4d23-a35d-3c7004030c64" providerId="ADAL" clId="{61C78025-9E46-466F-873E-2DF94ED9C4E0}" dt="2023-06-12T09:25:27.605" v="2536"/>
          <ac:picMkLst>
            <pc:docMk/>
            <pc:sldMk cId="3573753785" sldId="2147473766"/>
            <ac:picMk id="27" creationId="{4D935053-83EA-ECF5-B2D3-80D889FB3C4D}"/>
          </ac:picMkLst>
        </pc:picChg>
        <pc:picChg chg="mod">
          <ac:chgData name="Uladzimir Litvinau" userId="7c780bef-f8d3-4d23-a35d-3c7004030c64" providerId="ADAL" clId="{61C78025-9E46-466F-873E-2DF94ED9C4E0}" dt="2023-06-12T09:25:27.605" v="2536"/>
          <ac:picMkLst>
            <pc:docMk/>
            <pc:sldMk cId="3573753785" sldId="2147473766"/>
            <ac:picMk id="30" creationId="{B8DF431F-28A2-8C74-58FA-C7499C15DF3E}"/>
          </ac:picMkLst>
        </pc:picChg>
        <pc:picChg chg="mod">
          <ac:chgData name="Uladzimir Litvinau" userId="7c780bef-f8d3-4d23-a35d-3c7004030c64" providerId="ADAL" clId="{61C78025-9E46-466F-873E-2DF94ED9C4E0}" dt="2023-06-12T09:25:27.605" v="2536"/>
          <ac:picMkLst>
            <pc:docMk/>
            <pc:sldMk cId="3573753785" sldId="2147473766"/>
            <ac:picMk id="33" creationId="{2F838510-22B0-4FBB-C199-A585524A88F1}"/>
          </ac:picMkLst>
        </pc:picChg>
        <pc:picChg chg="mod">
          <ac:chgData name="Uladzimir Litvinau" userId="7c780bef-f8d3-4d23-a35d-3c7004030c64" providerId="ADAL" clId="{61C78025-9E46-466F-873E-2DF94ED9C4E0}" dt="2023-06-12T09:39:50.133" v="2986"/>
          <ac:picMkLst>
            <pc:docMk/>
            <pc:sldMk cId="3573753785" sldId="2147473766"/>
            <ac:picMk id="37" creationId="{61A84A7C-D011-32D2-3E73-03D71F55FB34}"/>
          </ac:picMkLst>
        </pc:picChg>
        <pc:picChg chg="mod">
          <ac:chgData name="Uladzimir Litvinau" userId="7c780bef-f8d3-4d23-a35d-3c7004030c64" providerId="ADAL" clId="{61C78025-9E46-466F-873E-2DF94ED9C4E0}" dt="2023-06-12T09:39:50.133" v="2986"/>
          <ac:picMkLst>
            <pc:docMk/>
            <pc:sldMk cId="3573753785" sldId="2147473766"/>
            <ac:picMk id="40" creationId="{58B38F99-6F9A-884D-C67F-263784EE92BA}"/>
          </ac:picMkLst>
        </pc:picChg>
        <pc:picChg chg="mod">
          <ac:chgData name="Uladzimir Litvinau" userId="7c780bef-f8d3-4d23-a35d-3c7004030c64" providerId="ADAL" clId="{61C78025-9E46-466F-873E-2DF94ED9C4E0}" dt="2023-06-12T09:39:50.133" v="2986"/>
          <ac:picMkLst>
            <pc:docMk/>
            <pc:sldMk cId="3573753785" sldId="2147473766"/>
            <ac:picMk id="43" creationId="{6108923B-0615-DA92-E782-6B489A4C1100}"/>
          </ac:picMkLst>
        </pc:picChg>
        <pc:picChg chg="mod">
          <ac:chgData name="Uladzimir Litvinau" userId="7c780bef-f8d3-4d23-a35d-3c7004030c64" providerId="ADAL" clId="{61C78025-9E46-466F-873E-2DF94ED9C4E0}" dt="2023-06-12T09:39:50.133" v="2986"/>
          <ac:picMkLst>
            <pc:docMk/>
            <pc:sldMk cId="3573753785" sldId="2147473766"/>
            <ac:picMk id="46" creationId="{DEB2D16E-646A-FC3D-E27E-B46048049768}"/>
          </ac:picMkLst>
        </pc:picChg>
        <pc:picChg chg="mod">
          <ac:chgData name="Uladzimir Litvinau" userId="7c780bef-f8d3-4d23-a35d-3c7004030c64" providerId="ADAL" clId="{61C78025-9E46-466F-873E-2DF94ED9C4E0}" dt="2023-06-12T09:39:50.133" v="2986"/>
          <ac:picMkLst>
            <pc:docMk/>
            <pc:sldMk cId="3573753785" sldId="2147473766"/>
            <ac:picMk id="49" creationId="{CC08BC3C-673A-F043-E388-FAF546C0827D}"/>
          </ac:picMkLst>
        </pc:picChg>
        <pc:picChg chg="mod">
          <ac:chgData name="Uladzimir Litvinau" userId="7c780bef-f8d3-4d23-a35d-3c7004030c64" providerId="ADAL" clId="{61C78025-9E46-466F-873E-2DF94ED9C4E0}" dt="2023-06-12T09:39:50.133" v="2986"/>
          <ac:picMkLst>
            <pc:docMk/>
            <pc:sldMk cId="3573753785" sldId="2147473766"/>
            <ac:picMk id="52" creationId="{C259DE38-2736-24A7-0A02-349782F93C6A}"/>
          </ac:picMkLst>
        </pc:picChg>
        <pc:picChg chg="mod">
          <ac:chgData name="Uladzimir Litvinau" userId="7c780bef-f8d3-4d23-a35d-3c7004030c64" providerId="ADAL" clId="{61C78025-9E46-466F-873E-2DF94ED9C4E0}" dt="2023-06-12T09:39:50.133" v="2986"/>
          <ac:picMkLst>
            <pc:docMk/>
            <pc:sldMk cId="3573753785" sldId="2147473766"/>
            <ac:picMk id="55" creationId="{58F01FFA-F1CB-64F1-252A-341FCDAF770D}"/>
          </ac:picMkLst>
        </pc:picChg>
      </pc:sldChg>
      <pc:sldChg chg="addSp delSp modSp add mod modTransition modAnim modNotesTx">
        <pc:chgData name="Uladzimir Litvinau" userId="7c780bef-f8d3-4d23-a35d-3c7004030c64" providerId="ADAL" clId="{61C78025-9E46-466F-873E-2DF94ED9C4E0}" dt="2023-06-14T11:25:43.121" v="10942" actId="20577"/>
        <pc:sldMkLst>
          <pc:docMk/>
          <pc:sldMk cId="60625334" sldId="2147473767"/>
        </pc:sldMkLst>
        <pc:spChg chg="mod">
          <ac:chgData name="Uladzimir Litvinau" userId="7c780bef-f8d3-4d23-a35d-3c7004030c64" providerId="ADAL" clId="{61C78025-9E46-466F-873E-2DF94ED9C4E0}" dt="2023-06-12T09:08:04.910" v="2229" actId="207"/>
          <ac:spMkLst>
            <pc:docMk/>
            <pc:sldMk cId="60625334" sldId="2147473767"/>
            <ac:spMk id="2" creationId="{EE3E7B12-94E5-1E8A-9A20-C930CC8426EB}"/>
          </ac:spMkLst>
        </pc:spChg>
        <pc:spChg chg="add del">
          <ac:chgData name="Uladzimir Litvinau" userId="7c780bef-f8d3-4d23-a35d-3c7004030c64" providerId="ADAL" clId="{61C78025-9E46-466F-873E-2DF94ED9C4E0}" dt="2023-06-12T09:10:27.130" v="2236" actId="478"/>
          <ac:spMkLst>
            <pc:docMk/>
            <pc:sldMk cId="60625334" sldId="2147473767"/>
            <ac:spMk id="3" creationId="{7717A279-16ED-1512-FA2F-4FD1BD4EAE29}"/>
          </ac:spMkLst>
        </pc:spChg>
        <pc:spChg chg="add del mod">
          <ac:chgData name="Uladzimir Litvinau" userId="7c780bef-f8d3-4d23-a35d-3c7004030c64" providerId="ADAL" clId="{61C78025-9E46-466F-873E-2DF94ED9C4E0}" dt="2023-06-12T09:10:32.177" v="2240" actId="478"/>
          <ac:spMkLst>
            <pc:docMk/>
            <pc:sldMk cId="60625334" sldId="2147473767"/>
            <ac:spMk id="4" creationId="{517DD13B-E3F0-5815-FFD7-F49A4CBE62A3}"/>
          </ac:spMkLst>
        </pc:spChg>
        <pc:spChg chg="mod">
          <ac:chgData name="Uladzimir Litvinau" userId="7c780bef-f8d3-4d23-a35d-3c7004030c64" providerId="ADAL" clId="{61C78025-9E46-466F-873E-2DF94ED9C4E0}" dt="2023-06-13T06:56:50.349" v="5053" actId="313"/>
          <ac:spMkLst>
            <pc:docMk/>
            <pc:sldMk cId="60625334" sldId="2147473767"/>
            <ac:spMk id="7" creationId="{CA211C83-0ECC-7201-4143-28C0C45C24D4}"/>
          </ac:spMkLst>
        </pc:spChg>
        <pc:spChg chg="mod">
          <ac:chgData name="Uladzimir Litvinau" userId="7c780bef-f8d3-4d23-a35d-3c7004030c64" providerId="ADAL" clId="{61C78025-9E46-466F-873E-2DF94ED9C4E0}" dt="2023-06-12T09:14:46.929" v="2359" actId="313"/>
          <ac:spMkLst>
            <pc:docMk/>
            <pc:sldMk cId="60625334" sldId="2147473767"/>
            <ac:spMk id="8" creationId="{A33CA039-DE3C-5D85-0DB8-D98A38BFDC35}"/>
          </ac:spMkLst>
        </pc:spChg>
        <pc:picChg chg="del">
          <ac:chgData name="Uladzimir Litvinau" userId="7c780bef-f8d3-4d23-a35d-3c7004030c64" providerId="ADAL" clId="{61C78025-9E46-466F-873E-2DF94ED9C4E0}" dt="2023-06-12T09:10:19.486" v="2234" actId="478"/>
          <ac:picMkLst>
            <pc:docMk/>
            <pc:sldMk cId="60625334" sldId="2147473767"/>
            <ac:picMk id="2050" creationId="{A5FDD9F3-FF97-5AF5-F57A-9A54FDDC8732}"/>
          </ac:picMkLst>
        </pc:picChg>
        <pc:picChg chg="add mod">
          <ac:chgData name="Uladzimir Litvinau" userId="7c780bef-f8d3-4d23-a35d-3c7004030c64" providerId="ADAL" clId="{61C78025-9E46-466F-873E-2DF94ED9C4E0}" dt="2023-06-13T10:02:06.753" v="7764" actId="1076"/>
          <ac:picMkLst>
            <pc:docMk/>
            <pc:sldMk cId="60625334" sldId="2147473767"/>
            <ac:picMk id="2050" creationId="{D9E1441F-183C-174F-112F-9BEEF6EDD8F1}"/>
          </ac:picMkLst>
        </pc:picChg>
        <pc:picChg chg="add del">
          <ac:chgData name="Uladzimir Litvinau" userId="7c780bef-f8d3-4d23-a35d-3c7004030c64" providerId="ADAL" clId="{61C78025-9E46-466F-873E-2DF94ED9C4E0}" dt="2023-06-12T09:11:26.572" v="2242" actId="478"/>
          <ac:picMkLst>
            <pc:docMk/>
            <pc:sldMk cId="60625334" sldId="2147473767"/>
            <ac:picMk id="7174" creationId="{C62A1D77-B546-FB7A-D6D4-4B378BF3E2B2}"/>
          </ac:picMkLst>
        </pc:picChg>
        <pc:picChg chg="add del mod">
          <ac:chgData name="Uladzimir Litvinau" userId="7c780bef-f8d3-4d23-a35d-3c7004030c64" providerId="ADAL" clId="{61C78025-9E46-466F-873E-2DF94ED9C4E0}" dt="2023-06-13T10:02:00.030" v="7761" actId="478"/>
          <ac:picMkLst>
            <pc:docMk/>
            <pc:sldMk cId="60625334" sldId="2147473767"/>
            <ac:picMk id="7176" creationId="{7D591D2C-B38F-94F9-FC96-9BE0E9A1B398}"/>
          </ac:picMkLst>
        </pc:picChg>
      </pc:sldChg>
      <pc:sldChg chg="addSp delSp modSp add mod modTransition modAnim">
        <pc:chgData name="Uladzimir Litvinau" userId="7c780bef-f8d3-4d23-a35d-3c7004030c64" providerId="ADAL" clId="{61C78025-9E46-466F-873E-2DF94ED9C4E0}" dt="2023-06-12T12:05:21.534" v="5027"/>
        <pc:sldMkLst>
          <pc:docMk/>
          <pc:sldMk cId="3691387356" sldId="2147473768"/>
        </pc:sldMkLst>
        <pc:spChg chg="mod">
          <ac:chgData name="Uladzimir Litvinau" userId="7c780bef-f8d3-4d23-a35d-3c7004030c64" providerId="ADAL" clId="{61C78025-9E46-466F-873E-2DF94ED9C4E0}" dt="2023-06-12T09:15:49.076" v="2389" actId="14100"/>
          <ac:spMkLst>
            <pc:docMk/>
            <pc:sldMk cId="3691387356" sldId="2147473768"/>
            <ac:spMk id="2" creationId="{EE3E7B12-94E5-1E8A-9A20-C930CC8426EB}"/>
          </ac:spMkLst>
        </pc:spChg>
        <pc:spChg chg="mod">
          <ac:chgData name="Uladzimir Litvinau" userId="7c780bef-f8d3-4d23-a35d-3c7004030c64" providerId="ADAL" clId="{61C78025-9E46-466F-873E-2DF94ED9C4E0}" dt="2023-06-12T11:37:07.683" v="4432" actId="20577"/>
          <ac:spMkLst>
            <pc:docMk/>
            <pc:sldMk cId="3691387356" sldId="2147473768"/>
            <ac:spMk id="7" creationId="{CA211C83-0ECC-7201-4143-28C0C45C24D4}"/>
          </ac:spMkLst>
        </pc:spChg>
        <pc:spChg chg="mod">
          <ac:chgData name="Uladzimir Litvinau" userId="7c780bef-f8d3-4d23-a35d-3c7004030c64" providerId="ADAL" clId="{61C78025-9E46-466F-873E-2DF94ED9C4E0}" dt="2023-06-12T09:14:21.638" v="2334"/>
          <ac:spMkLst>
            <pc:docMk/>
            <pc:sldMk cId="3691387356" sldId="2147473768"/>
            <ac:spMk id="8" creationId="{A33CA039-DE3C-5D85-0DB8-D98A38BFDC35}"/>
          </ac:spMkLst>
        </pc:spChg>
        <pc:spChg chg="add mod">
          <ac:chgData name="Uladzimir Litvinau" userId="7c780bef-f8d3-4d23-a35d-3c7004030c64" providerId="ADAL" clId="{61C78025-9E46-466F-873E-2DF94ED9C4E0}" dt="2023-06-12T09:37:55.275" v="2910" actId="20577"/>
          <ac:spMkLst>
            <pc:docMk/>
            <pc:sldMk cId="3691387356" sldId="2147473768"/>
            <ac:spMk id="20" creationId="{F6C03A81-4BC5-46FC-7AE6-39BD20FCB462}"/>
          </ac:spMkLst>
        </pc:spChg>
        <pc:spChg chg="add mod">
          <ac:chgData name="Uladzimir Litvinau" userId="7c780bef-f8d3-4d23-a35d-3c7004030c64" providerId="ADAL" clId="{61C78025-9E46-466F-873E-2DF94ED9C4E0}" dt="2023-06-12T09:38:47.196" v="2948" actId="20577"/>
          <ac:spMkLst>
            <pc:docMk/>
            <pc:sldMk cId="3691387356" sldId="2147473768"/>
            <ac:spMk id="22" creationId="{2D1D3825-BD8F-7792-1F6F-1BC084CB37CD}"/>
          </ac:spMkLst>
        </pc:spChg>
        <pc:spChg chg="add mod">
          <ac:chgData name="Uladzimir Litvinau" userId="7c780bef-f8d3-4d23-a35d-3c7004030c64" providerId="ADAL" clId="{61C78025-9E46-466F-873E-2DF94ED9C4E0}" dt="2023-06-12T09:38:14.883" v="2937" actId="20577"/>
          <ac:spMkLst>
            <pc:docMk/>
            <pc:sldMk cId="3691387356" sldId="2147473768"/>
            <ac:spMk id="23" creationId="{B042E3C5-6455-E737-55BF-FE37B29D8097}"/>
          </ac:spMkLst>
        </pc:spChg>
        <pc:spChg chg="add mod">
          <ac:chgData name="Uladzimir Litvinau" userId="7c780bef-f8d3-4d23-a35d-3c7004030c64" providerId="ADAL" clId="{61C78025-9E46-466F-873E-2DF94ED9C4E0}" dt="2023-06-12T09:38:51.593" v="2950" actId="20577"/>
          <ac:spMkLst>
            <pc:docMk/>
            <pc:sldMk cId="3691387356" sldId="2147473768"/>
            <ac:spMk id="24" creationId="{C5DE6761-84BF-A505-465E-92594D628EB8}"/>
          </ac:spMkLst>
        </pc:spChg>
        <pc:spChg chg="add mod">
          <ac:chgData name="Uladzimir Litvinau" userId="7c780bef-f8d3-4d23-a35d-3c7004030c64" providerId="ADAL" clId="{61C78025-9E46-466F-873E-2DF94ED9C4E0}" dt="2023-06-12T09:38:56.363" v="2955" actId="20577"/>
          <ac:spMkLst>
            <pc:docMk/>
            <pc:sldMk cId="3691387356" sldId="2147473768"/>
            <ac:spMk id="25" creationId="{BA12B1B8-9A78-2F2B-A318-CC8C7907A95D}"/>
          </ac:spMkLst>
        </pc:spChg>
        <pc:spChg chg="add mod">
          <ac:chgData name="Uladzimir Litvinau" userId="7c780bef-f8d3-4d23-a35d-3c7004030c64" providerId="ADAL" clId="{61C78025-9E46-466F-873E-2DF94ED9C4E0}" dt="2023-06-12T09:39:01.814" v="2960" actId="20577"/>
          <ac:spMkLst>
            <pc:docMk/>
            <pc:sldMk cId="3691387356" sldId="2147473768"/>
            <ac:spMk id="26" creationId="{982FD42B-CC5D-2261-9565-FD62D958938B}"/>
          </ac:spMkLst>
        </pc:spChg>
        <pc:spChg chg="add mod">
          <ac:chgData name="Uladzimir Litvinau" userId="7c780bef-f8d3-4d23-a35d-3c7004030c64" providerId="ADAL" clId="{61C78025-9E46-466F-873E-2DF94ED9C4E0}" dt="2023-06-12T09:39:09.575" v="2977" actId="20577"/>
          <ac:spMkLst>
            <pc:docMk/>
            <pc:sldMk cId="3691387356" sldId="2147473768"/>
            <ac:spMk id="27" creationId="{E41C8A80-0D20-9DEA-78E2-2C136138CFA8}"/>
          </ac:spMkLst>
        </pc:spChg>
        <pc:spChg chg="add mod">
          <ac:chgData name="Uladzimir Litvinau" userId="7c780bef-f8d3-4d23-a35d-3c7004030c64" providerId="ADAL" clId="{61C78025-9E46-466F-873E-2DF94ED9C4E0}" dt="2023-06-12T09:23:41.395" v="2510" actId="164"/>
          <ac:spMkLst>
            <pc:docMk/>
            <pc:sldMk cId="3691387356" sldId="2147473768"/>
            <ac:spMk id="28" creationId="{89EC0938-4C09-0464-5A2E-284ADE0B6E72}"/>
          </ac:spMkLst>
        </pc:spChg>
        <pc:grpChg chg="add mod">
          <ac:chgData name="Uladzimir Litvinau" userId="7c780bef-f8d3-4d23-a35d-3c7004030c64" providerId="ADAL" clId="{61C78025-9E46-466F-873E-2DF94ED9C4E0}" dt="2023-06-12T09:24:39.259" v="2531" actId="1076"/>
          <ac:grpSpMkLst>
            <pc:docMk/>
            <pc:sldMk cId="3691387356" sldId="2147473768"/>
            <ac:grpSpMk id="21" creationId="{B67B7893-3F66-AC57-B9B8-6DC0F5260A9C}"/>
          </ac:grpSpMkLst>
        </pc:grpChg>
        <pc:grpChg chg="add mod">
          <ac:chgData name="Uladzimir Litvinau" userId="7c780bef-f8d3-4d23-a35d-3c7004030c64" providerId="ADAL" clId="{61C78025-9E46-466F-873E-2DF94ED9C4E0}" dt="2023-06-12T09:23:31.439" v="2504" actId="164"/>
          <ac:grpSpMkLst>
            <pc:docMk/>
            <pc:sldMk cId="3691387356" sldId="2147473768"/>
            <ac:grpSpMk id="29" creationId="{F2EF02E5-8F60-8DA6-2D9F-CE040D63FE3A}"/>
          </ac:grpSpMkLst>
        </pc:grpChg>
        <pc:grpChg chg="add mod">
          <ac:chgData name="Uladzimir Litvinau" userId="7c780bef-f8d3-4d23-a35d-3c7004030c64" providerId="ADAL" clId="{61C78025-9E46-466F-873E-2DF94ED9C4E0}" dt="2023-06-12T09:24:36.816" v="2530" actId="1076"/>
          <ac:grpSpMkLst>
            <pc:docMk/>
            <pc:sldMk cId="3691387356" sldId="2147473768"/>
            <ac:grpSpMk id="30" creationId="{45BB9897-42C0-9EA7-E1F1-808E0968272E}"/>
          </ac:grpSpMkLst>
        </pc:grpChg>
        <pc:grpChg chg="add mod">
          <ac:chgData name="Uladzimir Litvinau" userId="7c780bef-f8d3-4d23-a35d-3c7004030c64" providerId="ADAL" clId="{61C78025-9E46-466F-873E-2DF94ED9C4E0}" dt="2023-06-12T09:23:35.239" v="2506" actId="164"/>
          <ac:grpSpMkLst>
            <pc:docMk/>
            <pc:sldMk cId="3691387356" sldId="2147473768"/>
            <ac:grpSpMk id="31" creationId="{F5F0539E-D70C-410C-6159-1431F50B1F88}"/>
          </ac:grpSpMkLst>
        </pc:grpChg>
        <pc:grpChg chg="add mod">
          <ac:chgData name="Uladzimir Litvinau" userId="7c780bef-f8d3-4d23-a35d-3c7004030c64" providerId="ADAL" clId="{61C78025-9E46-466F-873E-2DF94ED9C4E0}" dt="2023-06-12T09:23:36.738" v="2507" actId="164"/>
          <ac:grpSpMkLst>
            <pc:docMk/>
            <pc:sldMk cId="3691387356" sldId="2147473768"/>
            <ac:grpSpMk id="32" creationId="{F8ECD77C-0570-0DCF-F3A9-671F311F8A11}"/>
          </ac:grpSpMkLst>
        </pc:grpChg>
        <pc:grpChg chg="add mod">
          <ac:chgData name="Uladzimir Litvinau" userId="7c780bef-f8d3-4d23-a35d-3c7004030c64" providerId="ADAL" clId="{61C78025-9E46-466F-873E-2DF94ED9C4E0}" dt="2023-06-12T09:23:37.989" v="2508" actId="164"/>
          <ac:grpSpMkLst>
            <pc:docMk/>
            <pc:sldMk cId="3691387356" sldId="2147473768"/>
            <ac:grpSpMk id="33" creationId="{EFF9DC71-9BD4-F110-AEB9-FFF927215D40}"/>
          </ac:grpSpMkLst>
        </pc:grpChg>
        <pc:grpChg chg="add mod">
          <ac:chgData name="Uladzimir Litvinau" userId="7c780bef-f8d3-4d23-a35d-3c7004030c64" providerId="ADAL" clId="{61C78025-9E46-466F-873E-2DF94ED9C4E0}" dt="2023-06-12T09:24:43.136" v="2532" actId="1076"/>
          <ac:grpSpMkLst>
            <pc:docMk/>
            <pc:sldMk cId="3691387356" sldId="2147473768"/>
            <ac:grpSpMk id="34" creationId="{7A920AD3-9843-125B-FAE7-6BC4FD5EE736}"/>
          </ac:grpSpMkLst>
        </pc:grpChg>
        <pc:grpChg chg="add mod">
          <ac:chgData name="Uladzimir Litvinau" userId="7c780bef-f8d3-4d23-a35d-3c7004030c64" providerId="ADAL" clId="{61C78025-9E46-466F-873E-2DF94ED9C4E0}" dt="2023-06-12T09:24:48.764" v="2533" actId="1076"/>
          <ac:grpSpMkLst>
            <pc:docMk/>
            <pc:sldMk cId="3691387356" sldId="2147473768"/>
            <ac:grpSpMk id="35" creationId="{81D67649-A9BA-281C-BDAB-0A8D150A00AE}"/>
          </ac:grpSpMkLst>
        </pc:grpChg>
        <pc:picChg chg="add del mod">
          <ac:chgData name="Uladzimir Litvinau" userId="7c780bef-f8d3-4d23-a35d-3c7004030c64" providerId="ADAL" clId="{61C78025-9E46-466F-873E-2DF94ED9C4E0}" dt="2023-06-12T09:18:08.062" v="2421" actId="478"/>
          <ac:picMkLst>
            <pc:docMk/>
            <pc:sldMk cId="3691387356" sldId="2147473768"/>
            <ac:picMk id="3" creationId="{B0109A1D-664B-DE7E-CD10-391773C22274}"/>
          </ac:picMkLst>
        </pc:picChg>
        <pc:picChg chg="add del mod">
          <ac:chgData name="Uladzimir Litvinau" userId="7c780bef-f8d3-4d23-a35d-3c7004030c64" providerId="ADAL" clId="{61C78025-9E46-466F-873E-2DF94ED9C4E0}" dt="2023-06-12T09:18:08.062" v="2421" actId="478"/>
          <ac:picMkLst>
            <pc:docMk/>
            <pc:sldMk cId="3691387356" sldId="2147473768"/>
            <ac:picMk id="4" creationId="{2DAEBAAF-B8E4-7DB6-712C-AB8C1F356346}"/>
          </ac:picMkLst>
        </pc:picChg>
        <pc:picChg chg="add mod">
          <ac:chgData name="Uladzimir Litvinau" userId="7c780bef-f8d3-4d23-a35d-3c7004030c64" providerId="ADAL" clId="{61C78025-9E46-466F-873E-2DF94ED9C4E0}" dt="2023-06-12T09:23:39.271" v="2509" actId="164"/>
          <ac:picMkLst>
            <pc:docMk/>
            <pc:sldMk cId="3691387356" sldId="2147473768"/>
            <ac:picMk id="5" creationId="{FAF329BB-F7B2-1621-81AF-CA852487FD0B}"/>
          </ac:picMkLst>
        </pc:picChg>
        <pc:picChg chg="add mod">
          <ac:chgData name="Uladzimir Litvinau" userId="7c780bef-f8d3-4d23-a35d-3c7004030c64" providerId="ADAL" clId="{61C78025-9E46-466F-873E-2DF94ED9C4E0}" dt="2023-06-12T09:23:31.439" v="2504" actId="164"/>
          <ac:picMkLst>
            <pc:docMk/>
            <pc:sldMk cId="3691387356" sldId="2147473768"/>
            <ac:picMk id="6" creationId="{EC77AC7B-0E47-E0D9-90E7-0E46158BB532}"/>
          </ac:picMkLst>
        </pc:picChg>
        <pc:picChg chg="add del mod">
          <ac:chgData name="Uladzimir Litvinau" userId="7c780bef-f8d3-4d23-a35d-3c7004030c64" providerId="ADAL" clId="{61C78025-9E46-466F-873E-2DF94ED9C4E0}" dt="2023-06-12T09:18:08.062" v="2421" actId="478"/>
          <ac:picMkLst>
            <pc:docMk/>
            <pc:sldMk cId="3691387356" sldId="2147473768"/>
            <ac:picMk id="9" creationId="{8FFFCBC0-97EE-40FD-3B4F-E99B0EE8720B}"/>
          </ac:picMkLst>
        </pc:picChg>
        <pc:picChg chg="add mod">
          <ac:chgData name="Uladzimir Litvinau" userId="7c780bef-f8d3-4d23-a35d-3c7004030c64" providerId="ADAL" clId="{61C78025-9E46-466F-873E-2DF94ED9C4E0}" dt="2023-06-12T09:23:33.815" v="2505" actId="164"/>
          <ac:picMkLst>
            <pc:docMk/>
            <pc:sldMk cId="3691387356" sldId="2147473768"/>
            <ac:picMk id="10" creationId="{F15D876D-2C86-622A-886D-49D3F316E86B}"/>
          </ac:picMkLst>
        </pc:picChg>
        <pc:picChg chg="add mod">
          <ac:chgData name="Uladzimir Litvinau" userId="7c780bef-f8d3-4d23-a35d-3c7004030c64" providerId="ADAL" clId="{61C78025-9E46-466F-873E-2DF94ED9C4E0}" dt="2023-06-12T09:23:35.239" v="2506" actId="164"/>
          <ac:picMkLst>
            <pc:docMk/>
            <pc:sldMk cId="3691387356" sldId="2147473768"/>
            <ac:picMk id="11" creationId="{F215881F-E044-9C3B-3ADC-5201CB8938FF}"/>
          </ac:picMkLst>
        </pc:picChg>
        <pc:picChg chg="add del mod">
          <ac:chgData name="Uladzimir Litvinau" userId="7c780bef-f8d3-4d23-a35d-3c7004030c64" providerId="ADAL" clId="{61C78025-9E46-466F-873E-2DF94ED9C4E0}" dt="2023-06-12T09:18:08.062" v="2421" actId="478"/>
          <ac:picMkLst>
            <pc:docMk/>
            <pc:sldMk cId="3691387356" sldId="2147473768"/>
            <ac:picMk id="12" creationId="{3BF6F8BD-4F9A-5CBC-9D2F-BF211C56E478}"/>
          </ac:picMkLst>
        </pc:picChg>
        <pc:picChg chg="add mod">
          <ac:chgData name="Uladzimir Litvinau" userId="7c780bef-f8d3-4d23-a35d-3c7004030c64" providerId="ADAL" clId="{61C78025-9E46-466F-873E-2DF94ED9C4E0}" dt="2023-06-12T09:23:37.989" v="2508" actId="164"/>
          <ac:picMkLst>
            <pc:docMk/>
            <pc:sldMk cId="3691387356" sldId="2147473768"/>
            <ac:picMk id="13" creationId="{5CB8F84C-C493-4283-51D1-6574E0EE8432}"/>
          </ac:picMkLst>
        </pc:picChg>
        <pc:picChg chg="add mod">
          <ac:chgData name="Uladzimir Litvinau" userId="7c780bef-f8d3-4d23-a35d-3c7004030c64" providerId="ADAL" clId="{61C78025-9E46-466F-873E-2DF94ED9C4E0}" dt="2023-06-12T09:22:05.941" v="2460" actId="164"/>
          <ac:picMkLst>
            <pc:docMk/>
            <pc:sldMk cId="3691387356" sldId="2147473768"/>
            <ac:picMk id="14" creationId="{58BC4A20-D726-6A4C-E97A-81BCE468C2C1}"/>
          </ac:picMkLst>
        </pc:picChg>
        <pc:picChg chg="add mod">
          <ac:chgData name="Uladzimir Litvinau" userId="7c780bef-f8d3-4d23-a35d-3c7004030c64" providerId="ADAL" clId="{61C78025-9E46-466F-873E-2DF94ED9C4E0}" dt="2023-06-12T09:23:36.738" v="2507" actId="164"/>
          <ac:picMkLst>
            <pc:docMk/>
            <pc:sldMk cId="3691387356" sldId="2147473768"/>
            <ac:picMk id="15" creationId="{8F1A8B90-73AD-48FE-7188-337C22CD618B}"/>
          </ac:picMkLst>
        </pc:picChg>
        <pc:picChg chg="add del mod">
          <ac:chgData name="Uladzimir Litvinau" userId="7c780bef-f8d3-4d23-a35d-3c7004030c64" providerId="ADAL" clId="{61C78025-9E46-466F-873E-2DF94ED9C4E0}" dt="2023-06-12T09:18:08.062" v="2421" actId="478"/>
          <ac:picMkLst>
            <pc:docMk/>
            <pc:sldMk cId="3691387356" sldId="2147473768"/>
            <ac:picMk id="16" creationId="{17906D8D-7669-7329-8346-B386A7DFAD28}"/>
          </ac:picMkLst>
        </pc:picChg>
        <pc:picChg chg="add del mod">
          <ac:chgData name="Uladzimir Litvinau" userId="7c780bef-f8d3-4d23-a35d-3c7004030c64" providerId="ADAL" clId="{61C78025-9E46-466F-873E-2DF94ED9C4E0}" dt="2023-06-12T09:18:08.062" v="2421" actId="478"/>
          <ac:picMkLst>
            <pc:docMk/>
            <pc:sldMk cId="3691387356" sldId="2147473768"/>
            <ac:picMk id="17" creationId="{604AE76F-08B4-ED5F-40B1-C5A7D49EA9AF}"/>
          </ac:picMkLst>
        </pc:picChg>
        <pc:picChg chg="add del mod">
          <ac:chgData name="Uladzimir Litvinau" userId="7c780bef-f8d3-4d23-a35d-3c7004030c64" providerId="ADAL" clId="{61C78025-9E46-466F-873E-2DF94ED9C4E0}" dt="2023-06-12T09:18:08.062" v="2421" actId="478"/>
          <ac:picMkLst>
            <pc:docMk/>
            <pc:sldMk cId="3691387356" sldId="2147473768"/>
            <ac:picMk id="18" creationId="{4E815837-11E4-53FB-DB70-5184C61F9D2A}"/>
          </ac:picMkLst>
        </pc:picChg>
        <pc:picChg chg="add mod">
          <ac:chgData name="Uladzimir Litvinau" userId="7c780bef-f8d3-4d23-a35d-3c7004030c64" providerId="ADAL" clId="{61C78025-9E46-466F-873E-2DF94ED9C4E0}" dt="2023-06-12T09:23:41.395" v="2510" actId="164"/>
          <ac:picMkLst>
            <pc:docMk/>
            <pc:sldMk cId="3691387356" sldId="2147473768"/>
            <ac:picMk id="19" creationId="{302F583D-A58C-F0C0-0AC9-7A3120F34DDA}"/>
          </ac:picMkLst>
        </pc:picChg>
        <pc:picChg chg="del mod">
          <ac:chgData name="Uladzimir Litvinau" userId="7c780bef-f8d3-4d23-a35d-3c7004030c64" providerId="ADAL" clId="{61C78025-9E46-466F-873E-2DF94ED9C4E0}" dt="2023-06-12T09:16:12.080" v="2398" actId="478"/>
          <ac:picMkLst>
            <pc:docMk/>
            <pc:sldMk cId="3691387356" sldId="2147473768"/>
            <ac:picMk id="7176" creationId="{7D591D2C-B38F-94F9-FC96-9BE0E9A1B398}"/>
          </ac:picMkLst>
        </pc:picChg>
      </pc:sldChg>
      <pc:sldChg chg="add del ord">
        <pc:chgData name="Uladzimir Litvinau" userId="7c780bef-f8d3-4d23-a35d-3c7004030c64" providerId="ADAL" clId="{61C78025-9E46-466F-873E-2DF94ED9C4E0}" dt="2023-06-12T09:34:32.004" v="2789" actId="47"/>
        <pc:sldMkLst>
          <pc:docMk/>
          <pc:sldMk cId="3724612236" sldId="2147473769"/>
        </pc:sldMkLst>
      </pc:sldChg>
      <pc:sldChg chg="addSp delSp modSp add mod modTransition modNotesTx">
        <pc:chgData name="Uladzimir Litvinau" userId="7c780bef-f8d3-4d23-a35d-3c7004030c64" providerId="ADAL" clId="{61C78025-9E46-466F-873E-2DF94ED9C4E0}" dt="2023-06-13T07:28:03.724" v="6128" actId="20577"/>
        <pc:sldMkLst>
          <pc:docMk/>
          <pc:sldMk cId="260463268" sldId="2147473770"/>
        </pc:sldMkLst>
        <pc:spChg chg="mod">
          <ac:chgData name="Uladzimir Litvinau" userId="7c780bef-f8d3-4d23-a35d-3c7004030c64" providerId="ADAL" clId="{61C78025-9E46-466F-873E-2DF94ED9C4E0}" dt="2023-06-13T07:28:03.724" v="6128" actId="20577"/>
          <ac:spMkLst>
            <pc:docMk/>
            <pc:sldMk cId="260463268" sldId="2147473770"/>
            <ac:spMk id="2" creationId="{EE3E7B12-94E5-1E8A-9A20-C930CC8426EB}"/>
          </ac:spMkLst>
        </pc:spChg>
        <pc:spChg chg="add del mod">
          <ac:chgData name="Uladzimir Litvinau" userId="7c780bef-f8d3-4d23-a35d-3c7004030c64" providerId="ADAL" clId="{61C78025-9E46-466F-873E-2DF94ED9C4E0}" dt="2023-06-12T09:40:04.913" v="2988" actId="478"/>
          <ac:spMkLst>
            <pc:docMk/>
            <pc:sldMk cId="260463268" sldId="2147473770"/>
            <ac:spMk id="3" creationId="{ADC1C960-C172-1AA9-2E8E-B1E111AAA85F}"/>
          </ac:spMkLst>
        </pc:spChg>
        <pc:spChg chg="mod">
          <ac:chgData name="Uladzimir Litvinau" userId="7c780bef-f8d3-4d23-a35d-3c7004030c64" providerId="ADAL" clId="{61C78025-9E46-466F-873E-2DF94ED9C4E0}" dt="2023-06-12T09:40:07.844" v="2992"/>
          <ac:spMkLst>
            <pc:docMk/>
            <pc:sldMk cId="260463268" sldId="2147473770"/>
            <ac:spMk id="6" creationId="{787D0E6B-D589-01B3-A6E4-63C68B64DD65}"/>
          </ac:spMkLst>
        </pc:spChg>
        <pc:spChg chg="mod">
          <ac:chgData name="Uladzimir Litvinau" userId="7c780bef-f8d3-4d23-a35d-3c7004030c64" providerId="ADAL" clId="{61C78025-9E46-466F-873E-2DF94ED9C4E0}" dt="2023-06-13T07:19:32.515" v="6091" actId="20577"/>
          <ac:spMkLst>
            <pc:docMk/>
            <pc:sldMk cId="260463268" sldId="2147473770"/>
            <ac:spMk id="10" creationId="{1F88C411-8C59-AFA3-5C10-11E75FDF9817}"/>
          </ac:spMkLst>
        </pc:spChg>
        <pc:spChg chg="mod">
          <ac:chgData name="Uladzimir Litvinau" userId="7c780bef-f8d3-4d23-a35d-3c7004030c64" providerId="ADAL" clId="{61C78025-9E46-466F-873E-2DF94ED9C4E0}" dt="2023-06-12T09:35:57.823" v="2824" actId="1076"/>
          <ac:spMkLst>
            <pc:docMk/>
            <pc:sldMk cId="260463268" sldId="2147473770"/>
            <ac:spMk id="35" creationId="{5A3D9C85-096D-77E0-F8FF-1459C0ADD876}"/>
          </ac:spMkLst>
        </pc:spChg>
        <pc:spChg chg="mod">
          <ac:chgData name="Uladzimir Litvinau" userId="7c780bef-f8d3-4d23-a35d-3c7004030c64" providerId="ADAL" clId="{61C78025-9E46-466F-873E-2DF94ED9C4E0}" dt="2023-06-12T09:40:07.844" v="2992"/>
          <ac:spMkLst>
            <pc:docMk/>
            <pc:sldMk cId="260463268" sldId="2147473770"/>
            <ac:spMk id="36" creationId="{EF22CD6A-7350-B784-9FA5-1629B4C3CE31}"/>
          </ac:spMkLst>
        </pc:spChg>
        <pc:spChg chg="mod">
          <ac:chgData name="Uladzimir Litvinau" userId="7c780bef-f8d3-4d23-a35d-3c7004030c64" providerId="ADAL" clId="{61C78025-9E46-466F-873E-2DF94ED9C4E0}" dt="2023-06-12T09:40:07.844" v="2992"/>
          <ac:spMkLst>
            <pc:docMk/>
            <pc:sldMk cId="260463268" sldId="2147473770"/>
            <ac:spMk id="39" creationId="{123AC138-EB9B-5AF0-1D25-C569E570C2DA}"/>
          </ac:spMkLst>
        </pc:spChg>
        <pc:spChg chg="mod">
          <ac:chgData name="Uladzimir Litvinau" userId="7c780bef-f8d3-4d23-a35d-3c7004030c64" providerId="ADAL" clId="{61C78025-9E46-466F-873E-2DF94ED9C4E0}" dt="2023-06-12T09:40:07.844" v="2992"/>
          <ac:spMkLst>
            <pc:docMk/>
            <pc:sldMk cId="260463268" sldId="2147473770"/>
            <ac:spMk id="42" creationId="{C888D0DC-3138-63C0-086D-2383C730CE89}"/>
          </ac:spMkLst>
        </pc:spChg>
        <pc:spChg chg="mod">
          <ac:chgData name="Uladzimir Litvinau" userId="7c780bef-f8d3-4d23-a35d-3c7004030c64" providerId="ADAL" clId="{61C78025-9E46-466F-873E-2DF94ED9C4E0}" dt="2023-06-12T09:40:07.844" v="2992"/>
          <ac:spMkLst>
            <pc:docMk/>
            <pc:sldMk cId="260463268" sldId="2147473770"/>
            <ac:spMk id="45" creationId="{B85FC62E-3972-030F-18E0-640C16D623C7}"/>
          </ac:spMkLst>
        </pc:spChg>
        <pc:spChg chg="mod">
          <ac:chgData name="Uladzimir Litvinau" userId="7c780bef-f8d3-4d23-a35d-3c7004030c64" providerId="ADAL" clId="{61C78025-9E46-466F-873E-2DF94ED9C4E0}" dt="2023-06-12T09:40:07.844" v="2992"/>
          <ac:spMkLst>
            <pc:docMk/>
            <pc:sldMk cId="260463268" sldId="2147473770"/>
            <ac:spMk id="48" creationId="{A41BCC08-3034-1F8B-3F21-EECBD65EB641}"/>
          </ac:spMkLst>
        </pc:spChg>
        <pc:spChg chg="mod">
          <ac:chgData name="Uladzimir Litvinau" userId="7c780bef-f8d3-4d23-a35d-3c7004030c64" providerId="ADAL" clId="{61C78025-9E46-466F-873E-2DF94ED9C4E0}" dt="2023-06-12T09:40:07.844" v="2992"/>
          <ac:spMkLst>
            <pc:docMk/>
            <pc:sldMk cId="260463268" sldId="2147473770"/>
            <ac:spMk id="51" creationId="{FE7FEC11-0F04-314D-D4CF-BB326136E17C}"/>
          </ac:spMkLst>
        </pc:spChg>
        <pc:grpChg chg="add mod">
          <ac:chgData name="Uladzimir Litvinau" userId="7c780bef-f8d3-4d23-a35d-3c7004030c64" providerId="ADAL" clId="{61C78025-9E46-466F-873E-2DF94ED9C4E0}" dt="2023-06-12T09:40:11.758" v="2993" actId="1076"/>
          <ac:grpSpMkLst>
            <pc:docMk/>
            <pc:sldMk cId="260463268" sldId="2147473770"/>
            <ac:grpSpMk id="4" creationId="{BB4845E9-5781-3F39-B75A-F8107484E395}"/>
          </ac:grpSpMkLst>
        </pc:grpChg>
        <pc:grpChg chg="add mod">
          <ac:chgData name="Uladzimir Litvinau" userId="7c780bef-f8d3-4d23-a35d-3c7004030c64" providerId="ADAL" clId="{61C78025-9E46-466F-873E-2DF94ED9C4E0}" dt="2023-06-12T09:40:11.758" v="2993" actId="1076"/>
          <ac:grpSpMkLst>
            <pc:docMk/>
            <pc:sldMk cId="260463268" sldId="2147473770"/>
            <ac:grpSpMk id="7" creationId="{84309EC9-FF7E-8DB6-3B0A-F24E5005367D}"/>
          </ac:grpSpMkLst>
        </pc:grpChg>
        <pc:grpChg chg="del mod">
          <ac:chgData name="Uladzimir Litvinau" userId="7c780bef-f8d3-4d23-a35d-3c7004030c64" providerId="ADAL" clId="{61C78025-9E46-466F-873E-2DF94ED9C4E0}" dt="2023-06-12T09:40:07.008" v="2991" actId="478"/>
          <ac:grpSpMkLst>
            <pc:docMk/>
            <pc:sldMk cId="260463268" sldId="2147473770"/>
            <ac:grpSpMk id="11" creationId="{9BF18670-5261-282E-0C25-5799E369490D}"/>
          </ac:grpSpMkLst>
        </pc:grpChg>
        <pc:grpChg chg="del">
          <ac:chgData name="Uladzimir Litvinau" userId="7c780bef-f8d3-4d23-a35d-3c7004030c64" providerId="ADAL" clId="{61C78025-9E46-466F-873E-2DF94ED9C4E0}" dt="2023-06-12T09:40:04.913" v="2988" actId="478"/>
          <ac:grpSpMkLst>
            <pc:docMk/>
            <pc:sldMk cId="260463268" sldId="2147473770"/>
            <ac:grpSpMk id="14" creationId="{FACE4E80-98E4-A8CB-459C-6096FD49CB5A}"/>
          </ac:grpSpMkLst>
        </pc:grpChg>
        <pc:grpChg chg="del mod">
          <ac:chgData name="Uladzimir Litvinau" userId="7c780bef-f8d3-4d23-a35d-3c7004030c64" providerId="ADAL" clId="{61C78025-9E46-466F-873E-2DF94ED9C4E0}" dt="2023-06-12T09:40:05.858" v="2989" actId="478"/>
          <ac:grpSpMkLst>
            <pc:docMk/>
            <pc:sldMk cId="260463268" sldId="2147473770"/>
            <ac:grpSpMk id="17" creationId="{68F561D0-1B63-AB69-7A34-C623B4669EA1}"/>
          </ac:grpSpMkLst>
        </pc:grpChg>
        <pc:grpChg chg="del">
          <ac:chgData name="Uladzimir Litvinau" userId="7c780bef-f8d3-4d23-a35d-3c7004030c64" providerId="ADAL" clId="{61C78025-9E46-466F-873E-2DF94ED9C4E0}" dt="2023-06-12T09:40:04.913" v="2988" actId="478"/>
          <ac:grpSpMkLst>
            <pc:docMk/>
            <pc:sldMk cId="260463268" sldId="2147473770"/>
            <ac:grpSpMk id="20" creationId="{076944A8-4F78-3A8D-212D-0237BC3762D6}"/>
          </ac:grpSpMkLst>
        </pc:grpChg>
        <pc:grpChg chg="del">
          <ac:chgData name="Uladzimir Litvinau" userId="7c780bef-f8d3-4d23-a35d-3c7004030c64" providerId="ADAL" clId="{61C78025-9E46-466F-873E-2DF94ED9C4E0}" dt="2023-06-12T09:40:04.913" v="2988" actId="478"/>
          <ac:grpSpMkLst>
            <pc:docMk/>
            <pc:sldMk cId="260463268" sldId="2147473770"/>
            <ac:grpSpMk id="23" creationId="{7564D39A-EF57-FD89-7EE9-D73A6D62FB05}"/>
          </ac:grpSpMkLst>
        </pc:grpChg>
        <pc:grpChg chg="del mod">
          <ac:chgData name="Uladzimir Litvinau" userId="7c780bef-f8d3-4d23-a35d-3c7004030c64" providerId="ADAL" clId="{61C78025-9E46-466F-873E-2DF94ED9C4E0}" dt="2023-06-12T09:40:04.913" v="2988" actId="478"/>
          <ac:grpSpMkLst>
            <pc:docMk/>
            <pc:sldMk cId="260463268" sldId="2147473770"/>
            <ac:grpSpMk id="26" creationId="{E746DCCF-018F-2525-7889-0C686CBFFD1D}"/>
          </ac:grpSpMkLst>
        </pc:grpChg>
        <pc:grpChg chg="del mod">
          <ac:chgData name="Uladzimir Litvinau" userId="7c780bef-f8d3-4d23-a35d-3c7004030c64" providerId="ADAL" clId="{61C78025-9E46-466F-873E-2DF94ED9C4E0}" dt="2023-06-12T09:40:06.642" v="2990" actId="478"/>
          <ac:grpSpMkLst>
            <pc:docMk/>
            <pc:sldMk cId="260463268" sldId="2147473770"/>
            <ac:grpSpMk id="29" creationId="{4AAE67AA-8E7B-22D4-DD57-BAF4E8363FC8}"/>
          </ac:grpSpMkLst>
        </pc:grpChg>
        <pc:grpChg chg="add mod">
          <ac:chgData name="Uladzimir Litvinau" userId="7c780bef-f8d3-4d23-a35d-3c7004030c64" providerId="ADAL" clId="{61C78025-9E46-466F-873E-2DF94ED9C4E0}" dt="2023-06-12T09:40:11.758" v="2993" actId="1076"/>
          <ac:grpSpMkLst>
            <pc:docMk/>
            <pc:sldMk cId="260463268" sldId="2147473770"/>
            <ac:grpSpMk id="37" creationId="{15401A2B-13DF-F884-07EA-990F72A86F8E}"/>
          </ac:grpSpMkLst>
        </pc:grpChg>
        <pc:grpChg chg="add mod">
          <ac:chgData name="Uladzimir Litvinau" userId="7c780bef-f8d3-4d23-a35d-3c7004030c64" providerId="ADAL" clId="{61C78025-9E46-466F-873E-2DF94ED9C4E0}" dt="2023-06-12T09:40:11.758" v="2993" actId="1076"/>
          <ac:grpSpMkLst>
            <pc:docMk/>
            <pc:sldMk cId="260463268" sldId="2147473770"/>
            <ac:grpSpMk id="40" creationId="{B0B1EFE6-25B8-46DF-22EF-47268626D5DA}"/>
          </ac:grpSpMkLst>
        </pc:grpChg>
        <pc:grpChg chg="add mod">
          <ac:chgData name="Uladzimir Litvinau" userId="7c780bef-f8d3-4d23-a35d-3c7004030c64" providerId="ADAL" clId="{61C78025-9E46-466F-873E-2DF94ED9C4E0}" dt="2023-06-12T09:40:11.758" v="2993" actId="1076"/>
          <ac:grpSpMkLst>
            <pc:docMk/>
            <pc:sldMk cId="260463268" sldId="2147473770"/>
            <ac:grpSpMk id="43" creationId="{D57BE348-96F4-A86B-766A-69EE3A26BD5F}"/>
          </ac:grpSpMkLst>
        </pc:grpChg>
        <pc:grpChg chg="add mod">
          <ac:chgData name="Uladzimir Litvinau" userId="7c780bef-f8d3-4d23-a35d-3c7004030c64" providerId="ADAL" clId="{61C78025-9E46-466F-873E-2DF94ED9C4E0}" dt="2023-06-12T09:40:11.758" v="2993" actId="1076"/>
          <ac:grpSpMkLst>
            <pc:docMk/>
            <pc:sldMk cId="260463268" sldId="2147473770"/>
            <ac:grpSpMk id="46" creationId="{3EA658B8-54F8-A019-9430-44555FE20C4C}"/>
          </ac:grpSpMkLst>
        </pc:grpChg>
        <pc:grpChg chg="add mod">
          <ac:chgData name="Uladzimir Litvinau" userId="7c780bef-f8d3-4d23-a35d-3c7004030c64" providerId="ADAL" clId="{61C78025-9E46-466F-873E-2DF94ED9C4E0}" dt="2023-06-12T09:40:11.758" v="2993" actId="1076"/>
          <ac:grpSpMkLst>
            <pc:docMk/>
            <pc:sldMk cId="260463268" sldId="2147473770"/>
            <ac:grpSpMk id="49" creationId="{2328E9C9-E83C-362D-F6D2-A69E23B0BBA1}"/>
          </ac:grpSpMkLst>
        </pc:grpChg>
        <pc:picChg chg="mod">
          <ac:chgData name="Uladzimir Litvinau" userId="7c780bef-f8d3-4d23-a35d-3c7004030c64" providerId="ADAL" clId="{61C78025-9E46-466F-873E-2DF94ED9C4E0}" dt="2023-06-12T09:40:07.844" v="2992"/>
          <ac:picMkLst>
            <pc:docMk/>
            <pc:sldMk cId="260463268" sldId="2147473770"/>
            <ac:picMk id="5" creationId="{551DFBEF-7F97-AFC6-553C-1B3BBF9FFF2B}"/>
          </ac:picMkLst>
        </pc:picChg>
        <pc:picChg chg="mod">
          <ac:chgData name="Uladzimir Litvinau" userId="7c780bef-f8d3-4d23-a35d-3c7004030c64" providerId="ADAL" clId="{61C78025-9E46-466F-873E-2DF94ED9C4E0}" dt="2023-06-12T09:40:07.844" v="2992"/>
          <ac:picMkLst>
            <pc:docMk/>
            <pc:sldMk cId="260463268" sldId="2147473770"/>
            <ac:picMk id="9" creationId="{38E0BDAB-5373-19C6-6F91-35D85857A5DD}"/>
          </ac:picMkLst>
        </pc:picChg>
        <pc:picChg chg="mod">
          <ac:chgData name="Uladzimir Litvinau" userId="7c780bef-f8d3-4d23-a35d-3c7004030c64" providerId="ADAL" clId="{61C78025-9E46-466F-873E-2DF94ED9C4E0}" dt="2023-06-12T09:40:07.844" v="2992"/>
          <ac:picMkLst>
            <pc:docMk/>
            <pc:sldMk cId="260463268" sldId="2147473770"/>
            <ac:picMk id="38" creationId="{18881A4B-8FB3-CD52-49B2-C568CC61DE34}"/>
          </ac:picMkLst>
        </pc:picChg>
        <pc:picChg chg="mod">
          <ac:chgData name="Uladzimir Litvinau" userId="7c780bef-f8d3-4d23-a35d-3c7004030c64" providerId="ADAL" clId="{61C78025-9E46-466F-873E-2DF94ED9C4E0}" dt="2023-06-12T09:40:07.844" v="2992"/>
          <ac:picMkLst>
            <pc:docMk/>
            <pc:sldMk cId="260463268" sldId="2147473770"/>
            <ac:picMk id="41" creationId="{5D679CD3-BC09-9870-C144-64E4120FF3EE}"/>
          </ac:picMkLst>
        </pc:picChg>
        <pc:picChg chg="mod">
          <ac:chgData name="Uladzimir Litvinau" userId="7c780bef-f8d3-4d23-a35d-3c7004030c64" providerId="ADAL" clId="{61C78025-9E46-466F-873E-2DF94ED9C4E0}" dt="2023-06-12T09:40:07.844" v="2992"/>
          <ac:picMkLst>
            <pc:docMk/>
            <pc:sldMk cId="260463268" sldId="2147473770"/>
            <ac:picMk id="44" creationId="{74801FF4-2909-3002-3F91-24C62642132B}"/>
          </ac:picMkLst>
        </pc:picChg>
        <pc:picChg chg="mod">
          <ac:chgData name="Uladzimir Litvinau" userId="7c780bef-f8d3-4d23-a35d-3c7004030c64" providerId="ADAL" clId="{61C78025-9E46-466F-873E-2DF94ED9C4E0}" dt="2023-06-12T09:40:07.844" v="2992"/>
          <ac:picMkLst>
            <pc:docMk/>
            <pc:sldMk cId="260463268" sldId="2147473770"/>
            <ac:picMk id="47" creationId="{7F723980-9F86-DB0F-2C39-652042288F24}"/>
          </ac:picMkLst>
        </pc:picChg>
        <pc:picChg chg="mod">
          <ac:chgData name="Uladzimir Litvinau" userId="7c780bef-f8d3-4d23-a35d-3c7004030c64" providerId="ADAL" clId="{61C78025-9E46-466F-873E-2DF94ED9C4E0}" dt="2023-06-12T09:40:07.844" v="2992"/>
          <ac:picMkLst>
            <pc:docMk/>
            <pc:sldMk cId="260463268" sldId="2147473770"/>
            <ac:picMk id="50" creationId="{7664D971-33C2-298C-5CDD-B8E9723F4675}"/>
          </ac:picMkLst>
        </pc:picChg>
      </pc:sldChg>
      <pc:sldChg chg="modSp add mod modTransition modNotesTx">
        <pc:chgData name="Uladzimir Litvinau" userId="7c780bef-f8d3-4d23-a35d-3c7004030c64" providerId="ADAL" clId="{61C78025-9E46-466F-873E-2DF94ED9C4E0}" dt="2023-06-14T10:10:05.986" v="10241" actId="20577"/>
        <pc:sldMkLst>
          <pc:docMk/>
          <pc:sldMk cId="1416403245" sldId="2147473771"/>
        </pc:sldMkLst>
        <pc:spChg chg="mod">
          <ac:chgData name="Uladzimir Litvinau" userId="7c780bef-f8d3-4d23-a35d-3c7004030c64" providerId="ADAL" clId="{61C78025-9E46-466F-873E-2DF94ED9C4E0}" dt="2023-06-12T09:42:28.847" v="3105"/>
          <ac:spMkLst>
            <pc:docMk/>
            <pc:sldMk cId="1416403245" sldId="2147473771"/>
            <ac:spMk id="2" creationId="{EE3E7B12-94E5-1E8A-9A20-C930CC8426EB}"/>
          </ac:spMkLst>
        </pc:spChg>
        <pc:spChg chg="mod">
          <ac:chgData name="Uladzimir Litvinau" userId="7c780bef-f8d3-4d23-a35d-3c7004030c64" providerId="ADAL" clId="{61C78025-9E46-466F-873E-2DF94ED9C4E0}" dt="2023-06-12T09:41:39.041" v="3085"/>
          <ac:spMkLst>
            <pc:docMk/>
            <pc:sldMk cId="1416403245" sldId="2147473771"/>
            <ac:spMk id="10" creationId="{1F88C411-8C59-AFA3-5C10-11E75FDF9817}"/>
          </ac:spMkLst>
        </pc:spChg>
      </pc:sldChg>
      <pc:sldChg chg="modSp add mod modTransition modNotesTx">
        <pc:chgData name="Uladzimir Litvinau" userId="7c780bef-f8d3-4d23-a35d-3c7004030c64" providerId="ADAL" clId="{61C78025-9E46-466F-873E-2DF94ED9C4E0}" dt="2023-06-12T12:05:21.534" v="5027"/>
        <pc:sldMkLst>
          <pc:docMk/>
          <pc:sldMk cId="155552058" sldId="2147473772"/>
        </pc:sldMkLst>
        <pc:spChg chg="mod">
          <ac:chgData name="Uladzimir Litvinau" userId="7c780bef-f8d3-4d23-a35d-3c7004030c64" providerId="ADAL" clId="{61C78025-9E46-466F-873E-2DF94ED9C4E0}" dt="2023-06-12T09:43:08.861" v="3113"/>
          <ac:spMkLst>
            <pc:docMk/>
            <pc:sldMk cId="155552058" sldId="2147473772"/>
            <ac:spMk id="2" creationId="{EE3E7B12-94E5-1E8A-9A20-C930CC8426EB}"/>
          </ac:spMkLst>
        </pc:spChg>
        <pc:spChg chg="mod">
          <ac:chgData name="Uladzimir Litvinau" userId="7c780bef-f8d3-4d23-a35d-3c7004030c64" providerId="ADAL" clId="{61C78025-9E46-466F-873E-2DF94ED9C4E0}" dt="2023-06-12T09:41:53.597" v="3092" actId="20577"/>
          <ac:spMkLst>
            <pc:docMk/>
            <pc:sldMk cId="155552058" sldId="2147473772"/>
            <ac:spMk id="10" creationId="{1F88C411-8C59-AFA3-5C10-11E75FDF9817}"/>
          </ac:spMkLst>
        </pc:spChg>
      </pc:sldChg>
      <pc:sldChg chg="modSp add mod modTransition modNotesTx">
        <pc:chgData name="Uladzimir Litvinau" userId="7c780bef-f8d3-4d23-a35d-3c7004030c64" providerId="ADAL" clId="{61C78025-9E46-466F-873E-2DF94ED9C4E0}" dt="2023-06-13T09:45:07.612" v="7525" actId="20577"/>
        <pc:sldMkLst>
          <pc:docMk/>
          <pc:sldMk cId="3332678650" sldId="2147473773"/>
        </pc:sldMkLst>
        <pc:spChg chg="mod">
          <ac:chgData name="Uladzimir Litvinau" userId="7c780bef-f8d3-4d23-a35d-3c7004030c64" providerId="ADAL" clId="{61C78025-9E46-466F-873E-2DF94ED9C4E0}" dt="2023-06-12T11:33:54.016" v="4396" actId="20577"/>
          <ac:spMkLst>
            <pc:docMk/>
            <pc:sldMk cId="3332678650" sldId="2147473773"/>
            <ac:spMk id="2" creationId="{EE3E7B12-94E5-1E8A-9A20-C930CC8426EB}"/>
          </ac:spMkLst>
        </pc:spChg>
        <pc:spChg chg="mod">
          <ac:chgData name="Uladzimir Litvinau" userId="7c780bef-f8d3-4d23-a35d-3c7004030c64" providerId="ADAL" clId="{61C78025-9E46-466F-873E-2DF94ED9C4E0}" dt="2023-06-12T09:42:00.496" v="3095" actId="20577"/>
          <ac:spMkLst>
            <pc:docMk/>
            <pc:sldMk cId="3332678650" sldId="2147473773"/>
            <ac:spMk id="10" creationId="{1F88C411-8C59-AFA3-5C10-11E75FDF9817}"/>
          </ac:spMkLst>
        </pc:spChg>
      </pc:sldChg>
      <pc:sldChg chg="modSp add mod modTransition modNotesTx">
        <pc:chgData name="Uladzimir Litvinau" userId="7c780bef-f8d3-4d23-a35d-3c7004030c64" providerId="ADAL" clId="{61C78025-9E46-466F-873E-2DF94ED9C4E0}" dt="2023-06-13T09:45:25.918" v="7549" actId="20577"/>
        <pc:sldMkLst>
          <pc:docMk/>
          <pc:sldMk cId="1619210280" sldId="2147473774"/>
        </pc:sldMkLst>
        <pc:spChg chg="mod">
          <ac:chgData name="Uladzimir Litvinau" userId="7c780bef-f8d3-4d23-a35d-3c7004030c64" providerId="ADAL" clId="{61C78025-9E46-466F-873E-2DF94ED9C4E0}" dt="2023-06-12T11:39:43.099" v="4465" actId="20577"/>
          <ac:spMkLst>
            <pc:docMk/>
            <pc:sldMk cId="1619210280" sldId="2147473774"/>
            <ac:spMk id="2" creationId="{EE3E7B12-94E5-1E8A-9A20-C930CC8426EB}"/>
          </ac:spMkLst>
        </pc:spChg>
        <pc:spChg chg="mod">
          <ac:chgData name="Uladzimir Litvinau" userId="7c780bef-f8d3-4d23-a35d-3c7004030c64" providerId="ADAL" clId="{61C78025-9E46-466F-873E-2DF94ED9C4E0}" dt="2023-06-12T11:34:18.808" v="4408"/>
          <ac:spMkLst>
            <pc:docMk/>
            <pc:sldMk cId="1619210280" sldId="2147473774"/>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2379865670" sldId="2147473775"/>
        </pc:sldMkLst>
        <pc:spChg chg="mod">
          <ac:chgData name="Uladzimir Litvinau" userId="7c780bef-f8d3-4d23-a35d-3c7004030c64" providerId="ADAL" clId="{61C78025-9E46-466F-873E-2DF94ED9C4E0}" dt="2023-06-12T11:40:42.544" v="4480"/>
          <ac:spMkLst>
            <pc:docMk/>
            <pc:sldMk cId="2379865670" sldId="2147473775"/>
            <ac:spMk id="2" creationId="{EE3E7B12-94E5-1E8A-9A20-C930CC8426EB}"/>
          </ac:spMkLst>
        </pc:spChg>
        <pc:spChg chg="mod">
          <ac:chgData name="Uladzimir Litvinau" userId="7c780bef-f8d3-4d23-a35d-3c7004030c64" providerId="ADAL" clId="{61C78025-9E46-466F-873E-2DF94ED9C4E0}" dt="2023-06-12T11:40:06.824" v="4470"/>
          <ac:spMkLst>
            <pc:docMk/>
            <pc:sldMk cId="2379865670" sldId="2147473775"/>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1941243125" sldId="2147473776"/>
        </pc:sldMkLst>
        <pc:spChg chg="mod">
          <ac:chgData name="Uladzimir Litvinau" userId="7c780bef-f8d3-4d23-a35d-3c7004030c64" providerId="ADAL" clId="{61C78025-9E46-466F-873E-2DF94ED9C4E0}" dt="2023-06-12T11:41:23.564" v="4492" actId="20577"/>
          <ac:spMkLst>
            <pc:docMk/>
            <pc:sldMk cId="1941243125" sldId="2147473776"/>
            <ac:spMk id="2" creationId="{EE3E7B12-94E5-1E8A-9A20-C930CC8426EB}"/>
          </ac:spMkLst>
        </pc:spChg>
        <pc:spChg chg="mod">
          <ac:chgData name="Uladzimir Litvinau" userId="7c780bef-f8d3-4d23-a35d-3c7004030c64" providerId="ADAL" clId="{61C78025-9E46-466F-873E-2DF94ED9C4E0}" dt="2023-06-12T11:41:03.418" v="4483"/>
          <ac:spMkLst>
            <pc:docMk/>
            <pc:sldMk cId="1941243125" sldId="2147473776"/>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3028625648" sldId="2147473777"/>
        </pc:sldMkLst>
        <pc:spChg chg="mod">
          <ac:chgData name="Uladzimir Litvinau" userId="7c780bef-f8d3-4d23-a35d-3c7004030c64" providerId="ADAL" clId="{61C78025-9E46-466F-873E-2DF94ED9C4E0}" dt="2023-06-12T11:43:07.427" v="4508"/>
          <ac:spMkLst>
            <pc:docMk/>
            <pc:sldMk cId="3028625648" sldId="2147473777"/>
            <ac:spMk id="2" creationId="{EE3E7B12-94E5-1E8A-9A20-C930CC8426EB}"/>
          </ac:spMkLst>
        </pc:spChg>
        <pc:spChg chg="mod">
          <ac:chgData name="Uladzimir Litvinau" userId="7c780bef-f8d3-4d23-a35d-3c7004030c64" providerId="ADAL" clId="{61C78025-9E46-466F-873E-2DF94ED9C4E0}" dt="2023-06-12T11:42:06.578" v="4499" actId="14100"/>
          <ac:spMkLst>
            <pc:docMk/>
            <pc:sldMk cId="3028625648" sldId="2147473777"/>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2890595070" sldId="2147473778"/>
        </pc:sldMkLst>
        <pc:spChg chg="mod">
          <ac:chgData name="Uladzimir Litvinau" userId="7c780bef-f8d3-4d23-a35d-3c7004030c64" providerId="ADAL" clId="{61C78025-9E46-466F-873E-2DF94ED9C4E0}" dt="2023-06-12T11:47:41.623" v="4523" actId="20577"/>
          <ac:spMkLst>
            <pc:docMk/>
            <pc:sldMk cId="2890595070" sldId="2147473778"/>
            <ac:spMk id="2" creationId="{EE3E7B12-94E5-1E8A-9A20-C930CC8426EB}"/>
          </ac:spMkLst>
        </pc:spChg>
        <pc:spChg chg="mod">
          <ac:chgData name="Uladzimir Litvinau" userId="7c780bef-f8d3-4d23-a35d-3c7004030c64" providerId="ADAL" clId="{61C78025-9E46-466F-873E-2DF94ED9C4E0}" dt="2023-06-12T11:43:23.303" v="4512" actId="14100"/>
          <ac:spMkLst>
            <pc:docMk/>
            <pc:sldMk cId="2890595070" sldId="2147473778"/>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3169304169" sldId="2147473779"/>
        </pc:sldMkLst>
        <pc:spChg chg="mod">
          <ac:chgData name="Uladzimir Litvinau" userId="7c780bef-f8d3-4d23-a35d-3c7004030c64" providerId="ADAL" clId="{61C78025-9E46-466F-873E-2DF94ED9C4E0}" dt="2023-06-12T11:48:54.501" v="4536"/>
          <ac:spMkLst>
            <pc:docMk/>
            <pc:sldMk cId="3169304169" sldId="2147473779"/>
            <ac:spMk id="2" creationId="{EE3E7B12-94E5-1E8A-9A20-C930CC8426EB}"/>
          </ac:spMkLst>
        </pc:spChg>
        <pc:spChg chg="mod">
          <ac:chgData name="Uladzimir Litvinau" userId="7c780bef-f8d3-4d23-a35d-3c7004030c64" providerId="ADAL" clId="{61C78025-9E46-466F-873E-2DF94ED9C4E0}" dt="2023-06-12T11:48:17.868" v="4527"/>
          <ac:spMkLst>
            <pc:docMk/>
            <pc:sldMk cId="3169304169" sldId="2147473779"/>
            <ac:spMk id="10" creationId="{1F88C411-8C59-AFA3-5C10-11E75FDF9817}"/>
          </ac:spMkLst>
        </pc:spChg>
      </pc:sldChg>
      <pc:sldChg chg="modSp add mod modTransition modNotesTx">
        <pc:chgData name="Uladzimir Litvinau" userId="7c780bef-f8d3-4d23-a35d-3c7004030c64" providerId="ADAL" clId="{61C78025-9E46-466F-873E-2DF94ED9C4E0}" dt="2023-06-12T12:05:21.534" v="5027"/>
        <pc:sldMkLst>
          <pc:docMk/>
          <pc:sldMk cId="4245322407" sldId="2147473780"/>
        </pc:sldMkLst>
        <pc:spChg chg="mod">
          <ac:chgData name="Uladzimir Litvinau" userId="7c780bef-f8d3-4d23-a35d-3c7004030c64" providerId="ADAL" clId="{61C78025-9E46-466F-873E-2DF94ED9C4E0}" dt="2023-06-12T11:50:14.095" v="4552"/>
          <ac:spMkLst>
            <pc:docMk/>
            <pc:sldMk cId="4245322407" sldId="2147473780"/>
            <ac:spMk id="2" creationId="{EE3E7B12-94E5-1E8A-9A20-C930CC8426EB}"/>
          </ac:spMkLst>
        </pc:spChg>
        <pc:spChg chg="mod">
          <ac:chgData name="Uladzimir Litvinau" userId="7c780bef-f8d3-4d23-a35d-3c7004030c64" providerId="ADAL" clId="{61C78025-9E46-466F-873E-2DF94ED9C4E0}" dt="2023-06-12T11:49:30.510" v="4540"/>
          <ac:spMkLst>
            <pc:docMk/>
            <pc:sldMk cId="4245322407" sldId="2147473780"/>
            <ac:spMk id="10" creationId="{1F88C411-8C59-AFA3-5C10-11E75FDF9817}"/>
          </ac:spMkLst>
        </pc:spChg>
      </pc:sldChg>
      <pc:sldChg chg="modSp add mod modTransition modNotesTx">
        <pc:chgData name="Uladzimir Litvinau" userId="7c780bef-f8d3-4d23-a35d-3c7004030c64" providerId="ADAL" clId="{61C78025-9E46-466F-873E-2DF94ED9C4E0}" dt="2023-06-12T12:05:21.534" v="5027"/>
        <pc:sldMkLst>
          <pc:docMk/>
          <pc:sldMk cId="2343442935" sldId="2147473781"/>
        </pc:sldMkLst>
        <pc:spChg chg="mod">
          <ac:chgData name="Uladzimir Litvinau" userId="7c780bef-f8d3-4d23-a35d-3c7004030c64" providerId="ADAL" clId="{61C78025-9E46-466F-873E-2DF94ED9C4E0}" dt="2023-06-12T11:52:11.417" v="4669"/>
          <ac:spMkLst>
            <pc:docMk/>
            <pc:sldMk cId="2343442935" sldId="2147473781"/>
            <ac:spMk id="2" creationId="{EE3E7B12-94E5-1E8A-9A20-C930CC8426EB}"/>
          </ac:spMkLst>
        </pc:spChg>
        <pc:spChg chg="mod">
          <ac:chgData name="Uladzimir Litvinau" userId="7c780bef-f8d3-4d23-a35d-3c7004030c64" providerId="ADAL" clId="{61C78025-9E46-466F-873E-2DF94ED9C4E0}" dt="2023-06-12T11:51:36.296" v="4662"/>
          <ac:spMkLst>
            <pc:docMk/>
            <pc:sldMk cId="2343442935" sldId="2147473781"/>
            <ac:spMk id="10" creationId="{1F88C411-8C59-AFA3-5C10-11E75FDF9817}"/>
          </ac:spMkLst>
        </pc:spChg>
      </pc:sldChg>
      <pc:sldChg chg="modSp add mod modTransition">
        <pc:chgData name="Uladzimir Litvinau" userId="7c780bef-f8d3-4d23-a35d-3c7004030c64" providerId="ADAL" clId="{61C78025-9E46-466F-873E-2DF94ED9C4E0}" dt="2023-06-13T07:23:42.088" v="6118" actId="20577"/>
        <pc:sldMkLst>
          <pc:docMk/>
          <pc:sldMk cId="3805640432" sldId="2147473782"/>
        </pc:sldMkLst>
        <pc:spChg chg="mod">
          <ac:chgData name="Uladzimir Litvinau" userId="7c780bef-f8d3-4d23-a35d-3c7004030c64" providerId="ADAL" clId="{61C78025-9E46-466F-873E-2DF94ED9C4E0}" dt="2023-06-13T07:23:42.088" v="6118" actId="20577"/>
          <ac:spMkLst>
            <pc:docMk/>
            <pc:sldMk cId="3805640432" sldId="2147473782"/>
            <ac:spMk id="2" creationId="{EE3E7B12-94E5-1E8A-9A20-C930CC8426EB}"/>
          </ac:spMkLst>
        </pc:spChg>
        <pc:spChg chg="mod">
          <ac:chgData name="Uladzimir Litvinau" userId="7c780bef-f8d3-4d23-a35d-3c7004030c64" providerId="ADAL" clId="{61C78025-9E46-466F-873E-2DF94ED9C4E0}" dt="2023-06-12T11:53:29.669" v="4808" actId="20577"/>
          <ac:spMkLst>
            <pc:docMk/>
            <pc:sldMk cId="3805640432" sldId="2147473782"/>
            <ac:spMk id="10" creationId="{1F88C411-8C59-AFA3-5C10-11E75FDF9817}"/>
          </ac:spMkLst>
        </pc:spChg>
      </pc:sldChg>
      <pc:sldChg chg="modSp add del mod modTransition">
        <pc:chgData name="Uladzimir Litvinau" userId="7c780bef-f8d3-4d23-a35d-3c7004030c64" providerId="ADAL" clId="{61C78025-9E46-466F-873E-2DF94ED9C4E0}" dt="2023-06-13T07:22:13.391" v="6097"/>
        <pc:sldMkLst>
          <pc:docMk/>
          <pc:sldMk cId="3173873053" sldId="2147473783"/>
        </pc:sldMkLst>
        <pc:spChg chg="mod">
          <ac:chgData name="Uladzimir Litvinau" userId="7c780bef-f8d3-4d23-a35d-3c7004030c64" providerId="ADAL" clId="{61C78025-9E46-466F-873E-2DF94ED9C4E0}" dt="2023-06-13T07:22:13.391" v="6097"/>
          <ac:spMkLst>
            <pc:docMk/>
            <pc:sldMk cId="3173873053" sldId="2147473783"/>
            <ac:spMk id="2" creationId="{EE3E7B12-94E5-1E8A-9A20-C930CC8426EB}"/>
          </ac:spMkLst>
        </pc:spChg>
        <pc:spChg chg="mod">
          <ac:chgData name="Uladzimir Litvinau" userId="7c780bef-f8d3-4d23-a35d-3c7004030c64" providerId="ADAL" clId="{61C78025-9E46-466F-873E-2DF94ED9C4E0}" dt="2023-06-12T11:54:17.305" v="4829"/>
          <ac:spMkLst>
            <pc:docMk/>
            <pc:sldMk cId="3173873053" sldId="2147473783"/>
            <ac:spMk id="10" creationId="{1F88C411-8C59-AFA3-5C10-11E75FDF9817}"/>
          </ac:spMkLst>
        </pc:spChg>
      </pc:sldChg>
      <pc:sldChg chg="modSp add mod modTransition">
        <pc:chgData name="Uladzimir Litvinau" userId="7c780bef-f8d3-4d23-a35d-3c7004030c64" providerId="ADAL" clId="{61C78025-9E46-466F-873E-2DF94ED9C4E0}" dt="2023-06-12T12:05:21.534" v="5027"/>
        <pc:sldMkLst>
          <pc:docMk/>
          <pc:sldMk cId="317305034" sldId="2147473784"/>
        </pc:sldMkLst>
        <pc:spChg chg="mod">
          <ac:chgData name="Uladzimir Litvinau" userId="7c780bef-f8d3-4d23-a35d-3c7004030c64" providerId="ADAL" clId="{61C78025-9E46-466F-873E-2DF94ED9C4E0}" dt="2023-06-12T11:57:02.578" v="4883"/>
          <ac:spMkLst>
            <pc:docMk/>
            <pc:sldMk cId="317305034" sldId="2147473784"/>
            <ac:spMk id="2" creationId="{EE3E7B12-94E5-1E8A-9A20-C930CC8426EB}"/>
          </ac:spMkLst>
        </pc:spChg>
        <pc:spChg chg="mod">
          <ac:chgData name="Uladzimir Litvinau" userId="7c780bef-f8d3-4d23-a35d-3c7004030c64" providerId="ADAL" clId="{61C78025-9E46-466F-873E-2DF94ED9C4E0}" dt="2023-06-12T11:56:24.933" v="4876" actId="20577"/>
          <ac:spMkLst>
            <pc:docMk/>
            <pc:sldMk cId="317305034" sldId="2147473784"/>
            <ac:spMk id="10" creationId="{1F88C411-8C59-AFA3-5C10-11E75FDF9817}"/>
          </ac:spMkLst>
        </pc:spChg>
      </pc:sldChg>
      <pc:sldChg chg="delSp modSp add mod modTransition modNotesTx">
        <pc:chgData name="Uladzimir Litvinau" userId="7c780bef-f8d3-4d23-a35d-3c7004030c64" providerId="ADAL" clId="{61C78025-9E46-466F-873E-2DF94ED9C4E0}" dt="2023-06-14T11:15:02.232" v="10936" actId="20577"/>
        <pc:sldMkLst>
          <pc:docMk/>
          <pc:sldMk cId="862857461" sldId="2147473785"/>
        </pc:sldMkLst>
        <pc:spChg chg="mod">
          <ac:chgData name="Uladzimir Litvinau" userId="7c780bef-f8d3-4d23-a35d-3c7004030c64" providerId="ADAL" clId="{61C78025-9E46-466F-873E-2DF94ED9C4E0}" dt="2023-06-12T12:00:27.766" v="4979" actId="20577"/>
          <ac:spMkLst>
            <pc:docMk/>
            <pc:sldMk cId="862857461" sldId="2147473785"/>
            <ac:spMk id="3" creationId="{7FE0072B-F5BB-B847-8290-F50BF0BBDDEE}"/>
          </ac:spMkLst>
        </pc:spChg>
        <pc:spChg chg="mod">
          <ac:chgData name="Uladzimir Litvinau" userId="7c780bef-f8d3-4d23-a35d-3c7004030c64" providerId="ADAL" clId="{61C78025-9E46-466F-873E-2DF94ED9C4E0}" dt="2023-06-12T12:06:56.459" v="5030" actId="20577"/>
          <ac:spMkLst>
            <pc:docMk/>
            <pc:sldMk cId="862857461" sldId="2147473785"/>
            <ac:spMk id="9" creationId="{62F09D45-D9C9-DC4A-B5E8-1951F8CB1E58}"/>
          </ac:spMkLst>
        </pc:spChg>
        <pc:spChg chg="del">
          <ac:chgData name="Uladzimir Litvinau" userId="7c780bef-f8d3-4d23-a35d-3c7004030c64" providerId="ADAL" clId="{61C78025-9E46-466F-873E-2DF94ED9C4E0}" dt="2023-06-13T07:04:14.747" v="5922" actId="478"/>
          <ac:spMkLst>
            <pc:docMk/>
            <pc:sldMk cId="862857461" sldId="2147473785"/>
            <ac:spMk id="10" creationId="{F72D9C00-F666-22A7-4AA5-3EE636BD331B}"/>
          </ac:spMkLst>
        </pc:spChg>
      </pc:sldChg>
      <pc:sldChg chg="delSp modSp add mod ord">
        <pc:chgData name="Uladzimir Litvinau" userId="7c780bef-f8d3-4d23-a35d-3c7004030c64" providerId="ADAL" clId="{61C78025-9E46-466F-873E-2DF94ED9C4E0}" dt="2023-06-13T07:06:19.642" v="6023" actId="20577"/>
        <pc:sldMkLst>
          <pc:docMk/>
          <pc:sldMk cId="245338789" sldId="2147473786"/>
        </pc:sldMkLst>
        <pc:spChg chg="mod">
          <ac:chgData name="Uladzimir Litvinau" userId="7c780bef-f8d3-4d23-a35d-3c7004030c64" providerId="ADAL" clId="{61C78025-9E46-466F-873E-2DF94ED9C4E0}" dt="2023-06-13T07:04:19.373" v="5930" actId="20577"/>
          <ac:spMkLst>
            <pc:docMk/>
            <pc:sldMk cId="245338789" sldId="2147473786"/>
            <ac:spMk id="3" creationId="{7FE0072B-F5BB-B847-8290-F50BF0BBDDEE}"/>
          </ac:spMkLst>
        </pc:spChg>
        <pc:spChg chg="mod">
          <ac:chgData name="Uladzimir Litvinau" userId="7c780bef-f8d3-4d23-a35d-3c7004030c64" providerId="ADAL" clId="{61C78025-9E46-466F-873E-2DF94ED9C4E0}" dt="2023-06-13T07:06:19.642" v="6023" actId="20577"/>
          <ac:spMkLst>
            <pc:docMk/>
            <pc:sldMk cId="245338789" sldId="2147473786"/>
            <ac:spMk id="9" creationId="{62F09D45-D9C9-DC4A-B5E8-1951F8CB1E58}"/>
          </ac:spMkLst>
        </pc:spChg>
        <pc:spChg chg="del">
          <ac:chgData name="Uladzimir Litvinau" userId="7c780bef-f8d3-4d23-a35d-3c7004030c64" providerId="ADAL" clId="{61C78025-9E46-466F-873E-2DF94ED9C4E0}" dt="2023-06-13T07:04:07.238" v="5920" actId="478"/>
          <ac:spMkLst>
            <pc:docMk/>
            <pc:sldMk cId="245338789" sldId="2147473786"/>
            <ac:spMk id="10" creationId="{F72D9C00-F666-22A7-4AA5-3EE636BD331B}"/>
          </ac:spMkLst>
        </pc:spChg>
      </pc:sldChg>
      <pc:sldChg chg="modSp add mod modAnim">
        <pc:chgData name="Uladzimir Litvinau" userId="7c780bef-f8d3-4d23-a35d-3c7004030c64" providerId="ADAL" clId="{61C78025-9E46-466F-873E-2DF94ED9C4E0}" dt="2023-06-14T07:55:02.830" v="7829"/>
        <pc:sldMkLst>
          <pc:docMk/>
          <pc:sldMk cId="306702682" sldId="2147473787"/>
        </pc:sldMkLst>
        <pc:spChg chg="mod">
          <ac:chgData name="Uladzimir Litvinau" userId="7c780bef-f8d3-4d23-a35d-3c7004030c64" providerId="ADAL" clId="{61C78025-9E46-466F-873E-2DF94ED9C4E0}" dt="2023-06-14T07:53:34.844" v="7821" actId="255"/>
          <ac:spMkLst>
            <pc:docMk/>
            <pc:sldMk cId="306702682" sldId="2147473787"/>
            <ac:spMk id="2" creationId="{EE3E7B12-94E5-1E8A-9A20-C930CC8426EB}"/>
          </ac:spMkLst>
        </pc:spChg>
      </pc:sldChg>
      <pc:sldMasterChg chg="delSldLayout">
        <pc:chgData name="Uladzimir Litvinau" userId="7c780bef-f8d3-4d23-a35d-3c7004030c64" providerId="ADAL" clId="{61C78025-9E46-466F-873E-2DF94ED9C4E0}" dt="2023-06-12T11:57:05.587" v="4884" actId="47"/>
        <pc:sldMasterMkLst>
          <pc:docMk/>
          <pc:sldMasterMk cId="3725765521" sldId="2147483902"/>
        </pc:sldMasterMkLst>
        <pc:sldLayoutChg chg="del">
          <pc:chgData name="Uladzimir Litvinau" userId="7c780bef-f8d3-4d23-a35d-3c7004030c64" providerId="ADAL" clId="{61C78025-9E46-466F-873E-2DF94ED9C4E0}" dt="2023-06-12T11:57:05.587" v="4884" actId="47"/>
          <pc:sldLayoutMkLst>
            <pc:docMk/>
            <pc:sldMasterMk cId="3725765521" sldId="2147483902"/>
            <pc:sldLayoutMk cId="1219559493" sldId="2147483982"/>
          </pc:sldLayoutMkLst>
        </pc:sldLayoutChg>
      </pc:sldMasterChg>
    </pc:docChg>
  </pc:docChgLst>
  <pc:docChgLst>
    <pc:chgData name="Uladzimir Litvinau" userId="S::uladzimir_litvinau@epam.com::7c780bef-f8d3-4d23-a35d-3c7004030c64" providerId="AD" clId="Web-{C97FFAAF-3BC0-BB73-3146-1F6D455BA63E}"/>
    <pc:docChg chg="modSld">
      <pc:chgData name="Uladzimir Litvinau" userId="S::uladzimir_litvinau@epam.com::7c780bef-f8d3-4d23-a35d-3c7004030c64" providerId="AD" clId="Web-{C97FFAAF-3BC0-BB73-3146-1F6D455BA63E}" dt="2023-11-08T17:42:55.549" v="26"/>
      <pc:docMkLst>
        <pc:docMk/>
      </pc:docMkLst>
      <pc:sldChg chg="modNotes">
        <pc:chgData name="Uladzimir Litvinau" userId="S::uladzimir_litvinau@epam.com::7c780bef-f8d3-4d23-a35d-3c7004030c64" providerId="AD" clId="Web-{C97FFAAF-3BC0-BB73-3146-1F6D455BA63E}" dt="2023-11-08T17:42:55.549" v="26"/>
        <pc:sldMkLst>
          <pc:docMk/>
          <pc:sldMk cId="3260582597" sldId="2147473788"/>
        </pc:sldMkLst>
      </pc:sldChg>
    </pc:docChg>
  </pc:docChgLst>
  <pc:docChgLst>
    <pc:chgData name="Uladzimir Litvinau" userId="S::uladzimir_litvinau@epam.com::7c780bef-f8d3-4d23-a35d-3c7004030c64" providerId="AD" clId="Web-{A715FEFE-7E8A-F1FC-879C-5316EF65EE32}"/>
    <pc:docChg chg="addSld delSld modSld">
      <pc:chgData name="Uladzimir Litvinau" userId="S::uladzimir_litvinau@epam.com::7c780bef-f8d3-4d23-a35d-3c7004030c64" providerId="AD" clId="Web-{A715FEFE-7E8A-F1FC-879C-5316EF65EE32}" dt="2023-10-30T12:41:13.785" v="14" actId="20577"/>
      <pc:docMkLst>
        <pc:docMk/>
      </pc:docMkLst>
      <pc:sldChg chg="modSp">
        <pc:chgData name="Uladzimir Litvinau" userId="S::uladzimir_litvinau@epam.com::7c780bef-f8d3-4d23-a35d-3c7004030c64" providerId="AD" clId="Web-{A715FEFE-7E8A-F1FC-879C-5316EF65EE32}" dt="2023-10-30T12:01:20.687" v="7" actId="20577"/>
        <pc:sldMkLst>
          <pc:docMk/>
          <pc:sldMk cId="718389635" sldId="276"/>
        </pc:sldMkLst>
        <pc:spChg chg="mod">
          <ac:chgData name="Uladzimir Litvinau" userId="S::uladzimir_litvinau@epam.com::7c780bef-f8d3-4d23-a35d-3c7004030c64" providerId="AD" clId="Web-{A715FEFE-7E8A-F1FC-879C-5316EF65EE32}" dt="2023-10-30T12:01:20.687" v="7" actId="20577"/>
          <ac:spMkLst>
            <pc:docMk/>
            <pc:sldMk cId="718389635" sldId="276"/>
            <ac:spMk id="7" creationId="{29E0C092-AE0B-0448-668B-0D2D276D31C0}"/>
          </ac:spMkLst>
        </pc:spChg>
      </pc:sldChg>
      <pc:sldChg chg="add del">
        <pc:chgData name="Uladzimir Litvinau" userId="S::uladzimir_litvinau@epam.com::7c780bef-f8d3-4d23-a35d-3c7004030c64" providerId="AD" clId="Web-{A715FEFE-7E8A-F1FC-879C-5316EF65EE32}" dt="2023-10-30T12:01:02.561" v="3"/>
        <pc:sldMkLst>
          <pc:docMk/>
          <pc:sldMk cId="2978622595" sldId="2146847410"/>
        </pc:sldMkLst>
      </pc:sldChg>
      <pc:sldChg chg="modSp">
        <pc:chgData name="Uladzimir Litvinau" userId="S::uladzimir_litvinau@epam.com::7c780bef-f8d3-4d23-a35d-3c7004030c64" providerId="AD" clId="Web-{A715FEFE-7E8A-F1FC-879C-5316EF65EE32}" dt="2023-10-30T12:31:13.518" v="9" actId="20577"/>
        <pc:sldMkLst>
          <pc:docMk/>
          <pc:sldMk cId="96084815" sldId="2147473753"/>
        </pc:sldMkLst>
        <pc:spChg chg="mod">
          <ac:chgData name="Uladzimir Litvinau" userId="S::uladzimir_litvinau@epam.com::7c780bef-f8d3-4d23-a35d-3c7004030c64" providerId="AD" clId="Web-{A715FEFE-7E8A-F1FC-879C-5316EF65EE32}" dt="2023-10-30T12:31:13.518" v="9" actId="20577"/>
          <ac:spMkLst>
            <pc:docMk/>
            <pc:sldMk cId="96084815" sldId="2147473753"/>
            <ac:spMk id="9" creationId="{43E65A60-BFF6-5D2C-96CA-C0DCDBCDC9B7}"/>
          </ac:spMkLst>
        </pc:spChg>
      </pc:sldChg>
      <pc:sldChg chg="modSp">
        <pc:chgData name="Uladzimir Litvinau" userId="S::uladzimir_litvinau@epam.com::7c780bef-f8d3-4d23-a35d-3c7004030c64" providerId="AD" clId="Web-{A715FEFE-7E8A-F1FC-879C-5316EF65EE32}" dt="2023-10-30T12:34:08.054" v="10" actId="20577"/>
        <pc:sldMkLst>
          <pc:docMk/>
          <pc:sldMk cId="4293770624" sldId="2147473757"/>
        </pc:sldMkLst>
        <pc:spChg chg="mod">
          <ac:chgData name="Uladzimir Litvinau" userId="S::uladzimir_litvinau@epam.com::7c780bef-f8d3-4d23-a35d-3c7004030c64" providerId="AD" clId="Web-{A715FEFE-7E8A-F1FC-879C-5316EF65EE32}" dt="2023-10-30T12:34:08.054" v="10" actId="20577"/>
          <ac:spMkLst>
            <pc:docMk/>
            <pc:sldMk cId="4293770624" sldId="2147473757"/>
            <ac:spMk id="7" creationId="{9A782F51-3745-A52C-11FA-4F80E5F83E5B}"/>
          </ac:spMkLst>
        </pc:spChg>
      </pc:sldChg>
      <pc:sldChg chg="modSp">
        <pc:chgData name="Uladzimir Litvinau" userId="S::uladzimir_litvinau@epam.com::7c780bef-f8d3-4d23-a35d-3c7004030c64" providerId="AD" clId="Web-{A715FEFE-7E8A-F1FC-879C-5316EF65EE32}" dt="2023-10-30T12:41:13.785" v="14" actId="20577"/>
        <pc:sldMkLst>
          <pc:docMk/>
          <pc:sldMk cId="306702682" sldId="2147473787"/>
        </pc:sldMkLst>
        <pc:spChg chg="mod">
          <ac:chgData name="Uladzimir Litvinau" userId="S::uladzimir_litvinau@epam.com::7c780bef-f8d3-4d23-a35d-3c7004030c64" providerId="AD" clId="Web-{A715FEFE-7E8A-F1FC-879C-5316EF65EE32}" dt="2023-10-30T12:41:13.785" v="14" actId="20577"/>
          <ac:spMkLst>
            <pc:docMk/>
            <pc:sldMk cId="306702682" sldId="2147473787"/>
            <ac:spMk id="2" creationId="{EE3E7B12-94E5-1E8A-9A20-C930CC8426EB}"/>
          </ac:spMkLst>
        </pc:spChg>
      </pc:sldChg>
      <pc:sldChg chg="add">
        <pc:chgData name="Uladzimir Litvinau" userId="S::uladzimir_litvinau@epam.com::7c780bef-f8d3-4d23-a35d-3c7004030c64" providerId="AD" clId="Web-{A715FEFE-7E8A-F1FC-879C-5316EF65EE32}" dt="2023-10-30T12:00:59.795" v="2"/>
        <pc:sldMkLst>
          <pc:docMk/>
          <pc:sldMk cId="3260582597" sldId="2147473788"/>
        </pc:sldMkLst>
      </pc:sldChg>
    </pc:docChg>
  </pc:docChgLst>
  <pc:docChgLst>
    <pc:chgData name="Uladzimir Litvinau" userId="S::uladzimir_litvinau@epam.com::7c780bef-f8d3-4d23-a35d-3c7004030c64" providerId="AD" clId="Web-{04410035-C070-6907-F43C-C82CE222EA26}"/>
    <pc:docChg chg="modSld">
      <pc:chgData name="Uladzimir Litvinau" userId="S::uladzimir_litvinau@epam.com::7c780bef-f8d3-4d23-a35d-3c7004030c64" providerId="AD" clId="Web-{04410035-C070-6907-F43C-C82CE222EA26}" dt="2023-12-21T14:23:23.673" v="7"/>
      <pc:docMkLst>
        <pc:docMk/>
      </pc:docMkLst>
      <pc:sldChg chg="modSp">
        <pc:chgData name="Uladzimir Litvinau" userId="S::uladzimir_litvinau@epam.com::7c780bef-f8d3-4d23-a35d-3c7004030c64" providerId="AD" clId="Web-{04410035-C070-6907-F43C-C82CE222EA26}" dt="2023-12-21T14:23:23.673" v="7"/>
        <pc:sldMkLst>
          <pc:docMk/>
          <pc:sldMk cId="3710291466" sldId="2147473760"/>
        </pc:sldMkLst>
        <pc:graphicFrameChg chg="mod modGraphic">
          <ac:chgData name="Uladzimir Litvinau" userId="S::uladzimir_litvinau@epam.com::7c780bef-f8d3-4d23-a35d-3c7004030c64" providerId="AD" clId="Web-{04410035-C070-6907-F43C-C82CE222EA26}" dt="2023-12-21T14:23:23.673" v="7"/>
          <ac:graphicFrameMkLst>
            <pc:docMk/>
            <pc:sldMk cId="3710291466" sldId="2147473760"/>
            <ac:graphicFrameMk id="13" creationId="{113D7873-3B68-A9E8-E792-242A59445F41}"/>
          </ac:graphicFrameMkLst>
        </pc:graphicFrameChg>
      </pc:sldChg>
    </pc:docChg>
  </pc:docChgLst>
  <pc:docChgLst>
    <pc:chgData name="Uladzimir Litvinau" userId="S::uladzimir_litvinau@epam.com::7c780bef-f8d3-4d23-a35d-3c7004030c64" providerId="AD" clId="Web-{DA759936-5E6B-A02E-006A-5A82F742355F}"/>
    <pc:docChg chg="modSld">
      <pc:chgData name="Uladzimir Litvinau" userId="S::uladzimir_litvinau@epam.com::7c780bef-f8d3-4d23-a35d-3c7004030c64" providerId="AD" clId="Web-{DA759936-5E6B-A02E-006A-5A82F742355F}" dt="2023-11-10T16:41:57.928" v="72" actId="20577"/>
      <pc:docMkLst>
        <pc:docMk/>
      </pc:docMkLst>
      <pc:sldChg chg="modSp">
        <pc:chgData name="Uladzimir Litvinau" userId="S::uladzimir_litvinau@epam.com::7c780bef-f8d3-4d23-a35d-3c7004030c64" providerId="AD" clId="Web-{DA759936-5E6B-A02E-006A-5A82F742355F}" dt="2023-11-10T16:41:57.928" v="72" actId="20577"/>
        <pc:sldMkLst>
          <pc:docMk/>
          <pc:sldMk cId="2849265882" sldId="2142532923"/>
        </pc:sldMkLst>
        <pc:spChg chg="mod">
          <ac:chgData name="Uladzimir Litvinau" userId="S::uladzimir_litvinau@epam.com::7c780bef-f8d3-4d23-a35d-3c7004030c64" providerId="AD" clId="Web-{DA759936-5E6B-A02E-006A-5A82F742355F}" dt="2023-11-10T16:41:57.928" v="72" actId="20577"/>
          <ac:spMkLst>
            <pc:docMk/>
            <pc:sldMk cId="2849265882" sldId="2142532923"/>
            <ac:spMk id="3" creationId="{573800C7-CFA5-4D6B-83C2-B244AF1CE67F}"/>
          </ac:spMkLst>
        </pc:spChg>
      </pc:sldChg>
      <pc:sldChg chg="modNotes">
        <pc:chgData name="Uladzimir Litvinau" userId="S::uladzimir_litvinau@epam.com::7c780bef-f8d3-4d23-a35d-3c7004030c64" providerId="AD" clId="Web-{DA759936-5E6B-A02E-006A-5A82F742355F}" dt="2023-11-10T16:23:23.173" v="53"/>
        <pc:sldMkLst>
          <pc:docMk/>
          <pc:sldMk cId="2378474052" sldId="2147473759"/>
        </pc:sldMkLst>
      </pc:sldChg>
      <pc:sldChg chg="modSp">
        <pc:chgData name="Uladzimir Litvinau" userId="S::uladzimir_litvinau@epam.com::7c780bef-f8d3-4d23-a35d-3c7004030c64" providerId="AD" clId="Web-{DA759936-5E6B-A02E-006A-5A82F742355F}" dt="2023-11-10T16:20:55.475" v="2" actId="20577"/>
        <pc:sldMkLst>
          <pc:docMk/>
          <pc:sldMk cId="306702682" sldId="2147473787"/>
        </pc:sldMkLst>
        <pc:spChg chg="mod">
          <ac:chgData name="Uladzimir Litvinau" userId="S::uladzimir_litvinau@epam.com::7c780bef-f8d3-4d23-a35d-3c7004030c64" providerId="AD" clId="Web-{DA759936-5E6B-A02E-006A-5A82F742355F}" dt="2023-11-10T16:20:55.475" v="2" actId="20577"/>
          <ac:spMkLst>
            <pc:docMk/>
            <pc:sldMk cId="306702682" sldId="2147473787"/>
            <ac:spMk id="2" creationId="{EE3E7B12-94E5-1E8A-9A20-C930CC8426EB}"/>
          </ac:spMkLst>
        </pc:spChg>
      </pc:sldChg>
    </pc:docChg>
  </pc:docChgLst>
  <pc:docChgLst>
    <pc:chgData name="Uladzimir Litvinau" userId="7c780bef-f8d3-4d23-a35d-3c7004030c64" providerId="ADAL" clId="{9E9DF2C7-6ABE-43B4-B5FF-53CFC136EF38}"/>
    <pc:docChg chg="modSld">
      <pc:chgData name="Uladzimir Litvinau" userId="7c780bef-f8d3-4d23-a35d-3c7004030c64" providerId="ADAL" clId="{9E9DF2C7-6ABE-43B4-B5FF-53CFC136EF38}" dt="2024-04-18T14:49:26.937" v="124" actId="20577"/>
      <pc:docMkLst>
        <pc:docMk/>
      </pc:docMkLst>
      <pc:sldChg chg="modSp mod">
        <pc:chgData name="Uladzimir Litvinau" userId="7c780bef-f8d3-4d23-a35d-3c7004030c64" providerId="ADAL" clId="{9E9DF2C7-6ABE-43B4-B5FF-53CFC136EF38}" dt="2024-04-18T14:49:26.937" v="124" actId="20577"/>
        <pc:sldMkLst>
          <pc:docMk/>
          <pc:sldMk cId="718389635" sldId="276"/>
        </pc:sldMkLst>
        <pc:spChg chg="mod">
          <ac:chgData name="Uladzimir Litvinau" userId="7c780bef-f8d3-4d23-a35d-3c7004030c64" providerId="ADAL" clId="{9E9DF2C7-6ABE-43B4-B5FF-53CFC136EF38}" dt="2024-04-18T14:49:26.937" v="124" actId="20577"/>
          <ac:spMkLst>
            <pc:docMk/>
            <pc:sldMk cId="718389635" sldId="276"/>
            <ac:spMk id="7" creationId="{29E0C092-AE0B-0448-668B-0D2D276D31C0}"/>
          </ac:spMkLst>
        </pc:spChg>
      </pc:sldChg>
      <pc:sldChg chg="modSp mod">
        <pc:chgData name="Uladzimir Litvinau" userId="7c780bef-f8d3-4d23-a35d-3c7004030c64" providerId="ADAL" clId="{9E9DF2C7-6ABE-43B4-B5FF-53CFC136EF38}" dt="2024-04-18T14:11:49.126" v="4" actId="20577"/>
        <pc:sldMkLst>
          <pc:docMk/>
          <pc:sldMk cId="3710291466" sldId="2147473760"/>
        </pc:sldMkLst>
        <pc:graphicFrameChg chg="modGraphic">
          <ac:chgData name="Uladzimir Litvinau" userId="7c780bef-f8d3-4d23-a35d-3c7004030c64" providerId="ADAL" clId="{9E9DF2C7-6ABE-43B4-B5FF-53CFC136EF38}" dt="2024-04-18T14:11:49.126" v="4" actId="20577"/>
          <ac:graphicFrameMkLst>
            <pc:docMk/>
            <pc:sldMk cId="3710291466" sldId="2147473760"/>
            <ac:graphicFrameMk id="13" creationId="{113D7873-3B68-A9E8-E792-242A59445F41}"/>
          </ac:graphicFrameMkLst>
        </pc:graphicFrameChg>
      </pc:sldChg>
      <pc:sldChg chg="modNotesTx">
        <pc:chgData name="Uladzimir Litvinau" userId="7c780bef-f8d3-4d23-a35d-3c7004030c64" providerId="ADAL" clId="{9E9DF2C7-6ABE-43B4-B5FF-53CFC136EF38}" dt="2024-04-18T14:25:00.580" v="108" actId="20577"/>
        <pc:sldMkLst>
          <pc:docMk/>
          <pc:sldMk cId="2379865670" sldId="2147473775"/>
        </pc:sldMkLst>
      </pc:sldChg>
      <pc:sldChg chg="modNotesTx">
        <pc:chgData name="Uladzimir Litvinau" userId="7c780bef-f8d3-4d23-a35d-3c7004030c64" providerId="ADAL" clId="{9E9DF2C7-6ABE-43B4-B5FF-53CFC136EF38}" dt="2024-04-18T14:25:08.904" v="109" actId="20577"/>
        <pc:sldMkLst>
          <pc:docMk/>
          <pc:sldMk cId="1941243125" sldId="2147473776"/>
        </pc:sldMkLst>
      </pc:sldChg>
      <pc:sldChg chg="modNotesTx">
        <pc:chgData name="Uladzimir Litvinau" userId="7c780bef-f8d3-4d23-a35d-3c7004030c64" providerId="ADAL" clId="{9E9DF2C7-6ABE-43B4-B5FF-53CFC136EF38}" dt="2024-04-18T14:25:16.041" v="111" actId="20577"/>
        <pc:sldMkLst>
          <pc:docMk/>
          <pc:sldMk cId="3028625648" sldId="2147473777"/>
        </pc:sldMkLst>
      </pc:sldChg>
      <pc:sldChg chg="modNotesTx">
        <pc:chgData name="Uladzimir Litvinau" userId="7c780bef-f8d3-4d23-a35d-3c7004030c64" providerId="ADAL" clId="{9E9DF2C7-6ABE-43B4-B5FF-53CFC136EF38}" dt="2024-04-18T14:25:18.882" v="113" actId="20577"/>
        <pc:sldMkLst>
          <pc:docMk/>
          <pc:sldMk cId="2890595070" sldId="2147473778"/>
        </pc:sldMkLst>
      </pc:sldChg>
      <pc:sldChg chg="modNotesTx">
        <pc:chgData name="Uladzimir Litvinau" userId="7c780bef-f8d3-4d23-a35d-3c7004030c64" providerId="ADAL" clId="{9E9DF2C7-6ABE-43B4-B5FF-53CFC136EF38}" dt="2024-04-18T14:25:26.816" v="114" actId="20577"/>
        <pc:sldMkLst>
          <pc:docMk/>
          <pc:sldMk cId="3169304169" sldId="2147473779"/>
        </pc:sldMkLst>
      </pc:sldChg>
      <pc:sldChg chg="modNotesTx">
        <pc:chgData name="Uladzimir Litvinau" userId="7c780bef-f8d3-4d23-a35d-3c7004030c64" providerId="ADAL" clId="{9E9DF2C7-6ABE-43B4-B5FF-53CFC136EF38}" dt="2024-04-18T14:26:02.268" v="117" actId="20577"/>
        <pc:sldMkLst>
          <pc:docMk/>
          <pc:sldMk cId="3805640432" sldId="2147473782"/>
        </pc:sldMkLst>
      </pc:sldChg>
      <pc:sldChg chg="modNotesTx">
        <pc:chgData name="Uladzimir Litvinau" userId="7c780bef-f8d3-4d23-a35d-3c7004030c64" providerId="ADAL" clId="{9E9DF2C7-6ABE-43B4-B5FF-53CFC136EF38}" dt="2024-04-18T14:25:55.475" v="116" actId="20577"/>
        <pc:sldMkLst>
          <pc:docMk/>
          <pc:sldMk cId="3173873053" sldId="2147473783"/>
        </pc:sldMkLst>
      </pc:sldChg>
      <pc:sldChg chg="modNotesTx">
        <pc:chgData name="Uladzimir Litvinau" userId="7c780bef-f8d3-4d23-a35d-3c7004030c64" providerId="ADAL" clId="{9E9DF2C7-6ABE-43B4-B5FF-53CFC136EF38}" dt="2024-04-18T14:25:51.963" v="115" actId="20577"/>
        <pc:sldMkLst>
          <pc:docMk/>
          <pc:sldMk cId="317305034" sldId="2147473784"/>
        </pc:sldMkLst>
      </pc:sldChg>
      <pc:sldChg chg="modSp mod">
        <pc:chgData name="Uladzimir Litvinau" userId="7c780bef-f8d3-4d23-a35d-3c7004030c64" providerId="ADAL" clId="{9E9DF2C7-6ABE-43B4-B5FF-53CFC136EF38}" dt="2024-04-18T14:49:09.798" v="119" actId="20577"/>
        <pc:sldMkLst>
          <pc:docMk/>
          <pc:sldMk cId="3260582597" sldId="2147473788"/>
        </pc:sldMkLst>
        <pc:spChg chg="mod">
          <ac:chgData name="Uladzimir Litvinau" userId="7c780bef-f8d3-4d23-a35d-3c7004030c64" providerId="ADAL" clId="{9E9DF2C7-6ABE-43B4-B5FF-53CFC136EF38}" dt="2024-04-18T14:49:09.798" v="119" actId="20577"/>
          <ac:spMkLst>
            <pc:docMk/>
            <pc:sldMk cId="3260582597" sldId="2147473788"/>
            <ac:spMk id="19" creationId="{1C004F51-E7DB-4857-AA9C-D4AEE3C336E1}"/>
          </ac:spMkLst>
        </pc:spChg>
      </pc:sldChg>
    </pc:docChg>
  </pc:docChgLst>
  <pc:docChgLst>
    <pc:chgData name="Uladzimir Litvinau" userId="S::uladzimir_litvinau@epam.com::7c780bef-f8d3-4d23-a35d-3c7004030c64" providerId="AD" clId="Web-{7B86B5BF-5399-A748-58E1-E1900748A88C}"/>
    <pc:docChg chg="modSld">
      <pc:chgData name="Uladzimir Litvinau" userId="S::uladzimir_litvinau@epam.com::7c780bef-f8d3-4d23-a35d-3c7004030c64" providerId="AD" clId="Web-{7B86B5BF-5399-A748-58E1-E1900748A88C}" dt="2023-10-31T09:28:05.787" v="13"/>
      <pc:docMkLst>
        <pc:docMk/>
      </pc:docMkLst>
      <pc:sldChg chg="modSp">
        <pc:chgData name="Uladzimir Litvinau" userId="S::uladzimir_litvinau@epam.com::7c780bef-f8d3-4d23-a35d-3c7004030c64" providerId="AD" clId="Web-{7B86B5BF-5399-A748-58E1-E1900748A88C}" dt="2023-10-31T09:28:05.787" v="13"/>
        <pc:sldMkLst>
          <pc:docMk/>
          <pc:sldMk cId="3710291466" sldId="2147473760"/>
        </pc:sldMkLst>
        <pc:graphicFrameChg chg="mod modGraphic">
          <ac:chgData name="Uladzimir Litvinau" userId="S::uladzimir_litvinau@epam.com::7c780bef-f8d3-4d23-a35d-3c7004030c64" providerId="AD" clId="Web-{7B86B5BF-5399-A748-58E1-E1900748A88C}" dt="2023-10-31T09:28:05.787" v="13"/>
          <ac:graphicFrameMkLst>
            <pc:docMk/>
            <pc:sldMk cId="3710291466" sldId="2147473760"/>
            <ac:graphicFrameMk id="13" creationId="{113D7873-3B68-A9E8-E792-242A59445F41}"/>
          </ac:graphicFrameMkLst>
        </pc:graphicFrameChg>
      </pc:sldChg>
    </pc:docChg>
  </pc:docChgLst>
  <pc:docChgLst>
    <pc:chgData name="Uladzimir Litvinau" userId="S::uladzimir_litvinau@epam.com::7c780bef-f8d3-4d23-a35d-3c7004030c64" providerId="AD" clId="Web-{CB5EF99A-E087-A60F-DC3B-5A879136EAF4}"/>
    <pc:docChg chg="modSld">
      <pc:chgData name="Uladzimir Litvinau" userId="S::uladzimir_litvinau@epam.com::7c780bef-f8d3-4d23-a35d-3c7004030c64" providerId="AD" clId="Web-{CB5EF99A-E087-A60F-DC3B-5A879136EAF4}" dt="2023-11-13T08:06:57.452" v="131"/>
      <pc:docMkLst>
        <pc:docMk/>
      </pc:docMkLst>
      <pc:sldChg chg="modNotes">
        <pc:chgData name="Uladzimir Litvinau" userId="S::uladzimir_litvinau@epam.com::7c780bef-f8d3-4d23-a35d-3c7004030c64" providerId="AD" clId="Web-{CB5EF99A-E087-A60F-DC3B-5A879136EAF4}" dt="2023-11-13T07:04:37.273" v="47"/>
        <pc:sldMkLst>
          <pc:docMk/>
          <pc:sldMk cId="2849265882" sldId="2142532923"/>
        </pc:sldMkLst>
      </pc:sldChg>
      <pc:sldChg chg="modNotes">
        <pc:chgData name="Uladzimir Litvinau" userId="S::uladzimir_litvinau@epam.com::7c780bef-f8d3-4d23-a35d-3c7004030c64" providerId="AD" clId="Web-{CB5EF99A-E087-A60F-DC3B-5A879136EAF4}" dt="2023-11-13T08:06:57.452" v="131"/>
        <pc:sldMkLst>
          <pc:docMk/>
          <pc:sldMk cId="96084815" sldId="214747375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08D0B5-BF3A-554F-80FC-A074450C3E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A"/>
          </a:p>
        </p:txBody>
      </p:sp>
      <p:sp>
        <p:nvSpPr>
          <p:cNvPr id="3" name="Date Placeholder 2">
            <a:extLst>
              <a:ext uri="{FF2B5EF4-FFF2-40B4-BE49-F238E27FC236}">
                <a16:creationId xmlns:a16="http://schemas.microsoft.com/office/drawing/2014/main" id="{E347ED76-2BF9-364D-B606-CED8889332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93D15F2-AF1D-174A-8EBC-18F72BB20644}" type="datetimeFigureOut">
              <a:rPr lang="en-UA" smtClean="0"/>
              <a:t>04/18/2024</a:t>
            </a:fld>
            <a:endParaRPr lang="en-UA"/>
          </a:p>
        </p:txBody>
      </p:sp>
      <p:sp>
        <p:nvSpPr>
          <p:cNvPr id="4" name="Footer Placeholder 3">
            <a:extLst>
              <a:ext uri="{FF2B5EF4-FFF2-40B4-BE49-F238E27FC236}">
                <a16:creationId xmlns:a16="http://schemas.microsoft.com/office/drawing/2014/main" id="{93F599BA-0460-454B-B2F6-85704619C95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A"/>
          </a:p>
        </p:txBody>
      </p:sp>
      <p:sp>
        <p:nvSpPr>
          <p:cNvPr id="5" name="Slide Number Placeholder 4">
            <a:extLst>
              <a:ext uri="{FF2B5EF4-FFF2-40B4-BE49-F238E27FC236}">
                <a16:creationId xmlns:a16="http://schemas.microsoft.com/office/drawing/2014/main" id="{9FB1AD2A-CA2C-B540-A246-8C489C07154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393A6D-45B3-B841-B083-0C1C6E65BDBE}" type="slidenum">
              <a:rPr lang="en-UA" smtClean="0"/>
              <a:t>‹#›</a:t>
            </a:fld>
            <a:endParaRPr lang="en-UA"/>
          </a:p>
        </p:txBody>
      </p:sp>
    </p:spTree>
    <p:extLst>
      <p:ext uri="{BB962C8B-B14F-4D97-AF65-F5344CB8AC3E}">
        <p14:creationId xmlns:p14="http://schemas.microsoft.com/office/powerpoint/2010/main" val="140296521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C6FCFA-8F7E-D34F-97AA-B90D793A898C}" type="datetimeFigureOut">
              <a:rPr lang="en-UA" smtClean="0"/>
              <a:t>04/18/2024</a:t>
            </a:fld>
            <a:endParaRPr lang="en-U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DD4F66-B7F7-7041-8E00-958804099F79}" type="slidenum">
              <a:rPr lang="en-UA" smtClean="0"/>
              <a:t>‹#›</a:t>
            </a:fld>
            <a:endParaRPr lang="en-UA"/>
          </a:p>
        </p:txBody>
      </p:sp>
    </p:spTree>
    <p:extLst>
      <p:ext uri="{BB962C8B-B14F-4D97-AF65-F5344CB8AC3E}">
        <p14:creationId xmlns:p14="http://schemas.microsoft.com/office/powerpoint/2010/main" val="500989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hbr.org/1993/03/the-discipline-of-teams-2"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imd.org/reflections/leadership-skill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imd.org/reflections/leadership-skill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freshbooks.com/hub/other/tuckmans-theory"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en.wikipedia.org/wiki/Mental_model" TargetMode="External"/><Relationship Id="rId5" Type="http://schemas.openxmlformats.org/officeDocument/2006/relationships/hyperlink" Target="https://en.wikipedia.org/wiki/Tuckman%27s_stages_of_group_development#cite_note-:0-12" TargetMode="External"/><Relationship Id="rId4" Type="http://schemas.openxmlformats.org/officeDocument/2006/relationships/hyperlink" Target="https://www.wcupa.edu/coral/tuckmanStagesGroupDelvelopment.aspx"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online.hbs.edu/blog/post/the-fundamental-attribution-error"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no objections, I’ll switch on recording of the session</a:t>
            </a:r>
          </a:p>
          <a:p>
            <a:r>
              <a:rPr lang="en-US" dirty="0"/>
              <a:t>Thank you for making the time to attend this session</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B172747E-5BCD-4334-93E7-ED225465B0DD}" type="slidenum">
              <a:rPr lang="en-US" smtClean="0"/>
              <a:pPr/>
              <a:t>1</a:t>
            </a:fld>
            <a:endParaRPr lang="en-US"/>
          </a:p>
        </p:txBody>
      </p:sp>
    </p:spTree>
    <p:extLst>
      <p:ext uri="{BB962C8B-B14F-4D97-AF65-F5344CB8AC3E}">
        <p14:creationId xmlns:p14="http://schemas.microsoft.com/office/powerpoint/2010/main" val="3593480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panose="020F0502020204030204"/>
              </a:rPr>
              <a:t>So just to run you through what I'd like to cover today</a:t>
            </a:r>
          </a:p>
          <a:p>
            <a:pPr marL="228600" indent="-228600">
              <a:buAutoNum type="arabicParenR"/>
            </a:pPr>
            <a:r>
              <a:rPr lang="en-US" dirty="0"/>
              <a:t>Speaker – this is the most important part, it’ll take 1h 20 mins at least</a:t>
            </a:r>
            <a:endParaRPr lang="en-US" dirty="0">
              <a:cs typeface="Calibri"/>
            </a:endParaRPr>
          </a:p>
          <a:p>
            <a:pPr marL="228600" indent="-228600">
              <a:buAutoNum type="arabicParenR"/>
            </a:pPr>
            <a:r>
              <a:rPr lang="en-US" dirty="0"/>
              <a:t>Rules – how we’ll work TOGETHER today</a:t>
            </a:r>
          </a:p>
          <a:p>
            <a:pPr marL="228600" indent="-228600">
              <a:buAutoNum type="arabicParenR"/>
            </a:pPr>
            <a:r>
              <a:rPr lang="en-US" dirty="0"/>
              <a:t>How to learn? – if you don’t know, or even if you think that you know – it will be helpful to remind it</a:t>
            </a:r>
          </a:p>
          <a:p>
            <a:pPr marL="228600" indent="-228600">
              <a:buAutoNum type="arabicParenR" startAt="7"/>
            </a:pPr>
            <a:r>
              <a:rPr lang="en-US" dirty="0"/>
              <a:t>Use cases – our main activity for today, we’ll play a virtual team leading path with new team – from it’s start, till the end, and we’ll try to find a solutions for a different situations and problems</a:t>
            </a:r>
          </a:p>
          <a:p>
            <a:pPr marL="0" indent="0">
              <a:buNone/>
            </a:pPr>
            <a:endParaRPr lang="en-US" dirty="0"/>
          </a:p>
        </p:txBody>
      </p:sp>
      <p:sp>
        <p:nvSpPr>
          <p:cNvPr id="4" name="Slide Number Placeholder 3"/>
          <p:cNvSpPr>
            <a:spLocks noGrp="1"/>
          </p:cNvSpPr>
          <p:nvPr>
            <p:ph type="sldNum" sz="quarter" idx="5"/>
          </p:nvPr>
        </p:nvSpPr>
        <p:spPr/>
        <p:txBody>
          <a:bodyPr/>
          <a:lstStyle/>
          <a:p>
            <a:fld id="{B172747E-5BCD-4334-93E7-ED225465B0DD}" type="slidenum">
              <a:rPr lang="en-US" smtClean="0"/>
              <a:pPr/>
              <a:t>2</a:t>
            </a:fld>
            <a:endParaRPr lang="en-US"/>
          </a:p>
        </p:txBody>
      </p:sp>
    </p:spTree>
    <p:extLst>
      <p:ext uri="{BB962C8B-B14F-4D97-AF65-F5344CB8AC3E}">
        <p14:creationId xmlns:p14="http://schemas.microsoft.com/office/powerpoint/2010/main" val="742351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 truly leading enjoyer, my area of interest is to be able to build production from scratch </a:t>
            </a:r>
            <a:r>
              <a:rPr lang="en-US" b="0" i="0" dirty="0">
                <a:solidFill>
                  <a:srgbClr val="3C4043"/>
                </a:solidFill>
                <a:effectLst/>
                <a:latin typeface="Roboto" panose="02000000000000000000" pitchFamily="2" charset="0"/>
              </a:rPr>
              <a:t>both from a technological point of view and from the point of view of people.</a:t>
            </a:r>
            <a:endParaRPr lang="en-US" dirty="0"/>
          </a:p>
          <a:p>
            <a:endParaRPr lang="en-US" dirty="0"/>
          </a:p>
          <a:p>
            <a:r>
              <a:rPr lang="en-US" dirty="0"/>
              <a:t>On WALG-CORE project I’ve been executing many roles – team lead, NFR stream lead, and the most important is BE Guild lead – you can say that it was team lead of team leads role. My main task were to help to build an agile teams, and to build a big distributed team from those agile teams and their leads. </a:t>
            </a:r>
          </a:p>
          <a:p>
            <a:r>
              <a:rPr lang="en-US" dirty="0"/>
              <a:t>Very interesting, very challenging job – and regarding feedbacks I was able to do it.</a:t>
            </a:r>
          </a:p>
          <a:p>
            <a:endParaRPr lang="en-US" dirty="0"/>
          </a:p>
          <a:p>
            <a:r>
              <a:rPr lang="en-US" dirty="0"/>
              <a:t>With growing responsibilities.</a:t>
            </a:r>
          </a:p>
        </p:txBody>
      </p:sp>
      <p:sp>
        <p:nvSpPr>
          <p:cNvPr id="4" name="Slide Number Placeholder 3"/>
          <p:cNvSpPr>
            <a:spLocks noGrp="1"/>
          </p:cNvSpPr>
          <p:nvPr>
            <p:ph type="sldNum" sz="quarter" idx="5"/>
          </p:nvPr>
        </p:nvSpPr>
        <p:spPr/>
        <p:txBody>
          <a:bodyPr/>
          <a:lstStyle/>
          <a:p>
            <a:fld id="{95DD4F66-B7F7-7041-8E00-958804099F79}" type="slidenum">
              <a:rPr lang="en-UA" smtClean="0"/>
              <a:t>3</a:t>
            </a:fld>
            <a:endParaRPr lang="en-UA"/>
          </a:p>
        </p:txBody>
      </p:sp>
    </p:spTree>
    <p:extLst>
      <p:ext uri="{BB962C8B-B14F-4D97-AF65-F5344CB8AC3E}">
        <p14:creationId xmlns:p14="http://schemas.microsoft.com/office/powerpoint/2010/main" val="2925953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Processes and known rules</a:t>
            </a:r>
          </a:p>
          <a:p>
            <a:endParaRPr lang="en-US" dirty="0"/>
          </a:p>
          <a:p>
            <a:r>
              <a:rPr lang="en-US" dirty="0"/>
              <a:t>Even if you think that you have nothing to say, from my practice, you actually do, and it could be very interesting and unusual vision of situation</a:t>
            </a:r>
          </a:p>
          <a:p>
            <a:r>
              <a:rPr lang="en-US" dirty="0"/>
              <a:t>Listen to a different opinions and to extracting the knowledge from them – this is one of our goals for today.</a:t>
            </a:r>
          </a:p>
          <a:p>
            <a:endParaRPr lang="en-US" dirty="0">
              <a:cs typeface="Calibri" panose="020F0502020204030204"/>
            </a:endParaRPr>
          </a:p>
          <a:p>
            <a:r>
              <a:rPr lang="en-US" dirty="0">
                <a:cs typeface="Calibri" panose="020F0502020204030204"/>
              </a:rPr>
              <a:t>If you'd like me to elaborate</a:t>
            </a:r>
            <a:r>
              <a:rPr lang="en-US">
                <a:cs typeface="Calibri" panose="020F0502020204030204"/>
              </a:rPr>
              <a:t> on any poing please ask</a:t>
            </a:r>
          </a:p>
          <a:p>
            <a:endParaRPr lang="en-US" dirty="0"/>
          </a:p>
          <a:p>
            <a:r>
              <a:rPr lang="en-US" dirty="0"/>
              <a:t>Ask to raise hands those who are ready to work today</a:t>
            </a:r>
          </a:p>
          <a:p>
            <a:endParaRPr lang="en-US" dirty="0">
              <a:cs typeface="Calibri" panose="020F0502020204030204"/>
            </a:endParaRPr>
          </a:p>
          <a:p>
            <a:r>
              <a:rPr lang="en-US" dirty="0">
                <a:cs typeface="Calibri" panose="020F0502020204030204"/>
              </a:rPr>
              <a:t>By the end of my talk you'll have a clear plan of how to build a team and how to act if different situations.</a:t>
            </a:r>
          </a:p>
          <a:p>
            <a:endParaRPr lang="en-US" dirty="0">
              <a:cs typeface="Calibri" panose="020F0502020204030204"/>
            </a:endParaRPr>
          </a:p>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fld id="{95DD4F66-B7F7-7041-8E00-958804099F79}" type="slidenum">
              <a:rPr lang="en-UA" smtClean="0"/>
              <a:t>4</a:t>
            </a:fld>
            <a:endParaRPr lang="en-UA"/>
          </a:p>
        </p:txBody>
      </p:sp>
    </p:spTree>
    <p:extLst>
      <p:ext uri="{BB962C8B-B14F-4D97-AF65-F5344CB8AC3E}">
        <p14:creationId xmlns:p14="http://schemas.microsoft.com/office/powerpoint/2010/main" val="4072852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ok to try and to understand that it’s not yours – I’ll say more, it anyway will be a very valuable experience, that will help you to work as a developer too.</a:t>
            </a:r>
          </a:p>
        </p:txBody>
      </p:sp>
      <p:sp>
        <p:nvSpPr>
          <p:cNvPr id="4" name="Slide Number Placeholder 3"/>
          <p:cNvSpPr>
            <a:spLocks noGrp="1"/>
          </p:cNvSpPr>
          <p:nvPr>
            <p:ph type="sldNum" sz="quarter" idx="5"/>
          </p:nvPr>
        </p:nvSpPr>
        <p:spPr/>
        <p:txBody>
          <a:bodyPr/>
          <a:lstStyle/>
          <a:p>
            <a:fld id="{95DD4F66-B7F7-7041-8E00-958804099F79}" type="slidenum">
              <a:rPr lang="en-UA" smtClean="0"/>
              <a:t>5</a:t>
            </a:fld>
            <a:endParaRPr lang="en-UA"/>
          </a:p>
        </p:txBody>
      </p:sp>
    </p:spTree>
    <p:extLst>
      <p:ext uri="{BB962C8B-B14F-4D97-AF65-F5344CB8AC3E}">
        <p14:creationId xmlns:p14="http://schemas.microsoft.com/office/powerpoint/2010/main" val="2627732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are we talking about it? Because I need to teach you today, you need to learn today, and as a leads you’ll need to teach your team all the time during your work – that’s why! </a:t>
            </a:r>
          </a:p>
          <a:p>
            <a:endParaRPr lang="en-US" dirty="0"/>
          </a:p>
          <a:p>
            <a:r>
              <a:rPr lang="en-US" dirty="0"/>
              <a:t>Authority – java script is just an improved java, child will just take my point of view, but an adult has his own experience, and such approach won’t work.</a:t>
            </a:r>
          </a:p>
          <a:p>
            <a:endParaRPr lang="en-US" dirty="0"/>
          </a:p>
          <a:p>
            <a:r>
              <a:rPr lang="en-US" dirty="0"/>
              <a:t>Children</a:t>
            </a:r>
          </a:p>
          <a:p>
            <a:r>
              <a:rPr lang="en-US" dirty="0"/>
              <a:t>Adults – 90% is self education</a:t>
            </a:r>
          </a:p>
          <a:p>
            <a:r>
              <a:rPr lang="en-US" dirty="0"/>
              <a:t>1. Rely on others to decide what’s to be learned.</a:t>
            </a:r>
            <a:endParaRPr lang="en-US" dirty="0">
              <a:cs typeface="Calibri"/>
            </a:endParaRPr>
          </a:p>
          <a:p>
            <a:r>
              <a:rPr lang="en-US" dirty="0"/>
              <a:t>1. Decide for themselves what they want to learn.</a:t>
            </a:r>
            <a:endParaRPr lang="en-US" dirty="0">
              <a:cs typeface="Calibri"/>
            </a:endParaRPr>
          </a:p>
          <a:p>
            <a:r>
              <a:rPr lang="en-US" dirty="0"/>
              <a:t>Not always or necessarily. It depends on what children: age, gender, socio-economic and cultural background, teaching and learning experience at home, in school, etc.</a:t>
            </a:r>
            <a:endParaRPr lang="en-US" dirty="0">
              <a:cs typeface="Calibri"/>
            </a:endParaRPr>
          </a:p>
          <a:p>
            <a:r>
              <a:rPr lang="en-US" dirty="0"/>
              <a:t>Not always. It depends on what adults: age, gender, socio-economic and cultural background, educational level, etc.</a:t>
            </a:r>
            <a:endParaRPr lang="en-US" dirty="0">
              <a:cs typeface="Calibri"/>
            </a:endParaRPr>
          </a:p>
          <a:p>
            <a:r>
              <a:rPr lang="en-US" dirty="0"/>
              <a:t>2. Accept information at face value.</a:t>
            </a:r>
            <a:endParaRPr lang="en-US" dirty="0">
              <a:cs typeface="Calibri"/>
            </a:endParaRPr>
          </a:p>
          <a:p>
            <a:r>
              <a:rPr lang="en-US" dirty="0"/>
              <a:t>2. Question information, need to validate.</a:t>
            </a:r>
            <a:endParaRPr lang="en-US" dirty="0">
              <a:cs typeface="Calibri"/>
            </a:endParaRPr>
          </a:p>
          <a:p>
            <a:r>
              <a:rPr lang="en-US" dirty="0"/>
              <a:t>Not necessarily. Same as 1.</a:t>
            </a:r>
            <a:endParaRPr lang="en-US" dirty="0">
              <a:cs typeface="Calibri"/>
            </a:endParaRPr>
          </a:p>
          <a:p>
            <a:r>
              <a:rPr lang="en-US" dirty="0"/>
              <a:t>Not necessarily. Same as 1.</a:t>
            </a:r>
            <a:endParaRPr lang="en-US" dirty="0">
              <a:cs typeface="Calibri"/>
            </a:endParaRPr>
          </a:p>
          <a:p>
            <a:r>
              <a:rPr lang="en-US" dirty="0"/>
              <a:t>3. Expect learned information to be useful in the future.</a:t>
            </a:r>
            <a:endParaRPr lang="en-US" dirty="0">
              <a:cs typeface="Calibri"/>
            </a:endParaRPr>
          </a:p>
          <a:p>
            <a:r>
              <a:rPr lang="en-US" dirty="0"/>
              <a:t>Expect information to be useful now.</a:t>
            </a:r>
            <a:endParaRPr lang="en-US" dirty="0">
              <a:cs typeface="Calibri"/>
            </a:endParaRPr>
          </a:p>
          <a:p>
            <a:r>
              <a:rPr lang="en-US" dirty="0"/>
              <a:t>Not necessarily.</a:t>
            </a:r>
            <a:endParaRPr lang="en-US" dirty="0">
              <a:cs typeface="Calibri"/>
            </a:endParaRPr>
          </a:p>
          <a:p>
            <a:r>
              <a:rPr lang="en-US" dirty="0"/>
              <a:t>Many children (i.e. older children, the poor) would expect to learn something that they see useful and relevant now.</a:t>
            </a:r>
            <a:endParaRPr lang="en-US" dirty="0">
              <a:cs typeface="Calibri"/>
            </a:endParaRPr>
          </a:p>
          <a:p>
            <a:r>
              <a:rPr lang="en-US" dirty="0"/>
              <a:t>Are clean slates with little or no experience.</a:t>
            </a:r>
            <a:endParaRPr lang="en-US" dirty="0">
              <a:cs typeface="Calibri"/>
            </a:endParaRPr>
          </a:p>
          <a:p>
            <a:r>
              <a:rPr lang="en-US" dirty="0"/>
              <a:t>Are full slates with lots of experience.</a:t>
            </a:r>
            <a:endParaRPr lang="en-US" dirty="0">
              <a:cs typeface="Calibri"/>
            </a:endParaRPr>
          </a:p>
          <a:p>
            <a:r>
              <a:rPr lang="en-US" dirty="0"/>
              <a:t>Children are never clean slates. They have knowledge and experience no matter their age.</a:t>
            </a:r>
            <a:endParaRPr lang="en-US" dirty="0">
              <a:cs typeface="Calibri"/>
            </a:endParaRPr>
          </a:p>
          <a:p>
            <a:r>
              <a:rPr lang="en-US" dirty="0"/>
              <a:t>No one is ever a full slate. Adult learners may have no experience (knowledge and skills) in some specific areas.</a:t>
            </a:r>
            <a:endParaRPr lang="en-US" dirty="0">
              <a:cs typeface="Calibri"/>
            </a:endParaRPr>
          </a:p>
          <a:p>
            <a:r>
              <a:rPr lang="en-US" dirty="0"/>
              <a:t>Have limited ability to be a resources to classmates.</a:t>
            </a:r>
            <a:endParaRPr lang="en-US" dirty="0">
              <a:cs typeface="Calibri"/>
            </a:endParaRPr>
          </a:p>
          <a:p>
            <a:r>
              <a:rPr lang="en-US" dirty="0"/>
              <a:t>Significant ability to serve as resource to others.</a:t>
            </a:r>
            <a:endParaRPr lang="en-US" dirty="0">
              <a:cs typeface="Calibri"/>
            </a:endParaRPr>
          </a:p>
          <a:p>
            <a:r>
              <a:rPr lang="en-US" dirty="0"/>
              <a:t>Children have great abilities to help others, not only peers but also young people and adults.</a:t>
            </a:r>
            <a:endParaRPr lang="en-US" dirty="0">
              <a:cs typeface="Calibri"/>
            </a:endParaRPr>
          </a:p>
          <a:p>
            <a:r>
              <a:rPr lang="en-US" dirty="0"/>
              <a:t>Are content-centered.</a:t>
            </a:r>
            <a:endParaRPr lang="en-US" dirty="0">
              <a:cs typeface="Calibri"/>
            </a:endParaRPr>
          </a:p>
          <a:p>
            <a:r>
              <a:rPr lang="en-US" dirty="0"/>
              <a:t>Are process or problem-centered.</a:t>
            </a:r>
            <a:endParaRPr lang="en-US" dirty="0">
              <a:cs typeface="Calibri"/>
            </a:endParaRPr>
          </a:p>
          <a:p>
            <a:r>
              <a:rPr lang="en-US" dirty="0"/>
              <a:t>If given the chance, they also enjoy problem-solving and are interested in understanding the methodology and the process.</a:t>
            </a:r>
            <a:endParaRPr lang="en-US" dirty="0">
              <a:cs typeface="Calibri"/>
            </a:endParaRPr>
          </a:p>
          <a:p>
            <a:r>
              <a:rPr lang="en-US" dirty="0"/>
              <a:t>Many adults are also keen on information and content. It also depends on the content taught.</a:t>
            </a:r>
            <a:endParaRPr lang="en-US" dirty="0">
              <a:cs typeface="Calibri"/>
            </a:endParaRPr>
          </a:p>
          <a:p>
            <a:r>
              <a:rPr lang="en-US" dirty="0"/>
              <a:t>Are passively involved in learning.</a:t>
            </a:r>
            <a:endParaRPr lang="en-US" dirty="0">
              <a:cs typeface="Calibri"/>
            </a:endParaRPr>
          </a:p>
          <a:p>
            <a:r>
              <a:rPr lang="en-US" dirty="0"/>
              <a:t>Are actively involved in learning.</a:t>
            </a:r>
            <a:endParaRPr lang="en-US" dirty="0">
              <a:cs typeface="Calibri"/>
            </a:endParaRPr>
          </a:p>
          <a:p>
            <a:r>
              <a:rPr lang="en-US" dirty="0"/>
              <a:t>Because the school system often sets such rules. Children prefer to engage actively in learning.</a:t>
            </a:r>
            <a:endParaRPr lang="en-US" dirty="0">
              <a:cs typeface="Calibri"/>
            </a:endParaRPr>
          </a:p>
          <a:p>
            <a:r>
              <a:rPr lang="en-US" dirty="0"/>
              <a:t>Not necessarily, not always. Very often adults are also passive learners, conditioned by conventional education and training practices in and out of the school system.</a:t>
            </a:r>
            <a:endParaRPr lang="en-US" dirty="0">
              <a:cs typeface="Calibri"/>
            </a:endParaRPr>
          </a:p>
          <a:p>
            <a:r>
              <a:rPr lang="en-US" dirty="0"/>
              <a:t>Learning requires active involvement.</a:t>
            </a:r>
            <a:endParaRPr lang="en-US" dirty="0">
              <a:cs typeface="Calibri"/>
            </a:endParaRPr>
          </a:p>
          <a:p>
            <a:r>
              <a:rPr lang="en-US" dirty="0"/>
              <a:t> </a:t>
            </a:r>
            <a:endParaRPr lang="en-US" dirty="0">
              <a:cs typeface="Calibri"/>
            </a:endParaRPr>
          </a:p>
          <a:p>
            <a:r>
              <a:rPr lang="en-US" dirty="0"/>
              <a:t>Learn best in an authoritative environment.</a:t>
            </a:r>
            <a:endParaRPr lang="en-US" dirty="0">
              <a:cs typeface="Calibri"/>
            </a:endParaRPr>
          </a:p>
          <a:p>
            <a:r>
              <a:rPr lang="en-US" dirty="0"/>
              <a:t>Learn best in a collaborative environment.</a:t>
            </a:r>
            <a:endParaRPr lang="en-US" dirty="0">
              <a:cs typeface="Calibri"/>
            </a:endParaRPr>
          </a:p>
          <a:p>
            <a:r>
              <a:rPr lang="en-US" dirty="0"/>
              <a:t>Not generalizable.</a:t>
            </a:r>
            <a:endParaRPr lang="en-US" dirty="0">
              <a:cs typeface="Calibri"/>
            </a:endParaRPr>
          </a:p>
          <a:p>
            <a:r>
              <a:rPr lang="en-US" dirty="0"/>
              <a:t>Not generalizable.</a:t>
            </a:r>
            <a:endParaRPr lang="en-US" dirty="0">
              <a:cs typeface="Calibri"/>
            </a:endParaRPr>
          </a:p>
          <a:p>
            <a:r>
              <a:rPr lang="en-US" dirty="0"/>
              <a:t>If given the chance, children enjoy learning in flexible, non-fear environments.</a:t>
            </a:r>
            <a:endParaRPr lang="en-US" dirty="0">
              <a:cs typeface="Calibri"/>
            </a:endParaRPr>
          </a:p>
          <a:p>
            <a:r>
              <a:rPr lang="en-US" dirty="0"/>
              <a:t>Many adult learners prefer more structured, authoritative environments.</a:t>
            </a:r>
            <a:endParaRPr lang="en-US" dirty="0">
              <a:cs typeface="Calibri"/>
            </a:endParaRPr>
          </a:p>
          <a:p>
            <a:r>
              <a:rPr lang="en-US" dirty="0"/>
              <a:t>Are motivated by external rewards: grades, advancement, avoidance of punishment.</a:t>
            </a:r>
            <a:endParaRPr lang="en-US" dirty="0">
              <a:cs typeface="Calibri"/>
            </a:endParaRPr>
          </a:p>
          <a:p>
            <a:r>
              <a:rPr lang="en-US" dirty="0"/>
              <a:t>Are motivated internally: self-esteem, curiosity, love of learning, self-improvement.</a:t>
            </a:r>
            <a:endParaRPr lang="en-US" dirty="0">
              <a:cs typeface="Calibri"/>
            </a:endParaRPr>
          </a:p>
          <a:p>
            <a:r>
              <a:rPr lang="en-US" dirty="0"/>
              <a:t>Children may be also internally motivated - the best way to learn.</a:t>
            </a:r>
            <a:endParaRPr lang="en-US" dirty="0">
              <a:cs typeface="Calibri"/>
            </a:endParaRPr>
          </a:p>
          <a:p>
            <a:r>
              <a:rPr lang="en-US" dirty="0"/>
              <a:t>Adults are often also externally motivated. (Teacher training is often a typical example of institutionalized externally motivated learning).</a:t>
            </a:r>
            <a:endParaRPr lang="en-US" dirty="0">
              <a:cs typeface="Calibri"/>
            </a:endParaRPr>
          </a:p>
          <a:p>
            <a:endParaRPr lang="en-US" sz="800" dirty="0">
              <a:cs typeface="Calibri"/>
            </a:endParaRPr>
          </a:p>
          <a:p>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6</a:t>
            </a:fld>
            <a:endParaRPr lang="en-UA"/>
          </a:p>
        </p:txBody>
      </p:sp>
    </p:spTree>
    <p:extLst>
      <p:ext uri="{BB962C8B-B14F-4D97-AF65-F5344CB8AC3E}">
        <p14:creationId xmlns:p14="http://schemas.microsoft.com/office/powerpoint/2010/main" val="2622870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foundation for learning styles</a:t>
            </a:r>
          </a:p>
          <a:p>
            <a:r>
              <a:rPr lang="en-US" dirty="0"/>
              <a:t>All of you already have some experience and open cases, that’s why I can do a short overview of some theory that will be helpful for our use cases, but the main learning part will be when you’ll work on your homework after working on use cases today, and learning theory a more deep by your own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C1A5C0-E623-43AB-A512-CEFEA1371CF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4887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8</a:t>
            </a:fld>
            <a:endParaRPr lang="en-UA"/>
          </a:p>
        </p:txBody>
      </p:sp>
    </p:spTree>
    <p:extLst>
      <p:ext uri="{BB962C8B-B14F-4D97-AF65-F5344CB8AC3E}">
        <p14:creationId xmlns:p14="http://schemas.microsoft.com/office/powerpoint/2010/main" val="1040042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The Discipline of Teams (hbr.org)</a:t>
            </a:r>
          </a:p>
          <a:p>
            <a:r>
              <a:rPr lang="en-US" dirty="0">
                <a:ea typeface="Calibri" panose="020F0502020204030204"/>
                <a:cs typeface="Calibri" panose="020F0502020204030204"/>
              </a:rPr>
              <a:t>You have </a:t>
            </a:r>
            <a:r>
              <a:rPr lang="en-US" dirty="0"/>
              <a:t>responsibility </a:t>
            </a:r>
            <a:r>
              <a:rPr lang="en-US" dirty="0">
                <a:ea typeface="Calibri" panose="020F0502020204030204"/>
                <a:cs typeface="Calibri" panose="020F0502020204030204"/>
              </a:rPr>
              <a:t>among team</a:t>
            </a:r>
          </a:p>
        </p:txBody>
      </p:sp>
      <p:sp>
        <p:nvSpPr>
          <p:cNvPr id="4" name="Slide Number Placeholder 3"/>
          <p:cNvSpPr>
            <a:spLocks noGrp="1"/>
          </p:cNvSpPr>
          <p:nvPr>
            <p:ph type="sldNum" sz="quarter" idx="5"/>
          </p:nvPr>
        </p:nvSpPr>
        <p:spPr/>
        <p:txBody>
          <a:bodyPr/>
          <a:lstStyle/>
          <a:p>
            <a:fld id="{95DD4F66-B7F7-7041-8E00-958804099F79}" type="slidenum">
              <a:rPr lang="en-UA" smtClean="0"/>
              <a:t>9</a:t>
            </a:fld>
            <a:endParaRPr lang="en-UA"/>
          </a:p>
        </p:txBody>
      </p:sp>
    </p:spTree>
    <p:extLst>
      <p:ext uri="{BB962C8B-B14F-4D97-AF65-F5344CB8AC3E}">
        <p14:creationId xmlns:p14="http://schemas.microsoft.com/office/powerpoint/2010/main" val="178925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The 8 Key Leadership Skills You need to know in 2023 (imd.org)</a:t>
            </a: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10</a:t>
            </a:fld>
            <a:endParaRPr lang="en-UA"/>
          </a:p>
        </p:txBody>
      </p:sp>
    </p:spTree>
    <p:extLst>
      <p:ext uri="{BB962C8B-B14F-4D97-AF65-F5344CB8AC3E}">
        <p14:creationId xmlns:p14="http://schemas.microsoft.com/office/powerpoint/2010/main" val="3615238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Font typeface="Calibri" panose="020F0502020204030204" pitchFamily="34" charset="0"/>
              <a:buNone/>
              <a:tabLst>
                <a:tab pos="4298950" algn="l"/>
              </a:tabLst>
            </a:pPr>
            <a:r>
              <a:rPr lang="en-US" sz="2800" dirty="0">
                <a:hlinkClick r:id="rId3"/>
              </a:rPr>
              <a:t>The 8 Key Leadership Skills You need to know in 2023 (imd.org)</a:t>
            </a:r>
            <a:endParaRPr lang="en-US" sz="2800" dirty="0"/>
          </a:p>
          <a:p>
            <a:pPr marL="0" marR="0" lvl="0" indent="0">
              <a:spcBef>
                <a:spcPts val="0"/>
              </a:spcBef>
              <a:spcAft>
                <a:spcPts val="0"/>
              </a:spcAft>
              <a:buFont typeface="Calibri" panose="020F0502020204030204" pitchFamily="34" charset="0"/>
              <a:buNone/>
              <a:tabLst>
                <a:tab pos="429895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5A1FCF89-6DB3-9C4F-95AB-DF57473F9C3A}" type="slidenum">
              <a:rPr lang="en-GB" smtClean="0"/>
              <a:t>11</a:t>
            </a:fld>
            <a:endParaRPr lang="en-GB"/>
          </a:p>
        </p:txBody>
      </p:sp>
    </p:spTree>
    <p:extLst>
      <p:ext uri="{BB962C8B-B14F-4D97-AF65-F5344CB8AC3E}">
        <p14:creationId xmlns:p14="http://schemas.microsoft.com/office/powerpoint/2010/main" val="2125386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Message from FreshBooks</a:t>
            </a:r>
            <a:endParaRPr lang="en-US" dirty="0"/>
          </a:p>
          <a:p>
            <a:r>
              <a:rPr lang="en-US" dirty="0">
                <a:hlinkClick r:id="rId4"/>
              </a:rPr>
              <a:t>Tuckman's Stages of Group Development - WCU of PA (wcupa.edu)</a:t>
            </a:r>
            <a:endParaRPr lang="en-US" dirty="0"/>
          </a:p>
          <a:p>
            <a:r>
              <a:rPr lang="en-US" dirty="0"/>
              <a:t>Maybe add more slides for each step for takeaways</a:t>
            </a:r>
          </a:p>
          <a:p>
            <a:endParaRPr lang="en-US" dirty="0"/>
          </a:p>
          <a:p>
            <a:r>
              <a:rPr lang="en-US" dirty="0"/>
              <a:t>Team development </a:t>
            </a:r>
            <a:r>
              <a:rPr lang="en-US" dirty="0" err="1"/>
              <a:t>stageLeadership</a:t>
            </a:r>
            <a:r>
              <a:rPr lang="en-US" dirty="0"/>
              <a:t> </a:t>
            </a:r>
            <a:r>
              <a:rPr lang="en-US" dirty="0" err="1"/>
              <a:t>strategiesKeys</a:t>
            </a:r>
            <a:r>
              <a:rPr lang="en-US" dirty="0"/>
              <a:t> to </a:t>
            </a:r>
            <a:r>
              <a:rPr lang="en-US" dirty="0" err="1"/>
              <a:t>success</a:t>
            </a:r>
            <a:r>
              <a:rPr lang="en-US" i="1" dirty="0" err="1">
                <a:effectLst/>
              </a:rPr>
              <a:t>Forming</a:t>
            </a:r>
            <a:r>
              <a:rPr lang="en-US" dirty="0">
                <a:effectLst/>
              </a:rPr>
              <a:t> (setting the stage)</a:t>
            </a:r>
            <a:r>
              <a:rPr lang="en-US" b="0" i="0" u="none" strike="noStrike" baseline="30000" dirty="0">
                <a:solidFill>
                  <a:srgbClr val="3366CC"/>
                </a:solidFill>
                <a:effectLst/>
                <a:hlinkClick r:id="rId5"/>
              </a:rPr>
              <a:t>[12]</a:t>
            </a:r>
            <a:r>
              <a:rPr lang="en-US" dirty="0">
                <a:effectLst/>
              </a:rPr>
              <a:t>Coordinating behaviors– Purposefully picking the team– Facilitating team to identify goals</a:t>
            </a:r>
          </a:p>
          <a:p>
            <a:r>
              <a:rPr lang="en-US" dirty="0">
                <a:effectLst/>
              </a:rPr>
              <a:t>– Ensuring the team development of a </a:t>
            </a:r>
            <a:r>
              <a:rPr lang="en-US" u="none" strike="noStrike" dirty="0">
                <a:solidFill>
                  <a:srgbClr val="3366CC"/>
                </a:solidFill>
                <a:effectLst/>
                <a:hlinkClick r:id="rId6" tooltip="Mental model"/>
              </a:rPr>
              <a:t>shared mental model</a:t>
            </a:r>
            <a:endParaRPr lang="en-US" dirty="0">
              <a:effectLst/>
            </a:endParaRPr>
          </a:p>
          <a:p>
            <a:r>
              <a:rPr lang="en-US" i="1" dirty="0">
                <a:effectLst/>
              </a:rPr>
              <a:t>Storming</a:t>
            </a:r>
            <a:r>
              <a:rPr lang="en-US" dirty="0">
                <a:effectLst/>
              </a:rPr>
              <a:t> (resolving conflict and tension)</a:t>
            </a:r>
            <a:r>
              <a:rPr lang="en-US" b="0" i="0" u="none" strike="noStrike" baseline="30000" dirty="0">
                <a:solidFill>
                  <a:srgbClr val="3366CC"/>
                </a:solidFill>
                <a:effectLst/>
                <a:hlinkClick r:id="rId5"/>
              </a:rPr>
              <a:t>[12]</a:t>
            </a:r>
            <a:r>
              <a:rPr lang="en-US" dirty="0">
                <a:effectLst/>
              </a:rPr>
              <a:t>Coaching behaviors– Act as a resource person to the team– Develop mutual trust –focus on rational, not emotional </a:t>
            </a:r>
            <a:r>
              <a:rPr lang="en-US" dirty="0" err="1">
                <a:effectLst/>
              </a:rPr>
              <a:t>discussons</a:t>
            </a:r>
            <a:r>
              <a:rPr lang="en-US" dirty="0">
                <a:effectLst/>
              </a:rPr>
              <a:t> –no </a:t>
            </a:r>
            <a:r>
              <a:rPr lang="en-US" dirty="0" err="1">
                <a:effectLst/>
              </a:rPr>
              <a:t>teambildungs</a:t>
            </a:r>
            <a:endParaRPr lang="en-US" dirty="0">
              <a:effectLst/>
            </a:endParaRPr>
          </a:p>
          <a:p>
            <a:r>
              <a:rPr lang="en-US" dirty="0">
                <a:effectLst/>
              </a:rPr>
              <a:t>– Calm the work environment</a:t>
            </a:r>
          </a:p>
          <a:p>
            <a:r>
              <a:rPr lang="en-US" i="1" dirty="0">
                <a:effectLst/>
              </a:rPr>
              <a:t>Norming and performing</a:t>
            </a:r>
            <a:r>
              <a:rPr lang="en-US" dirty="0">
                <a:effectLst/>
              </a:rPr>
              <a:t> (successfully implementing and sustaining projects)</a:t>
            </a:r>
            <a:r>
              <a:rPr lang="en-US" b="0" i="0" u="none" strike="noStrike" baseline="30000" dirty="0">
                <a:solidFill>
                  <a:srgbClr val="3366CC"/>
                </a:solidFill>
                <a:effectLst/>
                <a:hlinkClick r:id="rId5"/>
              </a:rPr>
              <a:t>[12]</a:t>
            </a:r>
            <a:r>
              <a:rPr lang="en-US" dirty="0">
                <a:effectLst/>
              </a:rPr>
              <a:t>Empowering behaviors– Get feedback from staff– Allow for the transfer of leadership</a:t>
            </a:r>
          </a:p>
          <a:p>
            <a:r>
              <a:rPr lang="en-US" dirty="0">
                <a:effectLst/>
              </a:rPr>
              <a:t>– Set aside time for planning and engaging the team</a:t>
            </a:r>
          </a:p>
          <a:p>
            <a:r>
              <a:rPr lang="en-US" i="1" dirty="0">
                <a:effectLst/>
              </a:rPr>
              <a:t>Outperforming and adjourning</a:t>
            </a:r>
            <a:r>
              <a:rPr lang="en-US" dirty="0">
                <a:effectLst/>
              </a:rPr>
              <a:t> (expanding initiative and integrating new members)</a:t>
            </a:r>
            <a:r>
              <a:rPr lang="en-US" b="0" i="0" u="none" strike="noStrike" baseline="30000" dirty="0">
                <a:solidFill>
                  <a:srgbClr val="3366CC"/>
                </a:solidFill>
                <a:effectLst/>
                <a:hlinkClick r:id="rId5"/>
              </a:rPr>
              <a:t>[12]</a:t>
            </a:r>
            <a:r>
              <a:rPr lang="en-US" dirty="0">
                <a:effectLst/>
              </a:rPr>
              <a:t>Supporting behaviors– Allow for flexibility in team roles– Assist in the timing and selection of new member</a:t>
            </a:r>
          </a:p>
          <a:p>
            <a:r>
              <a:rPr lang="en-US" dirty="0">
                <a:effectLst/>
              </a:rPr>
              <a:t>– Create future leadership opportunities –make sure that team members are ready for a new challenges and working in new teams</a:t>
            </a:r>
          </a:p>
          <a:p>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12</a:t>
            </a:fld>
            <a:endParaRPr lang="en-UA"/>
          </a:p>
        </p:txBody>
      </p:sp>
    </p:spTree>
    <p:extLst>
      <p:ext uri="{BB962C8B-B14F-4D97-AF65-F5344CB8AC3E}">
        <p14:creationId xmlns:p14="http://schemas.microsoft.com/office/powerpoint/2010/main" val="3297410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Fundamental Attribution Error: What It Is &amp; How to Avoid It (hbs.edu)</a:t>
            </a:r>
            <a:endParaRPr lang="en-US" dirty="0"/>
          </a:p>
          <a:p>
            <a:r>
              <a:rPr lang="en-US" dirty="0"/>
              <a:t>I think that I’m late because of traffic, my colleague thinks that happen because I’m not a disciplined person, and it works some in opposite situation</a:t>
            </a:r>
          </a:p>
          <a:p>
            <a:r>
              <a:rPr lang="en-US" dirty="0"/>
              <a:t>So – try to get more responsibility for your actions and </a:t>
            </a:r>
            <a:r>
              <a:rPr lang="en-US" b="0" i="0" dirty="0">
                <a:solidFill>
                  <a:srgbClr val="3C4043"/>
                </a:solidFill>
                <a:effectLst/>
                <a:latin typeface="Roboto" panose="02000000000000000000" pitchFamily="2" charset="0"/>
              </a:rPr>
              <a:t>give others the opportunity to separate the external situation from their meaningful actions.</a:t>
            </a:r>
          </a:p>
          <a:p>
            <a:endParaRPr lang="en-US" b="0" i="0" dirty="0">
              <a:solidFill>
                <a:srgbClr val="3C4043"/>
              </a:solidFill>
              <a:effectLst/>
              <a:latin typeface="Roboto" panose="02000000000000000000" pitchFamily="2" charset="0"/>
            </a:endParaRPr>
          </a:p>
          <a:p>
            <a:r>
              <a:rPr lang="en-US" b="0" i="0" dirty="0">
                <a:solidFill>
                  <a:srgbClr val="3C4043"/>
                </a:solidFill>
                <a:effectLst/>
                <a:latin typeface="Roboto" panose="02000000000000000000" pitchFamily="2" charset="0"/>
              </a:rPr>
              <a:t>I 'believe that everyone know about </a:t>
            </a:r>
            <a:r>
              <a:rPr lang="en-US" b="0" i="0" dirty="0" err="1">
                <a:solidFill>
                  <a:srgbClr val="3C4043"/>
                </a:solidFill>
                <a:effectLst/>
                <a:latin typeface="Roboto" panose="02000000000000000000" pitchFamily="2" charset="0"/>
              </a:rPr>
              <a:t>Maslou</a:t>
            </a:r>
            <a:r>
              <a:rPr lang="en-US" b="0" i="0" dirty="0">
                <a:solidFill>
                  <a:srgbClr val="3C4043"/>
                </a:solidFill>
                <a:effectLst/>
                <a:latin typeface="Roboto" panose="02000000000000000000" pitchFamily="2" charset="0"/>
              </a:rPr>
              <a:t> pyramid, so I didn’t mention it here</a:t>
            </a: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13</a:t>
            </a:fld>
            <a:endParaRPr lang="en-UA"/>
          </a:p>
        </p:txBody>
      </p:sp>
    </p:spTree>
    <p:extLst>
      <p:ext uri="{BB962C8B-B14F-4D97-AF65-F5344CB8AC3E}">
        <p14:creationId xmlns:p14="http://schemas.microsoft.com/office/powerpoint/2010/main" val="1879199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Dialectical logic is an upgrade of a formal logic – a cutting edge technology from an ancient times</a:t>
            </a:r>
          </a:p>
          <a:p>
            <a:r>
              <a:rPr lang="en-US" dirty="0"/>
              <a:t>[</a:t>
            </a:r>
            <a:r>
              <a:rPr lang="en-US" dirty="0" err="1"/>
              <a:t>thIsis</a:t>
            </a:r>
            <a:r>
              <a:rPr lang="en-US" dirty="0"/>
              <a:t> and </a:t>
            </a:r>
            <a:r>
              <a:rPr lang="en-US" dirty="0" err="1"/>
              <a:t>antithIsis</a:t>
            </a:r>
            <a:r>
              <a:rPr lang="en-US" dirty="0"/>
              <a:t>]</a:t>
            </a:r>
          </a:p>
          <a:p>
            <a:r>
              <a:rPr lang="en-US" dirty="0"/>
              <a:t>There are some additional interesting rules, but main takeaway is to analyze situation in many dimensions including time – how we get here, and what will be the </a:t>
            </a:r>
            <a:r>
              <a:rPr lang="en-US" b="0" i="0" dirty="0">
                <a:solidFill>
                  <a:srgbClr val="3C4043"/>
                </a:solidFill>
                <a:effectLst/>
                <a:latin typeface="Roboto" panose="02000000000000000000" pitchFamily="2" charset="0"/>
              </a:rPr>
              <a:t>consequences (results) in the future.</a:t>
            </a:r>
          </a:p>
          <a:p>
            <a:r>
              <a:rPr lang="en-US" b="0" i="0" dirty="0">
                <a:solidFill>
                  <a:srgbClr val="3C4043"/>
                </a:solidFill>
                <a:effectLst/>
                <a:latin typeface="Roboto" panose="02000000000000000000" pitchFamily="2" charset="0"/>
              </a:rPr>
              <a:t> Even extremely good solution today, in long perspective could bring a terrible consequences, and it works and in reverse as well – not very good solution today may be the best one in long term.</a:t>
            </a:r>
            <a:r>
              <a:rPr lang="en-US" dirty="0"/>
              <a:t> </a:t>
            </a:r>
          </a:p>
          <a:p>
            <a:endParaRPr lang="en-US" b="0" i="0" dirty="0">
              <a:solidFill>
                <a:srgbClr val="3C4043"/>
              </a:solidFill>
              <a:effectLst/>
              <a:latin typeface="Roboto" panose="02000000000000000000" pitchFamily="2" charset="0"/>
            </a:endParaRPr>
          </a:p>
          <a:p>
            <a:r>
              <a:rPr lang="en-US" b="0" i="0" dirty="0">
                <a:solidFill>
                  <a:srgbClr val="3C4043"/>
                </a:solidFill>
                <a:effectLst/>
                <a:latin typeface="Roboto" panose="02000000000000000000" pitchFamily="2" charset="0"/>
              </a:rPr>
              <a:t>It’s very important to understand for B track – there is now ideal solution, your main task is to understand consequences and to be able to work with them, to hold the direction to the strategic goals.</a:t>
            </a:r>
          </a:p>
          <a:p>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14</a:t>
            </a:fld>
            <a:endParaRPr lang="en-UA"/>
          </a:p>
        </p:txBody>
      </p:sp>
    </p:spTree>
    <p:extLst>
      <p:ext uri="{BB962C8B-B14F-4D97-AF65-F5344CB8AC3E}">
        <p14:creationId xmlns:p14="http://schemas.microsoft.com/office/powerpoint/2010/main" val="3118687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are bold, good solution today may bring a very bad </a:t>
            </a:r>
            <a:r>
              <a:rPr lang="en-US" b="0" i="0" dirty="0">
                <a:solidFill>
                  <a:srgbClr val="3C4043"/>
                </a:solidFill>
                <a:effectLst/>
                <a:latin typeface="Roboto" panose="02000000000000000000" pitchFamily="2" charset="0"/>
              </a:rPr>
              <a:t>consequences tomorrow</a:t>
            </a: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15</a:t>
            </a:fld>
            <a:endParaRPr lang="en-UA"/>
          </a:p>
        </p:txBody>
      </p:sp>
    </p:spTree>
    <p:extLst>
      <p:ext uri="{BB962C8B-B14F-4D97-AF65-F5344CB8AC3E}">
        <p14:creationId xmlns:p14="http://schemas.microsoft.com/office/powerpoint/2010/main" val="537722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Basic rules and ceremonies</a:t>
            </a:r>
          </a:p>
          <a:p>
            <a:pPr marL="171450" indent="-171450">
              <a:buFontTx/>
              <a:buChar char="-"/>
            </a:pPr>
            <a:r>
              <a:rPr lang="en-US" dirty="0"/>
              <a:t>One on ones (gathering the information from previous slide)</a:t>
            </a:r>
          </a:p>
          <a:p>
            <a:pPr marL="171450" indent="-171450">
              <a:buFontTx/>
              <a:buChar char="-"/>
            </a:pPr>
            <a:r>
              <a:rPr lang="en-US" dirty="0"/>
              <a:t>Environment setting up (quality gates and pipelines)</a:t>
            </a:r>
          </a:p>
          <a:p>
            <a:pPr marL="171450" indent="-171450">
              <a:buFontTx/>
              <a:buChar char="-"/>
            </a:pPr>
            <a:r>
              <a:rPr lang="en-US" dirty="0"/>
              <a:t>Using of expertise</a:t>
            </a:r>
          </a:p>
          <a:p>
            <a:pPr marL="171450" indent="-171450">
              <a:buFontTx/>
              <a:buChar char="-"/>
            </a:pPr>
            <a:r>
              <a:rPr lang="en-US" dirty="0"/>
              <a:t>Creating a PDPs and Successors plans</a:t>
            </a:r>
          </a:p>
          <a:p>
            <a:pPr marL="171450" indent="-171450">
              <a:buFontTx/>
              <a:buChar char="-"/>
            </a:pPr>
            <a:r>
              <a:rPr lang="en-US" dirty="0"/>
              <a:t>Pair programming and KS sessions</a:t>
            </a:r>
          </a:p>
          <a:p>
            <a:pPr marL="171450" indent="-171450">
              <a:buFontTx/>
              <a:buChar char="-"/>
            </a:pPr>
            <a:r>
              <a:rPr lang="en-US" dirty="0"/>
              <a:t>RACI matrix</a:t>
            </a:r>
          </a:p>
          <a:p>
            <a:pPr marL="171450" indent="-171450">
              <a:buFontTx/>
              <a:buChar char="-"/>
            </a:pPr>
            <a:r>
              <a:rPr lang="en-US" dirty="0"/>
              <a:t>Team building is fine</a:t>
            </a:r>
          </a:p>
          <a:p>
            <a:pPr marL="171450" indent="-171450">
              <a:buFontTx/>
              <a:buChar char="-"/>
            </a:pPr>
            <a:endParaRPr lang="en-US" dirty="0"/>
          </a:p>
          <a:p>
            <a:pPr algn="l">
              <a:buFont typeface="Arial" panose="020B0604020202020204" pitchFamily="34" charset="0"/>
              <a:buChar char="•"/>
            </a:pPr>
            <a:r>
              <a:rPr lang="en-US" b="1" i="0" dirty="0">
                <a:solidFill>
                  <a:srgbClr val="111111"/>
                </a:solidFill>
                <a:effectLst/>
                <a:latin typeface="-apple-system"/>
              </a:rPr>
              <a:t>R</a:t>
            </a:r>
            <a:r>
              <a:rPr lang="en-US" b="0" i="0" dirty="0">
                <a:solidFill>
                  <a:srgbClr val="111111"/>
                </a:solidFill>
                <a:effectLst/>
                <a:latin typeface="-apple-system"/>
              </a:rPr>
              <a:t>: Responsible. The person who is responsible for completing the task.</a:t>
            </a:r>
          </a:p>
          <a:p>
            <a:pPr algn="l">
              <a:buFont typeface="Arial" panose="020B0604020202020204" pitchFamily="34" charset="0"/>
              <a:buChar char="•"/>
            </a:pPr>
            <a:r>
              <a:rPr lang="en-US" b="1" i="0" dirty="0">
                <a:solidFill>
                  <a:srgbClr val="111111"/>
                </a:solidFill>
                <a:effectLst/>
                <a:latin typeface="-apple-system"/>
              </a:rPr>
              <a:t>A</a:t>
            </a:r>
            <a:r>
              <a:rPr lang="en-US" b="0" i="0" dirty="0">
                <a:solidFill>
                  <a:srgbClr val="111111"/>
                </a:solidFill>
                <a:effectLst/>
                <a:latin typeface="-apple-system"/>
              </a:rPr>
              <a:t>: Accountable. The person who is accountable for the task. This person has the ultimate responsibility and authority.</a:t>
            </a:r>
          </a:p>
          <a:p>
            <a:pPr algn="l">
              <a:buFont typeface="Arial" panose="020B0604020202020204" pitchFamily="34" charset="0"/>
              <a:buChar char="•"/>
            </a:pPr>
            <a:r>
              <a:rPr lang="en-US" b="1" i="0" dirty="0">
                <a:solidFill>
                  <a:srgbClr val="111111"/>
                </a:solidFill>
                <a:effectLst/>
                <a:latin typeface="-apple-system"/>
              </a:rPr>
              <a:t>C</a:t>
            </a:r>
            <a:r>
              <a:rPr lang="en-US" b="0" i="0" dirty="0">
                <a:solidFill>
                  <a:srgbClr val="111111"/>
                </a:solidFill>
                <a:effectLst/>
                <a:latin typeface="-apple-system"/>
              </a:rPr>
              <a:t>: Consulted. The person who is consulted before a decision or action is taken.</a:t>
            </a:r>
          </a:p>
          <a:p>
            <a:pPr algn="l">
              <a:buFont typeface="Arial" panose="020B0604020202020204" pitchFamily="34" charset="0"/>
              <a:buChar char="•"/>
            </a:pPr>
            <a:r>
              <a:rPr lang="en-US" b="1" i="0" dirty="0">
                <a:solidFill>
                  <a:srgbClr val="111111"/>
                </a:solidFill>
                <a:effectLst/>
                <a:latin typeface="-apple-system"/>
              </a:rPr>
              <a:t>I</a:t>
            </a:r>
            <a:r>
              <a:rPr lang="en-US" b="0" i="0" dirty="0">
                <a:solidFill>
                  <a:srgbClr val="111111"/>
                </a:solidFill>
                <a:effectLst/>
                <a:latin typeface="-apple-system"/>
              </a:rPr>
              <a:t>: Informed. The person who is informed after a decision or action has been taken.</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16</a:t>
            </a:fld>
            <a:endParaRPr lang="en-UA"/>
          </a:p>
        </p:txBody>
      </p:sp>
    </p:spTree>
    <p:extLst>
      <p:ext uri="{BB962C8B-B14F-4D97-AF65-F5344CB8AC3E}">
        <p14:creationId xmlns:p14="http://schemas.microsoft.com/office/powerpoint/2010/main" val="703661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Experience</a:t>
            </a:r>
          </a:p>
          <a:p>
            <a:pPr marL="171450" indent="-171450">
              <a:buFontTx/>
              <a:buChar char="-"/>
            </a:pPr>
            <a:r>
              <a:rPr lang="en-US" dirty="0"/>
              <a:t>Technologies support and popularity</a:t>
            </a:r>
          </a:p>
          <a:p>
            <a:pPr marL="171450" indent="-171450">
              <a:buFontTx/>
              <a:buChar char="-"/>
            </a:pPr>
            <a:r>
              <a:rPr lang="en-US" dirty="0"/>
              <a:t>Team desires</a:t>
            </a:r>
          </a:p>
          <a:p>
            <a:pPr marL="171450" indent="-171450">
              <a:buFontTx/>
              <a:buChar char="-"/>
            </a:pPr>
            <a:r>
              <a:rPr lang="en-US" dirty="0"/>
              <a:t>Your authority </a:t>
            </a:r>
          </a:p>
        </p:txBody>
      </p:sp>
      <p:sp>
        <p:nvSpPr>
          <p:cNvPr id="4" name="Slide Number Placeholder 3"/>
          <p:cNvSpPr>
            <a:spLocks noGrp="1"/>
          </p:cNvSpPr>
          <p:nvPr>
            <p:ph type="sldNum" sz="quarter" idx="5"/>
          </p:nvPr>
        </p:nvSpPr>
        <p:spPr/>
        <p:txBody>
          <a:bodyPr/>
          <a:lstStyle/>
          <a:p>
            <a:fld id="{95DD4F66-B7F7-7041-8E00-958804099F79}" type="slidenum">
              <a:rPr lang="en-UA" smtClean="0"/>
              <a:t>17</a:t>
            </a:fld>
            <a:endParaRPr lang="en-UA"/>
          </a:p>
        </p:txBody>
      </p:sp>
    </p:spTree>
    <p:extLst>
      <p:ext uri="{BB962C8B-B14F-4D97-AF65-F5344CB8AC3E}">
        <p14:creationId xmlns:p14="http://schemas.microsoft.com/office/powerpoint/2010/main" val="1718674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Man hours or story points – what is the difference</a:t>
            </a:r>
          </a:p>
          <a:p>
            <a:pPr marL="171450" indent="-171450">
              <a:buFontTx/>
              <a:buChar char="-"/>
            </a:pPr>
            <a:r>
              <a:rPr lang="en-US" dirty="0"/>
              <a:t>Measure of complexity, which is individual for the team, and depends from SP definition – for example controller + simple service + </a:t>
            </a:r>
            <a:r>
              <a:rPr lang="en-US" dirty="0" err="1"/>
              <a:t>db</a:t>
            </a:r>
            <a:r>
              <a:rPr lang="en-US" dirty="0"/>
              <a:t> access class is good for the beginning, but you should change it when you’ll have an examples from current project</a:t>
            </a:r>
          </a:p>
          <a:p>
            <a:pPr marL="171450" indent="-171450">
              <a:buFontTx/>
              <a:buChar char="-"/>
            </a:pPr>
            <a:endParaRPr lang="en-US" dirty="0"/>
          </a:p>
          <a:p>
            <a:pPr marL="171450" indent="-171450">
              <a:buFontTx/>
              <a:buChar char="-"/>
            </a:pPr>
            <a:r>
              <a:rPr lang="en-US" dirty="0"/>
              <a:t>Don’t forget about well formulated definition of done – task isn’t finished until it isn’t deployed and tested</a:t>
            </a:r>
          </a:p>
          <a:p>
            <a:pPr marL="171450" indent="-171450">
              <a:buFontTx/>
              <a:buChar char="-"/>
            </a:pPr>
            <a:r>
              <a:rPr lang="en-US" dirty="0"/>
              <a:t>SMART</a:t>
            </a:r>
          </a:p>
        </p:txBody>
      </p:sp>
      <p:sp>
        <p:nvSpPr>
          <p:cNvPr id="4" name="Slide Number Placeholder 3"/>
          <p:cNvSpPr>
            <a:spLocks noGrp="1"/>
          </p:cNvSpPr>
          <p:nvPr>
            <p:ph type="sldNum" sz="quarter" idx="5"/>
          </p:nvPr>
        </p:nvSpPr>
        <p:spPr/>
        <p:txBody>
          <a:bodyPr/>
          <a:lstStyle/>
          <a:p>
            <a:fld id="{95DD4F66-B7F7-7041-8E00-958804099F79}" type="slidenum">
              <a:rPr lang="en-UA" smtClean="0"/>
              <a:t>18</a:t>
            </a:fld>
            <a:endParaRPr lang="en-UA"/>
          </a:p>
        </p:txBody>
      </p:sp>
    </p:spTree>
    <p:extLst>
      <p:ext uri="{BB962C8B-B14F-4D97-AF65-F5344CB8AC3E}">
        <p14:creationId xmlns:p14="http://schemas.microsoft.com/office/powerpoint/2010/main" val="29195031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From the very beginning you and your future team members are spiking on a different languages, same words have a different meaning for you, that’s why you should define and speak over and over again basic, obvious staff – you should teach your team to understand you and your style of explanation, and to give a possibility for team members try to explain such stuff, you’ll listen, learn more about your team, and will help to set up the communication</a:t>
            </a:r>
          </a:p>
          <a:p>
            <a:pPr marL="171450" indent="-171450">
              <a:buFontTx/>
              <a:buChar char="-"/>
            </a:pPr>
            <a:r>
              <a:rPr lang="en-US" dirty="0"/>
              <a:t>Plus – as soon you’ll find contradictions, as easy and fast you’ll go through storming phase</a:t>
            </a:r>
          </a:p>
        </p:txBody>
      </p:sp>
      <p:sp>
        <p:nvSpPr>
          <p:cNvPr id="4" name="Slide Number Placeholder 3"/>
          <p:cNvSpPr>
            <a:spLocks noGrp="1"/>
          </p:cNvSpPr>
          <p:nvPr>
            <p:ph type="sldNum" sz="quarter" idx="5"/>
          </p:nvPr>
        </p:nvSpPr>
        <p:spPr/>
        <p:txBody>
          <a:bodyPr/>
          <a:lstStyle/>
          <a:p>
            <a:fld id="{95DD4F66-B7F7-7041-8E00-958804099F79}" type="slidenum">
              <a:rPr lang="en-UA" smtClean="0"/>
              <a:t>19</a:t>
            </a:fld>
            <a:endParaRPr lang="en-UA"/>
          </a:p>
        </p:txBody>
      </p:sp>
    </p:spTree>
    <p:extLst>
      <p:ext uri="{BB962C8B-B14F-4D97-AF65-F5344CB8AC3E}">
        <p14:creationId xmlns:p14="http://schemas.microsoft.com/office/powerpoint/2010/main" val="254587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RACI and zones of responsibility should be defined from the start</a:t>
            </a:r>
          </a:p>
          <a:p>
            <a:pPr marL="171450" indent="-171450">
              <a:buFontTx/>
              <a:buChar char="-"/>
            </a:pPr>
            <a:r>
              <a:rPr lang="en-US" dirty="0"/>
              <a:t>Mail that it won’t work but you and your team will do their best</a:t>
            </a:r>
          </a:p>
        </p:txBody>
      </p:sp>
      <p:sp>
        <p:nvSpPr>
          <p:cNvPr id="4" name="Slide Number Placeholder 3"/>
          <p:cNvSpPr>
            <a:spLocks noGrp="1"/>
          </p:cNvSpPr>
          <p:nvPr>
            <p:ph type="sldNum" sz="quarter" idx="5"/>
          </p:nvPr>
        </p:nvSpPr>
        <p:spPr/>
        <p:txBody>
          <a:bodyPr/>
          <a:lstStyle/>
          <a:p>
            <a:fld id="{95DD4F66-B7F7-7041-8E00-958804099F79}" type="slidenum">
              <a:rPr lang="en-UA" smtClean="0"/>
              <a:t>20</a:t>
            </a:fld>
            <a:endParaRPr lang="en-UA"/>
          </a:p>
        </p:txBody>
      </p:sp>
    </p:spTree>
    <p:extLst>
      <p:ext uri="{BB962C8B-B14F-4D97-AF65-F5344CB8AC3E}">
        <p14:creationId xmlns:p14="http://schemas.microsoft.com/office/powerpoint/2010/main" val="37673532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Successors plan</a:t>
            </a:r>
          </a:p>
        </p:txBody>
      </p:sp>
      <p:sp>
        <p:nvSpPr>
          <p:cNvPr id="4" name="Slide Number Placeholder 3"/>
          <p:cNvSpPr>
            <a:spLocks noGrp="1"/>
          </p:cNvSpPr>
          <p:nvPr>
            <p:ph type="sldNum" sz="quarter" idx="5"/>
          </p:nvPr>
        </p:nvSpPr>
        <p:spPr/>
        <p:txBody>
          <a:bodyPr/>
          <a:lstStyle/>
          <a:p>
            <a:fld id="{95DD4F66-B7F7-7041-8E00-958804099F79}" type="slidenum">
              <a:rPr lang="en-UA" smtClean="0"/>
              <a:t>21</a:t>
            </a:fld>
            <a:endParaRPr lang="en-UA"/>
          </a:p>
        </p:txBody>
      </p:sp>
    </p:spTree>
    <p:extLst>
      <p:ext uri="{BB962C8B-B14F-4D97-AF65-F5344CB8AC3E}">
        <p14:creationId xmlns:p14="http://schemas.microsoft.com/office/powerpoint/2010/main" val="32378231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RACI and zones of responsibility should be defined from the start</a:t>
            </a:r>
          </a:p>
          <a:p>
            <a:pPr marL="171450" indent="-171450">
              <a:buFontTx/>
              <a:buChar char="-"/>
            </a:pPr>
            <a:r>
              <a:rPr lang="en-US" dirty="0"/>
              <a:t>Quality Gates</a:t>
            </a:r>
          </a:p>
          <a:p>
            <a:pPr marL="171450" indent="-171450">
              <a:buFontTx/>
              <a:buChar char="-"/>
            </a:pPr>
            <a:r>
              <a:rPr lang="en-US" dirty="0"/>
              <a:t>Root Cause investigation</a:t>
            </a:r>
          </a:p>
          <a:p>
            <a:pPr marL="171450" indent="-171450">
              <a:buFontTx/>
              <a:buChar char="-"/>
            </a:pPr>
            <a:r>
              <a:rPr lang="en-US" dirty="0"/>
              <a:t>Definition of done</a:t>
            </a:r>
          </a:p>
        </p:txBody>
      </p:sp>
      <p:sp>
        <p:nvSpPr>
          <p:cNvPr id="4" name="Slide Number Placeholder 3"/>
          <p:cNvSpPr>
            <a:spLocks noGrp="1"/>
          </p:cNvSpPr>
          <p:nvPr>
            <p:ph type="sldNum" sz="quarter" idx="5"/>
          </p:nvPr>
        </p:nvSpPr>
        <p:spPr/>
        <p:txBody>
          <a:bodyPr/>
          <a:lstStyle/>
          <a:p>
            <a:fld id="{95DD4F66-B7F7-7041-8E00-958804099F79}" type="slidenum">
              <a:rPr lang="en-UA" smtClean="0"/>
              <a:t>22</a:t>
            </a:fld>
            <a:endParaRPr lang="en-UA"/>
          </a:p>
        </p:txBody>
      </p:sp>
    </p:spTree>
    <p:extLst>
      <p:ext uri="{BB962C8B-B14F-4D97-AF65-F5344CB8AC3E}">
        <p14:creationId xmlns:p14="http://schemas.microsoft.com/office/powerpoint/2010/main" val="18096641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23</a:t>
            </a:fld>
            <a:endParaRPr lang="en-UA"/>
          </a:p>
        </p:txBody>
      </p:sp>
    </p:spTree>
    <p:extLst>
      <p:ext uri="{BB962C8B-B14F-4D97-AF65-F5344CB8AC3E}">
        <p14:creationId xmlns:p14="http://schemas.microsoft.com/office/powerpoint/2010/main" val="31068220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24</a:t>
            </a:fld>
            <a:endParaRPr lang="en-UA"/>
          </a:p>
        </p:txBody>
      </p:sp>
    </p:spTree>
    <p:extLst>
      <p:ext uri="{BB962C8B-B14F-4D97-AF65-F5344CB8AC3E}">
        <p14:creationId xmlns:p14="http://schemas.microsoft.com/office/powerpoint/2010/main" val="9456403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25</a:t>
            </a:fld>
            <a:endParaRPr lang="en-UA"/>
          </a:p>
        </p:txBody>
      </p:sp>
    </p:spTree>
    <p:extLst>
      <p:ext uri="{BB962C8B-B14F-4D97-AF65-F5344CB8AC3E}">
        <p14:creationId xmlns:p14="http://schemas.microsoft.com/office/powerpoint/2010/main" val="2788722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26</a:t>
            </a:fld>
            <a:endParaRPr lang="en-UA"/>
          </a:p>
        </p:txBody>
      </p:sp>
    </p:spTree>
    <p:extLst>
      <p:ext uri="{BB962C8B-B14F-4D97-AF65-F5344CB8AC3E}">
        <p14:creationId xmlns:p14="http://schemas.microsoft.com/office/powerpoint/2010/main" val="3139892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Sometimes only you is the one who could provide information about effort measure</a:t>
            </a:r>
          </a:p>
        </p:txBody>
      </p:sp>
      <p:sp>
        <p:nvSpPr>
          <p:cNvPr id="4" name="Slide Number Placeholder 3"/>
          <p:cNvSpPr>
            <a:spLocks noGrp="1"/>
          </p:cNvSpPr>
          <p:nvPr>
            <p:ph type="sldNum" sz="quarter" idx="5"/>
          </p:nvPr>
        </p:nvSpPr>
        <p:spPr/>
        <p:txBody>
          <a:bodyPr/>
          <a:lstStyle/>
          <a:p>
            <a:fld id="{95DD4F66-B7F7-7041-8E00-958804099F79}" type="slidenum">
              <a:rPr lang="en-UA" smtClean="0"/>
              <a:t>27</a:t>
            </a:fld>
            <a:endParaRPr lang="en-UA"/>
          </a:p>
        </p:txBody>
      </p:sp>
    </p:spTree>
    <p:extLst>
      <p:ext uri="{BB962C8B-B14F-4D97-AF65-F5344CB8AC3E}">
        <p14:creationId xmlns:p14="http://schemas.microsoft.com/office/powerpoint/2010/main" val="32548191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Idea is to provide a situation when you need to change a style of working of team member not from your technical pool</a:t>
            </a:r>
          </a:p>
        </p:txBody>
      </p:sp>
      <p:sp>
        <p:nvSpPr>
          <p:cNvPr id="4" name="Slide Number Placeholder 3"/>
          <p:cNvSpPr>
            <a:spLocks noGrp="1"/>
          </p:cNvSpPr>
          <p:nvPr>
            <p:ph type="sldNum" sz="quarter" idx="5"/>
          </p:nvPr>
        </p:nvSpPr>
        <p:spPr/>
        <p:txBody>
          <a:bodyPr/>
          <a:lstStyle/>
          <a:p>
            <a:fld id="{95DD4F66-B7F7-7041-8E00-958804099F79}" type="slidenum">
              <a:rPr lang="en-UA" smtClean="0"/>
              <a:t>28</a:t>
            </a:fld>
            <a:endParaRPr lang="en-UA"/>
          </a:p>
        </p:txBody>
      </p:sp>
    </p:spTree>
    <p:extLst>
      <p:ext uri="{BB962C8B-B14F-4D97-AF65-F5344CB8AC3E}">
        <p14:creationId xmlns:p14="http://schemas.microsoft.com/office/powerpoint/2010/main" val="40681944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29</a:t>
            </a:fld>
            <a:endParaRPr lang="en-UA"/>
          </a:p>
        </p:txBody>
      </p:sp>
    </p:spTree>
    <p:extLst>
      <p:ext uri="{BB962C8B-B14F-4D97-AF65-F5344CB8AC3E}">
        <p14:creationId xmlns:p14="http://schemas.microsoft.com/office/powerpoint/2010/main" val="26654487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30</a:t>
            </a:fld>
            <a:endParaRPr lang="en-UA"/>
          </a:p>
        </p:txBody>
      </p:sp>
    </p:spTree>
    <p:extLst>
      <p:ext uri="{BB962C8B-B14F-4D97-AF65-F5344CB8AC3E}">
        <p14:creationId xmlns:p14="http://schemas.microsoft.com/office/powerpoint/2010/main" val="17197615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31</a:t>
            </a:fld>
            <a:endParaRPr lang="en-UA"/>
          </a:p>
        </p:txBody>
      </p:sp>
    </p:spTree>
    <p:extLst>
      <p:ext uri="{BB962C8B-B14F-4D97-AF65-F5344CB8AC3E}">
        <p14:creationId xmlns:p14="http://schemas.microsoft.com/office/powerpoint/2010/main" val="29527487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be very grateful for detailed feedback </a:t>
            </a:r>
            <a:r>
              <a:rPr lang="en-US" b="0" i="0" dirty="0">
                <a:solidFill>
                  <a:srgbClr val="3C4043"/>
                </a:solidFill>
                <a:effectLst/>
                <a:latin typeface="Roboto" panose="02000000000000000000" pitchFamily="2" charset="0"/>
              </a:rPr>
              <a:t>to understand what worked well and what can be improved</a:t>
            </a:r>
            <a:r>
              <a:rPr lang="en-US" dirty="0"/>
              <a:t> in future runs.</a:t>
            </a:r>
          </a:p>
          <a:p>
            <a:r>
              <a:rPr lang="en-US" dirty="0"/>
              <a:t>Sent badges to course creators and speakers, and express your opinion about course, session and your takeaways in the chat – it takes 1 minute for you but gives a good motivation for us for a long time!</a:t>
            </a:r>
          </a:p>
        </p:txBody>
      </p:sp>
      <p:sp>
        <p:nvSpPr>
          <p:cNvPr id="4" name="Slide Number Placeholder 3"/>
          <p:cNvSpPr>
            <a:spLocks noGrp="1"/>
          </p:cNvSpPr>
          <p:nvPr>
            <p:ph type="sldNum" sz="quarter" idx="5"/>
          </p:nvPr>
        </p:nvSpPr>
        <p:spPr/>
        <p:txBody>
          <a:bodyPr/>
          <a:lstStyle/>
          <a:p>
            <a:fld id="{95DD4F66-B7F7-7041-8E00-958804099F79}" type="slidenum">
              <a:rPr lang="en-UA" smtClean="0"/>
              <a:t>34</a:t>
            </a:fld>
            <a:endParaRPr lang="en-UA"/>
          </a:p>
        </p:txBody>
      </p:sp>
    </p:spTree>
    <p:extLst>
      <p:ext uri="{BB962C8B-B14F-4D97-AF65-F5344CB8AC3E}">
        <p14:creationId xmlns:p14="http://schemas.microsoft.com/office/powerpoint/2010/main" val="42216188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DD4F66-B7F7-7041-8E00-958804099F79}" type="slidenum">
              <a:rPr lang="en-UA" smtClean="0"/>
              <a:t>35</a:t>
            </a:fld>
            <a:endParaRPr lang="en-UA"/>
          </a:p>
        </p:txBody>
      </p:sp>
    </p:spTree>
    <p:extLst>
      <p:ext uri="{BB962C8B-B14F-4D97-AF65-F5344CB8AC3E}">
        <p14:creationId xmlns:p14="http://schemas.microsoft.com/office/powerpoint/2010/main" val="19184318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emf"/><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Light">
    <p:bg>
      <p:bgPr>
        <a:solidFill>
          <a:schemeClr val="bg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9074" y="4670399"/>
            <a:ext cx="7068944" cy="455381"/>
          </a:xfrm>
          <a:prstGeom prst="rect">
            <a:avLst/>
          </a:prstGeom>
        </p:spPr>
        <p:txBody>
          <a:bodyPr wrap="square">
            <a:spAutoFit/>
          </a:bodyPr>
          <a:lstStyle>
            <a:lvl1pPr>
              <a:lnSpc>
                <a:spcPct val="150000"/>
              </a:lnSpc>
              <a:spcBef>
                <a:spcPts val="0"/>
              </a:spcBef>
              <a:defRPr sz="22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9074" y="5393921"/>
            <a:ext cx="6489700" cy="200055"/>
          </a:xfrm>
          <a:prstGeom prst="rect">
            <a:avLst/>
          </a:prstGeom>
        </p:spPr>
        <p:txBody>
          <a:bodyPr>
            <a:spAutoFit/>
          </a:bodyPr>
          <a:lstStyle>
            <a:lvl1pPr>
              <a:lnSpc>
                <a:spcPct val="100000"/>
              </a:lnSpc>
              <a:spcBef>
                <a:spcPts val="0"/>
              </a:spcBef>
              <a:defRPr sz="1300" b="1" i="0" spc="400" baseline="0">
                <a:solidFill>
                  <a:schemeClr val="accent6"/>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9074"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tx2"/>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sp>
        <p:nvSpPr>
          <p:cNvPr id="8" name="Text Placeholder 4">
            <a:extLst>
              <a:ext uri="{FF2B5EF4-FFF2-40B4-BE49-F238E27FC236}">
                <a16:creationId xmlns:a16="http://schemas.microsoft.com/office/drawing/2014/main" id="{DF86B7FC-77D7-4734-103B-B7BEE343FE4C}"/>
              </a:ext>
            </a:extLst>
          </p:cNvPr>
          <p:cNvSpPr>
            <a:spLocks noGrp="1"/>
          </p:cNvSpPr>
          <p:nvPr>
            <p:ph type="body" sz="quarter" idx="10" hasCustomPrompt="1"/>
          </p:nvPr>
        </p:nvSpPr>
        <p:spPr>
          <a:xfrm>
            <a:off x="639074" y="1653938"/>
            <a:ext cx="8060366" cy="2103140"/>
          </a:xfrm>
          <a:prstGeom prst="rect">
            <a:avLst/>
          </a:prstGeom>
        </p:spPr>
        <p:txBody>
          <a:bodyPr wrap="square">
            <a:spAutoFit/>
          </a:bodyPr>
          <a:lstStyle>
            <a:lvl1pPr>
              <a:lnSpc>
                <a:spcPts val="8200"/>
              </a:lnSpc>
              <a:spcBef>
                <a:spcPts val="0"/>
              </a:spcBef>
              <a:defRPr sz="80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pic>
        <p:nvPicPr>
          <p:cNvPr id="5" name="Picture 4">
            <a:extLst>
              <a:ext uri="{FF2B5EF4-FFF2-40B4-BE49-F238E27FC236}">
                <a16:creationId xmlns:a16="http://schemas.microsoft.com/office/drawing/2014/main" id="{4B2CBA10-B1F8-6997-AD70-9626FD7974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pic>
        <p:nvPicPr>
          <p:cNvPr id="3" name="Graphic 2">
            <a:extLst>
              <a:ext uri="{FF2B5EF4-FFF2-40B4-BE49-F238E27FC236}">
                <a16:creationId xmlns:a16="http://schemas.microsoft.com/office/drawing/2014/main" id="{D386FE87-AFD8-9B86-DD02-6589FDEBFA4F}"/>
              </a:ext>
            </a:extLst>
          </p:cNvPr>
          <p:cNvPicPr>
            <a:picLocks noChangeAspect="1"/>
          </p:cNvPicPr>
          <p:nvPr userDrawn="1"/>
        </p:nvPicPr>
        <p:blipFill>
          <a:blip r:embed="rId3"/>
          <a:srcRect/>
          <a:stretch/>
        </p:blipFill>
        <p:spPr>
          <a:xfrm>
            <a:off x="1677511" y="692958"/>
            <a:ext cx="908033" cy="245472"/>
          </a:xfrm>
          <a:prstGeom prst="rect">
            <a:avLst/>
          </a:prstGeom>
        </p:spPr>
      </p:pic>
    </p:spTree>
    <p:extLst>
      <p:ext uri="{BB962C8B-B14F-4D97-AF65-F5344CB8AC3E}">
        <p14:creationId xmlns:p14="http://schemas.microsoft.com/office/powerpoint/2010/main" val="72107834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81FA7817-3B6C-3F4A-B7B9-1C24248B02A6}"/>
              </a:ext>
            </a:extLst>
          </p:cNvPr>
          <p:cNvSpPr>
            <a:spLocks noGrp="1"/>
          </p:cNvSpPr>
          <p:nvPr>
            <p:ph type="title"/>
          </p:nvPr>
        </p:nvSpPr>
        <p:spPr>
          <a:xfrm>
            <a:off x="647699" y="1671742"/>
            <a:ext cx="7920000" cy="2462213"/>
          </a:xfrm>
          <a:prstGeom prst="rect">
            <a:avLst/>
          </a:prstGeom>
        </p:spPr>
        <p:txBody>
          <a:bodyPr vert="horz" wrap="square" lIns="0" tIns="0" rIns="0" bIns="0" rtlCol="0">
            <a:spAutoFit/>
          </a:bodyPr>
          <a:lstStyle>
            <a:lvl1pPr>
              <a:defRPr lang="en-US" sz="8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sp>
        <p:nvSpPr>
          <p:cNvPr id="5" name="Text Placeholder 4">
            <a:extLst>
              <a:ext uri="{FF2B5EF4-FFF2-40B4-BE49-F238E27FC236}">
                <a16:creationId xmlns:a16="http://schemas.microsoft.com/office/drawing/2014/main" id="{F3D54673-ACC4-7764-364C-EACEC480DB26}"/>
              </a:ext>
            </a:extLst>
          </p:cNvPr>
          <p:cNvSpPr>
            <a:spLocks noGrp="1"/>
          </p:cNvSpPr>
          <p:nvPr>
            <p:ph type="body" sz="quarter" idx="13" hasCustomPrompt="1"/>
          </p:nvPr>
        </p:nvSpPr>
        <p:spPr>
          <a:xfrm>
            <a:off x="639074" y="4670399"/>
            <a:ext cx="7068944" cy="455381"/>
          </a:xfrm>
          <a:prstGeom prst="rect">
            <a:avLst/>
          </a:prstGeom>
        </p:spPr>
        <p:txBody>
          <a:bodyPr wrap="square">
            <a:spAutoFit/>
          </a:bodyPr>
          <a:lstStyle>
            <a:lvl1pPr>
              <a:lnSpc>
                <a:spcPct val="150000"/>
              </a:lnSpc>
              <a:spcBef>
                <a:spcPts val="0"/>
              </a:spcBef>
              <a:defRPr sz="22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F0B69D2A-DDEA-AFE2-86BC-0D31B3B0E62B}"/>
              </a:ext>
            </a:extLst>
          </p:cNvPr>
          <p:cNvSpPr>
            <a:spLocks noGrp="1"/>
          </p:cNvSpPr>
          <p:nvPr>
            <p:ph type="body" sz="quarter" idx="14" hasCustomPrompt="1"/>
          </p:nvPr>
        </p:nvSpPr>
        <p:spPr>
          <a:xfrm>
            <a:off x="639074" y="5393921"/>
            <a:ext cx="6489700" cy="200055"/>
          </a:xfrm>
          <a:prstGeom prst="rect">
            <a:avLst/>
          </a:prstGeom>
        </p:spPr>
        <p:txBody>
          <a:bodyPr>
            <a:spAutoFit/>
          </a:bodyPr>
          <a:lstStyle>
            <a:lvl1pPr>
              <a:lnSpc>
                <a:spcPct val="100000"/>
              </a:lnSpc>
              <a:spcBef>
                <a:spcPts val="0"/>
              </a:spcBef>
              <a:defRPr sz="1300" b="1" i="0" spc="400" baseline="0">
                <a:solidFill>
                  <a:schemeClr val="accent5"/>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grpSp>
        <p:nvGrpSpPr>
          <p:cNvPr id="23" name="Group 22">
            <a:extLst>
              <a:ext uri="{FF2B5EF4-FFF2-40B4-BE49-F238E27FC236}">
                <a16:creationId xmlns:a16="http://schemas.microsoft.com/office/drawing/2014/main" id="{CBED30D0-92FE-F7B7-CCCC-9B0F94857FF5}"/>
              </a:ext>
            </a:extLst>
          </p:cNvPr>
          <p:cNvGrpSpPr/>
          <p:nvPr userDrawn="1"/>
        </p:nvGrpSpPr>
        <p:grpSpPr>
          <a:xfrm>
            <a:off x="647699" y="716555"/>
            <a:ext cx="649751" cy="228601"/>
            <a:chOff x="14288" y="2035175"/>
            <a:chExt cx="10039350" cy="3532188"/>
          </a:xfrm>
          <a:solidFill>
            <a:schemeClr val="bg1"/>
          </a:solidFill>
        </p:grpSpPr>
        <p:sp>
          <p:nvSpPr>
            <p:cNvPr id="24" name="Freeform 1">
              <a:extLst>
                <a:ext uri="{FF2B5EF4-FFF2-40B4-BE49-F238E27FC236}">
                  <a16:creationId xmlns:a16="http://schemas.microsoft.com/office/drawing/2014/main" id="{2CCC8193-1B79-BAAB-BC20-3AEC602A76B8}"/>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5" name="Freeform 2">
              <a:extLst>
                <a:ext uri="{FF2B5EF4-FFF2-40B4-BE49-F238E27FC236}">
                  <a16:creationId xmlns:a16="http://schemas.microsoft.com/office/drawing/2014/main" id="{042D79F1-727F-3495-F43B-01D3C2C0F343}"/>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6" name="Freeform 3">
              <a:extLst>
                <a:ext uri="{FF2B5EF4-FFF2-40B4-BE49-F238E27FC236}">
                  <a16:creationId xmlns:a16="http://schemas.microsoft.com/office/drawing/2014/main" id="{1E810C00-A37F-F708-4607-620F7D02BBC3}"/>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7" name="Freeform 4">
              <a:extLst>
                <a:ext uri="{FF2B5EF4-FFF2-40B4-BE49-F238E27FC236}">
                  <a16:creationId xmlns:a16="http://schemas.microsoft.com/office/drawing/2014/main" id="{536A77A0-652F-293A-CDB0-B1056E7B5F71}"/>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8" name="Freeform 5">
              <a:extLst>
                <a:ext uri="{FF2B5EF4-FFF2-40B4-BE49-F238E27FC236}">
                  <a16:creationId xmlns:a16="http://schemas.microsoft.com/office/drawing/2014/main" id="{E7D0950C-878D-AECF-8AD8-C6849F61FB3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9" name="Freeform 6">
              <a:extLst>
                <a:ext uri="{FF2B5EF4-FFF2-40B4-BE49-F238E27FC236}">
                  <a16:creationId xmlns:a16="http://schemas.microsoft.com/office/drawing/2014/main" id="{E4CC4103-795C-A478-14D7-DE8A4532A509}"/>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grpSp>
      <p:pic>
        <p:nvPicPr>
          <p:cNvPr id="4" name="Graphic 2">
            <a:extLst>
              <a:ext uri="{FF2B5EF4-FFF2-40B4-BE49-F238E27FC236}">
                <a16:creationId xmlns:a16="http://schemas.microsoft.com/office/drawing/2014/main" id="{939AD1E4-7935-FCCE-D112-098FCD817807}"/>
              </a:ext>
            </a:extLst>
          </p:cNvPr>
          <p:cNvPicPr>
            <a:picLocks noChangeAspect="1"/>
          </p:cNvPicPr>
          <p:nvPr userDrawn="1"/>
        </p:nvPicPr>
        <p:blipFill>
          <a:blip r:embed="rId2"/>
          <a:srcRect/>
          <a:stretch/>
        </p:blipFill>
        <p:spPr>
          <a:xfrm>
            <a:off x="1677513" y="692958"/>
            <a:ext cx="908029" cy="245472"/>
          </a:xfrm>
          <a:prstGeom prst="rect">
            <a:avLst/>
          </a:prstGeom>
        </p:spPr>
      </p:pic>
    </p:spTree>
    <p:extLst>
      <p:ext uri="{BB962C8B-B14F-4D97-AF65-F5344CB8AC3E}">
        <p14:creationId xmlns:p14="http://schemas.microsoft.com/office/powerpoint/2010/main" val="126927839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endParaRPr lang="en-US"/>
          </a:p>
        </p:txBody>
      </p:sp>
      <p:sp>
        <p:nvSpPr>
          <p:cNvPr id="2" name="Text Placeholder 4">
            <a:extLst>
              <a:ext uri="{FF2B5EF4-FFF2-40B4-BE49-F238E27FC236}">
                <a16:creationId xmlns:a16="http://schemas.microsoft.com/office/drawing/2014/main" id="{1D0C313E-F9F0-A230-8D69-CE05C2235CAC}"/>
              </a:ext>
            </a:extLst>
          </p:cNvPr>
          <p:cNvSpPr>
            <a:spLocks noGrp="1"/>
          </p:cNvSpPr>
          <p:nvPr>
            <p:ph type="body" sz="quarter" idx="11" hasCustomPrompt="1"/>
          </p:nvPr>
        </p:nvSpPr>
        <p:spPr>
          <a:xfrm>
            <a:off x="647699" y="4663440"/>
            <a:ext cx="6310776" cy="338554"/>
          </a:xfrm>
          <a:prstGeom prst="rect">
            <a:avLst/>
          </a:prstGeom>
        </p:spPr>
        <p:txBody>
          <a:bodyPr wrap="square">
            <a:spAutoFit/>
          </a:bodyPr>
          <a:lstStyle>
            <a:lvl1pPr>
              <a:lnSpc>
                <a:spcPct val="100000"/>
              </a:lnSpc>
              <a:spcBef>
                <a:spcPts val="0"/>
              </a:spcBef>
              <a:defRPr sz="22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4" name="Text Placeholder 4">
            <a:extLst>
              <a:ext uri="{FF2B5EF4-FFF2-40B4-BE49-F238E27FC236}">
                <a16:creationId xmlns:a16="http://schemas.microsoft.com/office/drawing/2014/main" id="{620DF869-35B0-236B-5EF7-AF82BCA31FEC}"/>
              </a:ext>
            </a:extLst>
          </p:cNvPr>
          <p:cNvSpPr>
            <a:spLocks noGrp="1"/>
          </p:cNvSpPr>
          <p:nvPr>
            <p:ph type="body" sz="quarter" idx="12" hasCustomPrompt="1"/>
          </p:nvPr>
        </p:nvSpPr>
        <p:spPr>
          <a:xfrm>
            <a:off x="647699" y="5245390"/>
            <a:ext cx="6489700" cy="200055"/>
          </a:xfrm>
          <a:prstGeom prst="rect">
            <a:avLst/>
          </a:prstGeom>
        </p:spPr>
        <p:txBody>
          <a:bodyPr>
            <a:spAutoFit/>
          </a:bodyPr>
          <a:lstStyle>
            <a:lvl1pPr>
              <a:lnSpc>
                <a:spcPct val="100000"/>
              </a:lnSpc>
              <a:spcBef>
                <a:spcPts val="0"/>
              </a:spcBef>
              <a:defRPr sz="1300" b="1" i="0" spc="400" baseline="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23 OCTOBER 2020</a:t>
            </a:r>
            <a:endParaRPr lang="en-US"/>
          </a:p>
        </p:txBody>
      </p:sp>
      <p:sp>
        <p:nvSpPr>
          <p:cNvPr id="5" name="Title 2">
            <a:extLst>
              <a:ext uri="{FF2B5EF4-FFF2-40B4-BE49-F238E27FC236}">
                <a16:creationId xmlns:a16="http://schemas.microsoft.com/office/drawing/2014/main" id="{31E257A1-DF52-CE93-F69E-369009F31E49}"/>
              </a:ext>
            </a:extLst>
          </p:cNvPr>
          <p:cNvSpPr>
            <a:spLocks noGrp="1"/>
          </p:cNvSpPr>
          <p:nvPr>
            <p:ph type="title"/>
          </p:nvPr>
        </p:nvSpPr>
        <p:spPr>
          <a:xfrm>
            <a:off x="647699" y="1671742"/>
            <a:ext cx="7920000" cy="2462213"/>
          </a:xfrm>
          <a:prstGeom prst="rect">
            <a:avLst/>
          </a:prstGeom>
        </p:spPr>
        <p:txBody>
          <a:bodyPr vert="horz" wrap="square" lIns="0" tIns="0" rIns="0" bIns="0" rtlCol="0">
            <a:spAutoFit/>
          </a:bodyPr>
          <a:lstStyle>
            <a:lvl1pPr>
              <a:defRPr lang="en-US" sz="8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grpSp>
        <p:nvGrpSpPr>
          <p:cNvPr id="7" name="Group 6">
            <a:extLst>
              <a:ext uri="{FF2B5EF4-FFF2-40B4-BE49-F238E27FC236}">
                <a16:creationId xmlns:a16="http://schemas.microsoft.com/office/drawing/2014/main" id="{4DF2B786-E5C6-1118-1FB0-3F0BAD5AFC9C}"/>
              </a:ext>
            </a:extLst>
          </p:cNvPr>
          <p:cNvGrpSpPr/>
          <p:nvPr userDrawn="1"/>
        </p:nvGrpSpPr>
        <p:grpSpPr>
          <a:xfrm>
            <a:off x="647699" y="716555"/>
            <a:ext cx="649751" cy="228601"/>
            <a:chOff x="14288" y="2035175"/>
            <a:chExt cx="10039350" cy="3532188"/>
          </a:xfrm>
          <a:solidFill>
            <a:schemeClr val="bg1"/>
          </a:solidFill>
        </p:grpSpPr>
        <p:sp>
          <p:nvSpPr>
            <p:cNvPr id="13" name="Freeform 1">
              <a:extLst>
                <a:ext uri="{FF2B5EF4-FFF2-40B4-BE49-F238E27FC236}">
                  <a16:creationId xmlns:a16="http://schemas.microsoft.com/office/drawing/2014/main" id="{060FA4E3-0740-BBF4-423D-C025C875E4DA}"/>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14" name="Freeform 2">
              <a:extLst>
                <a:ext uri="{FF2B5EF4-FFF2-40B4-BE49-F238E27FC236}">
                  <a16:creationId xmlns:a16="http://schemas.microsoft.com/office/drawing/2014/main" id="{F32E6B01-C166-8A4D-F06B-3940450D155F}"/>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18" name="Freeform 3">
              <a:extLst>
                <a:ext uri="{FF2B5EF4-FFF2-40B4-BE49-F238E27FC236}">
                  <a16:creationId xmlns:a16="http://schemas.microsoft.com/office/drawing/2014/main" id="{E03AE30D-E01D-646B-B6C0-684365C7E83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19" name="Freeform 4">
              <a:extLst>
                <a:ext uri="{FF2B5EF4-FFF2-40B4-BE49-F238E27FC236}">
                  <a16:creationId xmlns:a16="http://schemas.microsoft.com/office/drawing/2014/main" id="{99B8B88D-9BFC-B1D2-05A4-C8D432F98479}"/>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0" name="Freeform 5">
              <a:extLst>
                <a:ext uri="{FF2B5EF4-FFF2-40B4-BE49-F238E27FC236}">
                  <a16:creationId xmlns:a16="http://schemas.microsoft.com/office/drawing/2014/main" id="{6BEC7886-F126-38DA-404C-3D2D0FFBD87B}"/>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1" name="Freeform 6">
              <a:extLst>
                <a:ext uri="{FF2B5EF4-FFF2-40B4-BE49-F238E27FC236}">
                  <a16:creationId xmlns:a16="http://schemas.microsoft.com/office/drawing/2014/main" id="{DCAE504C-3EF2-74A7-AAAF-A71D53BF22CA}"/>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grpSp>
      <p:pic>
        <p:nvPicPr>
          <p:cNvPr id="8" name="Graphic 2">
            <a:extLst>
              <a:ext uri="{FF2B5EF4-FFF2-40B4-BE49-F238E27FC236}">
                <a16:creationId xmlns:a16="http://schemas.microsoft.com/office/drawing/2014/main" id="{F963D704-3898-6567-81F4-37066BBA3737}"/>
              </a:ext>
            </a:extLst>
          </p:cNvPr>
          <p:cNvPicPr>
            <a:picLocks noChangeAspect="1"/>
          </p:cNvPicPr>
          <p:nvPr userDrawn="1"/>
        </p:nvPicPr>
        <p:blipFill>
          <a:blip r:embed="rId2"/>
          <a:srcRect/>
          <a:stretch/>
        </p:blipFill>
        <p:spPr>
          <a:xfrm>
            <a:off x="1677513" y="692958"/>
            <a:ext cx="908029" cy="245472"/>
          </a:xfrm>
          <a:prstGeom prst="rect">
            <a:avLst/>
          </a:prstGeom>
        </p:spPr>
      </p:pic>
    </p:spTree>
    <p:extLst>
      <p:ext uri="{BB962C8B-B14F-4D97-AF65-F5344CB8AC3E}">
        <p14:creationId xmlns:p14="http://schemas.microsoft.com/office/powerpoint/2010/main" val="22082301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1/2">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51058" y="4663440"/>
            <a:ext cx="5040000" cy="276999"/>
          </a:xfrm>
          <a:prstGeom prst="rect">
            <a:avLst/>
          </a:prstGeom>
        </p:spPr>
        <p:txBody>
          <a:bodyPr wrap="square">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51058" y="5245390"/>
            <a:ext cx="5040000" cy="200055"/>
          </a:xfrm>
          <a:prstGeom prst="rect">
            <a:avLst/>
          </a:prstGeom>
        </p:spPr>
        <p:txBody>
          <a:bodyPr vert="horz" lIns="0" tIns="0" rIns="0" bIns="0" rtlCol="0">
            <a:spAutoFit/>
          </a:bodyPr>
          <a:lstStyle>
            <a:lvl1pPr>
              <a:lnSpc>
                <a:spcPct val="100000"/>
              </a:lnSpc>
              <a:spcBef>
                <a:spcPts val="0"/>
              </a:spcBef>
              <a:defRPr lang="en-US" sz="1300" b="1" i="0" spc="300" dirty="0">
                <a:solidFill>
                  <a:schemeClr val="accent5"/>
                </a:solidFill>
                <a:effectLst/>
                <a:latin typeface="Calibri" panose="020F0502020204030204" pitchFamily="34" charset="0"/>
                <a:cs typeface="Calibri" panose="020F0502020204030204" pitchFamily="34" charset="0"/>
              </a:defRPr>
            </a:lvl1pPr>
            <a:lvl2pPr>
              <a:buNone/>
              <a:defRPr/>
            </a:lvl2pPr>
          </a:lstStyle>
          <a:p>
            <a:pPr lvl="0">
              <a:lnSpc>
                <a:spcPct val="100000"/>
              </a:lnSpc>
              <a:spcBef>
                <a:spcPts val="0"/>
              </a:spcBef>
            </a:pPr>
            <a:r>
              <a:rPr lang="en-US">
                <a:effectLst/>
              </a:rPr>
              <a:t>23 OCTOBER 2023</a:t>
            </a:r>
            <a:endParaRPr lang="en-US"/>
          </a:p>
        </p:txBody>
      </p:sp>
      <p:sp>
        <p:nvSpPr>
          <p:cNvPr id="10" name="Text Placeholder 4">
            <a:extLst>
              <a:ext uri="{FF2B5EF4-FFF2-40B4-BE49-F238E27FC236}">
                <a16:creationId xmlns:a16="http://schemas.microsoft.com/office/drawing/2014/main" id="{D3506A5C-D398-4F6C-BA3C-D23DAEA64409}"/>
              </a:ext>
            </a:extLst>
          </p:cNvPr>
          <p:cNvSpPr>
            <a:spLocks noGrp="1"/>
          </p:cNvSpPr>
          <p:nvPr>
            <p:ph type="body" sz="quarter" idx="10" hasCustomPrompt="1"/>
          </p:nvPr>
        </p:nvSpPr>
        <p:spPr>
          <a:xfrm>
            <a:off x="651058" y="1828800"/>
            <a:ext cx="5040000" cy="1923604"/>
          </a:xfrm>
          <a:prstGeom prst="rect">
            <a:avLst/>
          </a:prstGeom>
        </p:spPr>
        <p:txBody>
          <a:bodyPr wrap="square">
            <a:spAutoFit/>
          </a:bodyPr>
          <a:lstStyle>
            <a:lvl1pPr>
              <a:lnSpc>
                <a:spcPts val="7500"/>
              </a:lnSpc>
              <a:spcBef>
                <a:spcPts val="0"/>
              </a:spcBef>
              <a:defRPr sz="6000" b="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a:t>
            </a:r>
            <a:br>
              <a:rPr lang="en-US"/>
            </a:br>
            <a:r>
              <a:rPr lang="en-US"/>
              <a:t>text two lines</a:t>
            </a:r>
          </a:p>
        </p:txBody>
      </p:sp>
      <p:sp>
        <p:nvSpPr>
          <p:cNvPr id="2" name="Picture Placeholder 2">
            <a:extLst>
              <a:ext uri="{FF2B5EF4-FFF2-40B4-BE49-F238E27FC236}">
                <a16:creationId xmlns:a16="http://schemas.microsoft.com/office/drawing/2014/main" id="{612C50EB-13A7-44C1-D9BB-6DAF8DA0F572}"/>
              </a:ext>
            </a:extLst>
          </p:cNvPr>
          <p:cNvSpPr>
            <a:spLocks noGrp="1"/>
          </p:cNvSpPr>
          <p:nvPr>
            <p:ph type="pic" sz="quarter" idx="24"/>
          </p:nvPr>
        </p:nvSpPr>
        <p:spPr>
          <a:xfrm>
            <a:off x="6123008" y="0"/>
            <a:ext cx="6068992" cy="6858000"/>
          </a:xfrm>
          <a:prstGeom prst="rect">
            <a:avLst/>
          </a:prstGeom>
        </p:spPr>
        <p:txBody>
          <a:bodyPr/>
          <a:lstStyle/>
          <a:p>
            <a:endParaRPr lang="en-US"/>
          </a:p>
        </p:txBody>
      </p:sp>
      <p:grpSp>
        <p:nvGrpSpPr>
          <p:cNvPr id="4" name="Group 3">
            <a:extLst>
              <a:ext uri="{FF2B5EF4-FFF2-40B4-BE49-F238E27FC236}">
                <a16:creationId xmlns:a16="http://schemas.microsoft.com/office/drawing/2014/main" id="{8798FEA7-2E15-9C47-602C-1248C9CB82B5}"/>
              </a:ext>
            </a:extLst>
          </p:cNvPr>
          <p:cNvGrpSpPr/>
          <p:nvPr userDrawn="1"/>
        </p:nvGrpSpPr>
        <p:grpSpPr>
          <a:xfrm>
            <a:off x="647699" y="716555"/>
            <a:ext cx="649751" cy="228601"/>
            <a:chOff x="14288" y="2035175"/>
            <a:chExt cx="10039350" cy="3532188"/>
          </a:xfrm>
          <a:solidFill>
            <a:schemeClr val="bg1"/>
          </a:solidFill>
        </p:grpSpPr>
        <p:sp>
          <p:nvSpPr>
            <p:cNvPr id="5" name="Freeform 1">
              <a:extLst>
                <a:ext uri="{FF2B5EF4-FFF2-40B4-BE49-F238E27FC236}">
                  <a16:creationId xmlns:a16="http://schemas.microsoft.com/office/drawing/2014/main" id="{4F162720-C489-0EDC-F693-5401A57BDD57}"/>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6" name="Freeform 2">
              <a:extLst>
                <a:ext uri="{FF2B5EF4-FFF2-40B4-BE49-F238E27FC236}">
                  <a16:creationId xmlns:a16="http://schemas.microsoft.com/office/drawing/2014/main" id="{FA5E0037-2556-CCBE-8E5D-61A768BED7FB}"/>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7" name="Freeform 3">
              <a:extLst>
                <a:ext uri="{FF2B5EF4-FFF2-40B4-BE49-F238E27FC236}">
                  <a16:creationId xmlns:a16="http://schemas.microsoft.com/office/drawing/2014/main" id="{70C77AF1-80BD-3FF6-8C66-32F2AE3C039A}"/>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8" name="Freeform 4">
              <a:extLst>
                <a:ext uri="{FF2B5EF4-FFF2-40B4-BE49-F238E27FC236}">
                  <a16:creationId xmlns:a16="http://schemas.microsoft.com/office/drawing/2014/main" id="{AE69E928-2023-24F2-4D32-EAE80C4DB65F}"/>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1" name="Freeform 5">
              <a:extLst>
                <a:ext uri="{FF2B5EF4-FFF2-40B4-BE49-F238E27FC236}">
                  <a16:creationId xmlns:a16="http://schemas.microsoft.com/office/drawing/2014/main" id="{50085C55-CFDE-25D7-6E07-E5A9F3557B09}"/>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sp>
          <p:nvSpPr>
            <p:cNvPr id="22" name="Freeform 6">
              <a:extLst>
                <a:ext uri="{FF2B5EF4-FFF2-40B4-BE49-F238E27FC236}">
                  <a16:creationId xmlns:a16="http://schemas.microsoft.com/office/drawing/2014/main" id="{EE554360-5576-477C-C827-24EE736385E8}"/>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sz="1351"/>
            </a:p>
          </p:txBody>
        </p:sp>
      </p:grpSp>
      <p:pic>
        <p:nvPicPr>
          <p:cNvPr id="11" name="Graphic 2">
            <a:extLst>
              <a:ext uri="{FF2B5EF4-FFF2-40B4-BE49-F238E27FC236}">
                <a16:creationId xmlns:a16="http://schemas.microsoft.com/office/drawing/2014/main" id="{5F1D832C-F085-20C7-3936-4FFAA32EEEC3}"/>
              </a:ext>
            </a:extLst>
          </p:cNvPr>
          <p:cNvPicPr>
            <a:picLocks noChangeAspect="1"/>
          </p:cNvPicPr>
          <p:nvPr userDrawn="1"/>
        </p:nvPicPr>
        <p:blipFill>
          <a:blip r:embed="rId2"/>
          <a:srcRect/>
          <a:stretch/>
        </p:blipFill>
        <p:spPr>
          <a:xfrm>
            <a:off x="1677513" y="692958"/>
            <a:ext cx="908029" cy="245472"/>
          </a:xfrm>
          <a:prstGeom prst="rect">
            <a:avLst/>
          </a:prstGeom>
        </p:spPr>
      </p:pic>
    </p:spTree>
    <p:extLst>
      <p:ext uri="{BB962C8B-B14F-4D97-AF65-F5344CB8AC3E}">
        <p14:creationId xmlns:p14="http://schemas.microsoft.com/office/powerpoint/2010/main" val="397926032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_Shorter_Title_Half_P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D4E904F-7D79-4A50-A009-698D67202ACC}"/>
              </a:ext>
            </a:extLst>
          </p:cNvPr>
          <p:cNvSpPr/>
          <p:nvPr userDrawn="1"/>
        </p:nvSpPr>
        <p:spPr bwMode="auto">
          <a:xfrm>
            <a:off x="0" y="0"/>
            <a:ext cx="12192000" cy="6858000"/>
          </a:xfrm>
          <a:prstGeom prst="rect">
            <a:avLst/>
          </a:prstGeom>
          <a:solidFill>
            <a:schemeClr val="bg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Picture Placeholder 2">
            <a:extLst>
              <a:ext uri="{FF2B5EF4-FFF2-40B4-BE49-F238E27FC236}">
                <a16:creationId xmlns:a16="http://schemas.microsoft.com/office/drawing/2014/main" id="{040E1BA6-2B94-3FB9-8A61-22A11D25EDE1}"/>
              </a:ext>
            </a:extLst>
          </p:cNvPr>
          <p:cNvSpPr>
            <a:spLocks noGrp="1"/>
          </p:cNvSpPr>
          <p:nvPr>
            <p:ph type="pic" sz="quarter" idx="24"/>
          </p:nvPr>
        </p:nvSpPr>
        <p:spPr>
          <a:xfrm>
            <a:off x="6123008" y="0"/>
            <a:ext cx="6068992" cy="6858000"/>
          </a:xfrm>
          <a:prstGeom prst="rect">
            <a:avLst/>
          </a:prstGeom>
        </p:spPr>
        <p:txBody>
          <a:bodyPr/>
          <a:lstStyle/>
          <a:p>
            <a:endParaRPr lang="en-US"/>
          </a:p>
        </p:txBody>
      </p:sp>
      <p:sp>
        <p:nvSpPr>
          <p:cNvPr id="6" name="Text Placeholder 4">
            <a:extLst>
              <a:ext uri="{FF2B5EF4-FFF2-40B4-BE49-F238E27FC236}">
                <a16:creationId xmlns:a16="http://schemas.microsoft.com/office/drawing/2014/main" id="{5DF60C00-4DF7-EA8B-64E5-6D8707C3F163}"/>
              </a:ext>
            </a:extLst>
          </p:cNvPr>
          <p:cNvSpPr>
            <a:spLocks noGrp="1"/>
          </p:cNvSpPr>
          <p:nvPr>
            <p:ph type="body" sz="quarter" idx="25" hasCustomPrompt="1"/>
          </p:nvPr>
        </p:nvSpPr>
        <p:spPr>
          <a:xfrm>
            <a:off x="639074" y="4670399"/>
            <a:ext cx="5151216" cy="372538"/>
          </a:xfrm>
          <a:prstGeom prst="rect">
            <a:avLst/>
          </a:prstGeom>
        </p:spPr>
        <p:txBody>
          <a:bodyPr wrap="square">
            <a:spAutoFit/>
          </a:bodyPr>
          <a:lstStyle>
            <a:lvl1pPr>
              <a:lnSpc>
                <a:spcPct val="150000"/>
              </a:lnSpc>
              <a:spcBef>
                <a:spcPts val="0"/>
              </a:spcBef>
              <a:defRPr sz="18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7" name="Text Placeholder 4">
            <a:extLst>
              <a:ext uri="{FF2B5EF4-FFF2-40B4-BE49-F238E27FC236}">
                <a16:creationId xmlns:a16="http://schemas.microsoft.com/office/drawing/2014/main" id="{1CED6F17-ABB3-3BF2-0943-BB3D363DB394}"/>
              </a:ext>
            </a:extLst>
          </p:cNvPr>
          <p:cNvSpPr>
            <a:spLocks noGrp="1"/>
          </p:cNvSpPr>
          <p:nvPr>
            <p:ph type="body" sz="quarter" idx="12" hasCustomPrompt="1"/>
          </p:nvPr>
        </p:nvSpPr>
        <p:spPr>
          <a:xfrm>
            <a:off x="639074" y="5393921"/>
            <a:ext cx="5185941" cy="200055"/>
          </a:xfrm>
          <a:prstGeom prst="rect">
            <a:avLst/>
          </a:prstGeom>
        </p:spPr>
        <p:txBody>
          <a:bodyPr wrap="square">
            <a:spAutoFit/>
          </a:bodyPr>
          <a:lstStyle>
            <a:lvl1pPr>
              <a:lnSpc>
                <a:spcPct val="100000"/>
              </a:lnSpc>
              <a:spcBef>
                <a:spcPts val="0"/>
              </a:spcBef>
              <a:defRPr sz="1300" b="1" i="0" spc="400" baseline="0">
                <a:solidFill>
                  <a:schemeClr val="accent6"/>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8" name="Text Placeholder 4">
            <a:extLst>
              <a:ext uri="{FF2B5EF4-FFF2-40B4-BE49-F238E27FC236}">
                <a16:creationId xmlns:a16="http://schemas.microsoft.com/office/drawing/2014/main" id="{03242F72-C056-2877-37FC-0C0E8E2FA1E4}"/>
              </a:ext>
            </a:extLst>
          </p:cNvPr>
          <p:cNvSpPr>
            <a:spLocks noGrp="1"/>
          </p:cNvSpPr>
          <p:nvPr>
            <p:ph type="body" sz="quarter" idx="26" hasCustomPrompt="1"/>
          </p:nvPr>
        </p:nvSpPr>
        <p:spPr>
          <a:xfrm>
            <a:off x="639074" y="1653938"/>
            <a:ext cx="5139642" cy="1846659"/>
          </a:xfrm>
          <a:prstGeom prst="rect">
            <a:avLst/>
          </a:prstGeom>
        </p:spPr>
        <p:txBody>
          <a:bodyPr wrap="square">
            <a:spAutoFit/>
          </a:bodyPr>
          <a:lstStyle>
            <a:lvl1pPr>
              <a:lnSpc>
                <a:spcPct val="100000"/>
              </a:lnSpc>
              <a:spcBef>
                <a:spcPts val="0"/>
              </a:spcBef>
              <a:defRPr sz="60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Cover with Shorter Title</a:t>
            </a:r>
          </a:p>
        </p:txBody>
      </p:sp>
    </p:spTree>
    <p:extLst>
      <p:ext uri="{BB962C8B-B14F-4D97-AF65-F5344CB8AC3E}">
        <p14:creationId xmlns:p14="http://schemas.microsoft.com/office/powerpoint/2010/main" val="2586875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639074" y="1350512"/>
            <a:ext cx="3594735" cy="923330"/>
          </a:xfrm>
          <a:prstGeom prst="rect">
            <a:avLst/>
          </a:prstGeom>
        </p:spPr>
        <p:txBody>
          <a:bodyPr wrap="square">
            <a:spAutoFit/>
          </a:bodyPr>
          <a:lstStyle>
            <a:lvl1pPr>
              <a:defRPr sz="6000" b="0" i="0">
                <a:solidFill>
                  <a:schemeClr val="accent6"/>
                </a:solidFill>
                <a:latin typeface="Calibri" panose="020F0502020204030204" pitchFamily="34" charset="0"/>
                <a:cs typeface="Calibri" panose="020F0502020204030204" pitchFamily="34" charset="0"/>
              </a:defRPr>
            </a:lvl1pPr>
          </a:lstStyle>
          <a:p>
            <a:r>
              <a:rPr lang="en-US"/>
              <a:t>Contents</a:t>
            </a:r>
          </a:p>
        </p:txBody>
      </p:sp>
      <p:sp>
        <p:nvSpPr>
          <p:cNvPr id="5" name="Text Placeholder 4">
            <a:extLst>
              <a:ext uri="{FF2B5EF4-FFF2-40B4-BE49-F238E27FC236}">
                <a16:creationId xmlns:a16="http://schemas.microsoft.com/office/drawing/2014/main" id="{0B94A4A7-1D42-43C4-8DAE-D39D6017417F}"/>
              </a:ext>
            </a:extLst>
          </p:cNvPr>
          <p:cNvSpPr>
            <a:spLocks noGrp="1"/>
          </p:cNvSpPr>
          <p:nvPr>
            <p:ph type="body" sz="quarter" idx="10" hasCustomPrompt="1"/>
          </p:nvPr>
        </p:nvSpPr>
        <p:spPr>
          <a:xfrm>
            <a:off x="4566051" y="1542286"/>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01</a:t>
            </a:r>
          </a:p>
        </p:txBody>
      </p:sp>
      <p:sp>
        <p:nvSpPr>
          <p:cNvPr id="9" name="Text Placeholder 4">
            <a:extLst>
              <a:ext uri="{FF2B5EF4-FFF2-40B4-BE49-F238E27FC236}">
                <a16:creationId xmlns:a16="http://schemas.microsoft.com/office/drawing/2014/main" id="{914B7CA8-C6E3-4D9A-BDD1-5A660A9FF442}"/>
              </a:ext>
            </a:extLst>
          </p:cNvPr>
          <p:cNvSpPr>
            <a:spLocks noGrp="1"/>
          </p:cNvSpPr>
          <p:nvPr>
            <p:ph type="body" sz="quarter" idx="11" hasCustomPrompt="1"/>
          </p:nvPr>
        </p:nvSpPr>
        <p:spPr>
          <a:xfrm>
            <a:off x="4566051" y="2235353"/>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02</a:t>
            </a:r>
          </a:p>
        </p:txBody>
      </p:sp>
      <p:sp>
        <p:nvSpPr>
          <p:cNvPr id="13" name="Text Placeholder 4">
            <a:extLst>
              <a:ext uri="{FF2B5EF4-FFF2-40B4-BE49-F238E27FC236}">
                <a16:creationId xmlns:a16="http://schemas.microsoft.com/office/drawing/2014/main" id="{29CF7C84-314E-4FB2-901C-E4AD0E759351}"/>
              </a:ext>
            </a:extLst>
          </p:cNvPr>
          <p:cNvSpPr>
            <a:spLocks noGrp="1"/>
          </p:cNvSpPr>
          <p:nvPr>
            <p:ph type="body" sz="quarter" idx="12" hasCustomPrompt="1"/>
          </p:nvPr>
        </p:nvSpPr>
        <p:spPr>
          <a:xfrm>
            <a:off x="4566051" y="2918259"/>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03</a:t>
            </a:r>
          </a:p>
        </p:txBody>
      </p:sp>
      <p:sp>
        <p:nvSpPr>
          <p:cNvPr id="14" name="Text Placeholder 4">
            <a:extLst>
              <a:ext uri="{FF2B5EF4-FFF2-40B4-BE49-F238E27FC236}">
                <a16:creationId xmlns:a16="http://schemas.microsoft.com/office/drawing/2014/main" id="{F4E24727-48EE-48AA-9B6F-F26524FCED2B}"/>
              </a:ext>
            </a:extLst>
          </p:cNvPr>
          <p:cNvSpPr>
            <a:spLocks noGrp="1"/>
          </p:cNvSpPr>
          <p:nvPr>
            <p:ph type="body" sz="quarter" idx="13" hasCustomPrompt="1"/>
          </p:nvPr>
        </p:nvSpPr>
        <p:spPr>
          <a:xfrm>
            <a:off x="4566051" y="3611326"/>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04</a:t>
            </a:r>
          </a:p>
        </p:txBody>
      </p:sp>
      <p:sp>
        <p:nvSpPr>
          <p:cNvPr id="15" name="Text Placeholder 4">
            <a:extLst>
              <a:ext uri="{FF2B5EF4-FFF2-40B4-BE49-F238E27FC236}">
                <a16:creationId xmlns:a16="http://schemas.microsoft.com/office/drawing/2014/main" id="{18BC4A81-2FF3-4AC4-8F40-4F95105F594C}"/>
              </a:ext>
            </a:extLst>
          </p:cNvPr>
          <p:cNvSpPr>
            <a:spLocks noGrp="1"/>
          </p:cNvSpPr>
          <p:nvPr>
            <p:ph type="body" sz="quarter" idx="14" hasCustomPrompt="1"/>
          </p:nvPr>
        </p:nvSpPr>
        <p:spPr>
          <a:xfrm>
            <a:off x="4566051" y="4294232"/>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05</a:t>
            </a:r>
          </a:p>
        </p:txBody>
      </p:sp>
      <p:sp>
        <p:nvSpPr>
          <p:cNvPr id="16" name="Text Placeholder 4">
            <a:extLst>
              <a:ext uri="{FF2B5EF4-FFF2-40B4-BE49-F238E27FC236}">
                <a16:creationId xmlns:a16="http://schemas.microsoft.com/office/drawing/2014/main" id="{A53DF3A1-A093-468B-B30D-D2DB4C1595BF}"/>
              </a:ext>
            </a:extLst>
          </p:cNvPr>
          <p:cNvSpPr>
            <a:spLocks noGrp="1"/>
          </p:cNvSpPr>
          <p:nvPr>
            <p:ph type="body" sz="quarter" idx="15" hasCustomPrompt="1"/>
          </p:nvPr>
        </p:nvSpPr>
        <p:spPr>
          <a:xfrm>
            <a:off x="4566051" y="4977139"/>
            <a:ext cx="498928" cy="321627"/>
          </a:xfrm>
          <a:prstGeom prst="rect">
            <a:avLst/>
          </a:prstGeom>
        </p:spPr>
        <p:txBody>
          <a:bodyPr wrap="square" anchor="t" anchorCtr="0">
            <a:spAutoFit/>
          </a:bodyPr>
          <a:lstStyle>
            <a:lvl1pPr algn="r">
              <a:defRPr sz="2000" b="1">
                <a:solidFill>
                  <a:schemeClr val="accent6"/>
                </a:solidFill>
              </a:defRPr>
            </a:lvl1pPr>
          </a:lstStyle>
          <a:p>
            <a:pPr lvl="0"/>
            <a:r>
              <a:rPr lang="en-US"/>
              <a:t>06</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5298342" y="1542286"/>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5298342" y="2235353"/>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5298342" y="2918259"/>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5298342" y="3611326"/>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5298342" y="4294232"/>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5298342" y="4977139"/>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cxnSp>
        <p:nvCxnSpPr>
          <p:cNvPr id="6" name="Straight Connector 5">
            <a:extLst>
              <a:ext uri="{FF2B5EF4-FFF2-40B4-BE49-F238E27FC236}">
                <a16:creationId xmlns:a16="http://schemas.microsoft.com/office/drawing/2014/main" id="{68522FB4-D05A-7BBC-4925-8F44384D8BAF}"/>
              </a:ext>
            </a:extLst>
          </p:cNvPr>
          <p:cNvCxnSpPr>
            <a:cxnSpLocks/>
          </p:cNvCxnSpPr>
          <p:nvPr userDrawn="1"/>
        </p:nvCxnSpPr>
        <p:spPr>
          <a:xfrm>
            <a:off x="4828321" y="2043581"/>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43E4466-9172-11FF-B631-0772F610EC0A}"/>
              </a:ext>
            </a:extLst>
          </p:cNvPr>
          <p:cNvCxnSpPr>
            <a:cxnSpLocks/>
          </p:cNvCxnSpPr>
          <p:nvPr userDrawn="1"/>
        </p:nvCxnSpPr>
        <p:spPr>
          <a:xfrm>
            <a:off x="4828321" y="2736156"/>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39B406A-62F3-7DD2-AFDA-098BD84DC9B8}"/>
              </a:ext>
            </a:extLst>
          </p:cNvPr>
          <p:cNvCxnSpPr>
            <a:cxnSpLocks/>
          </p:cNvCxnSpPr>
          <p:nvPr userDrawn="1"/>
        </p:nvCxnSpPr>
        <p:spPr>
          <a:xfrm>
            <a:off x="4828321" y="3428731"/>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F9CE8E-C61D-47C9-7C92-80C8B9BE9261}"/>
              </a:ext>
            </a:extLst>
          </p:cNvPr>
          <p:cNvCxnSpPr>
            <a:cxnSpLocks/>
          </p:cNvCxnSpPr>
          <p:nvPr userDrawn="1"/>
        </p:nvCxnSpPr>
        <p:spPr>
          <a:xfrm>
            <a:off x="4828321" y="4121306"/>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02BA3F-B120-FB36-1C74-89FF4B905719}"/>
              </a:ext>
            </a:extLst>
          </p:cNvPr>
          <p:cNvCxnSpPr>
            <a:cxnSpLocks/>
          </p:cNvCxnSpPr>
          <p:nvPr userDrawn="1"/>
        </p:nvCxnSpPr>
        <p:spPr>
          <a:xfrm>
            <a:off x="4828321" y="4813881"/>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237AFC-258A-A0AE-B66B-CB1C869A2032}"/>
              </a:ext>
            </a:extLst>
          </p:cNvPr>
          <p:cNvCxnSpPr>
            <a:cxnSpLocks/>
          </p:cNvCxnSpPr>
          <p:nvPr userDrawn="1"/>
        </p:nvCxnSpPr>
        <p:spPr>
          <a:xfrm>
            <a:off x="4828321" y="551146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840126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639074" y="1353882"/>
            <a:ext cx="3475727" cy="923330"/>
          </a:xfrm>
          <a:prstGeom prst="rect">
            <a:avLst/>
          </a:prstGeom>
        </p:spPr>
        <p:txBody>
          <a:bodyPr wrap="square" lIns="0" tIns="0" rIns="0" bIns="0">
            <a:spAutoFit/>
          </a:bodyPr>
          <a:lstStyle>
            <a:lvl1pPr>
              <a:defRPr lang="en-US" sz="6000" b="0">
                <a:solidFill>
                  <a:schemeClr val="accent6"/>
                </a:solidFill>
                <a:latin typeface="Calibri" panose="020F0502020204030204" pitchFamily="34" charset="0"/>
              </a:defRPr>
            </a:lvl1pPr>
          </a:lstStyle>
          <a:p>
            <a:pPr lvl="0"/>
            <a:r>
              <a:rPr lang="en-US"/>
              <a:t>Agenda</a:t>
            </a:r>
          </a:p>
        </p:txBody>
      </p:sp>
      <p:cxnSp>
        <p:nvCxnSpPr>
          <p:cNvPr id="29" name="Straight Connector 28">
            <a:extLst>
              <a:ext uri="{FF2B5EF4-FFF2-40B4-BE49-F238E27FC236}">
                <a16:creationId xmlns:a16="http://schemas.microsoft.com/office/drawing/2014/main" id="{49F9CE8E-C61D-47C9-7C92-80C8B9BE9261}"/>
              </a:ext>
            </a:extLst>
          </p:cNvPr>
          <p:cNvCxnSpPr>
            <a:cxnSpLocks/>
          </p:cNvCxnSpPr>
          <p:nvPr userDrawn="1"/>
        </p:nvCxnSpPr>
        <p:spPr>
          <a:xfrm>
            <a:off x="4597093" y="4127679"/>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02BA3F-B120-FB36-1C74-89FF4B905719}"/>
              </a:ext>
            </a:extLst>
          </p:cNvPr>
          <p:cNvCxnSpPr>
            <a:cxnSpLocks/>
          </p:cNvCxnSpPr>
          <p:nvPr userDrawn="1"/>
        </p:nvCxnSpPr>
        <p:spPr>
          <a:xfrm>
            <a:off x="4597093" y="4821255"/>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237AFC-258A-A0AE-B66B-CB1C869A2032}"/>
              </a:ext>
            </a:extLst>
          </p:cNvPr>
          <p:cNvCxnSpPr>
            <a:cxnSpLocks/>
          </p:cNvCxnSpPr>
          <p:nvPr userDrawn="1"/>
        </p:nvCxnSpPr>
        <p:spPr>
          <a:xfrm>
            <a:off x="4597093" y="5514831"/>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F38260B-0DC8-F1D9-0A04-B34FD9548DDE}"/>
              </a:ext>
            </a:extLst>
          </p:cNvPr>
          <p:cNvCxnSpPr>
            <a:cxnSpLocks/>
          </p:cNvCxnSpPr>
          <p:nvPr userDrawn="1"/>
        </p:nvCxnSpPr>
        <p:spPr>
          <a:xfrm>
            <a:off x="4597093" y="3434103"/>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34323139-2B65-F98E-4BA6-26EBD4E0ADE2}"/>
              </a:ext>
            </a:extLst>
          </p:cNvPr>
          <p:cNvSpPr>
            <a:spLocks noGrp="1"/>
          </p:cNvSpPr>
          <p:nvPr>
            <p:ph type="body" sz="quarter" idx="10" hasCustomPrompt="1"/>
          </p:nvPr>
        </p:nvSpPr>
        <p:spPr>
          <a:xfrm>
            <a:off x="4114801" y="1544424"/>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23" name="Text Placeholder 4">
            <a:extLst>
              <a:ext uri="{FF2B5EF4-FFF2-40B4-BE49-F238E27FC236}">
                <a16:creationId xmlns:a16="http://schemas.microsoft.com/office/drawing/2014/main" id="{4203F9BF-BF5F-6A91-5F78-9E13CFB34688}"/>
              </a:ext>
            </a:extLst>
          </p:cNvPr>
          <p:cNvSpPr>
            <a:spLocks noGrp="1"/>
          </p:cNvSpPr>
          <p:nvPr>
            <p:ph type="body" sz="quarter" idx="16" hasCustomPrompt="1"/>
          </p:nvPr>
        </p:nvSpPr>
        <p:spPr>
          <a:xfrm>
            <a:off x="6248400" y="1544424"/>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24" name="Text Placeholder 4">
            <a:extLst>
              <a:ext uri="{FF2B5EF4-FFF2-40B4-BE49-F238E27FC236}">
                <a16:creationId xmlns:a16="http://schemas.microsoft.com/office/drawing/2014/main" id="{876CC08A-4820-35BC-92E1-8230BD9D360A}"/>
              </a:ext>
            </a:extLst>
          </p:cNvPr>
          <p:cNvSpPr>
            <a:spLocks noGrp="1"/>
          </p:cNvSpPr>
          <p:nvPr>
            <p:ph type="body" sz="quarter" idx="24" hasCustomPrompt="1"/>
          </p:nvPr>
        </p:nvSpPr>
        <p:spPr>
          <a:xfrm>
            <a:off x="4114801" y="2237970"/>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25" name="Text Placeholder 4">
            <a:extLst>
              <a:ext uri="{FF2B5EF4-FFF2-40B4-BE49-F238E27FC236}">
                <a16:creationId xmlns:a16="http://schemas.microsoft.com/office/drawing/2014/main" id="{F7291D4C-4D95-8F05-0F5C-BA39164C8277}"/>
              </a:ext>
            </a:extLst>
          </p:cNvPr>
          <p:cNvSpPr>
            <a:spLocks noGrp="1"/>
          </p:cNvSpPr>
          <p:nvPr>
            <p:ph type="body" sz="quarter" idx="25" hasCustomPrompt="1"/>
          </p:nvPr>
        </p:nvSpPr>
        <p:spPr>
          <a:xfrm>
            <a:off x="6248400" y="2237970"/>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26" name="Text Placeholder 4">
            <a:extLst>
              <a:ext uri="{FF2B5EF4-FFF2-40B4-BE49-F238E27FC236}">
                <a16:creationId xmlns:a16="http://schemas.microsoft.com/office/drawing/2014/main" id="{B6CEF688-2334-22F4-39C4-5CC9525BC52D}"/>
              </a:ext>
            </a:extLst>
          </p:cNvPr>
          <p:cNvSpPr>
            <a:spLocks noGrp="1"/>
          </p:cNvSpPr>
          <p:nvPr>
            <p:ph type="body" sz="quarter" idx="26" hasCustomPrompt="1"/>
          </p:nvPr>
        </p:nvSpPr>
        <p:spPr>
          <a:xfrm>
            <a:off x="4114801" y="2931516"/>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31" name="Text Placeholder 4">
            <a:extLst>
              <a:ext uri="{FF2B5EF4-FFF2-40B4-BE49-F238E27FC236}">
                <a16:creationId xmlns:a16="http://schemas.microsoft.com/office/drawing/2014/main" id="{6C7F5B96-F4B8-B78A-06A1-1387CE2660EF}"/>
              </a:ext>
            </a:extLst>
          </p:cNvPr>
          <p:cNvSpPr>
            <a:spLocks noGrp="1"/>
          </p:cNvSpPr>
          <p:nvPr>
            <p:ph type="body" sz="quarter" idx="27" hasCustomPrompt="1"/>
          </p:nvPr>
        </p:nvSpPr>
        <p:spPr>
          <a:xfrm>
            <a:off x="6248400" y="2931516"/>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2" name="Text Placeholder 4">
            <a:extLst>
              <a:ext uri="{FF2B5EF4-FFF2-40B4-BE49-F238E27FC236}">
                <a16:creationId xmlns:a16="http://schemas.microsoft.com/office/drawing/2014/main" id="{F2D20F35-3DAA-AC00-0D89-CD5517054A4A}"/>
              </a:ext>
            </a:extLst>
          </p:cNvPr>
          <p:cNvSpPr>
            <a:spLocks noGrp="1"/>
          </p:cNvSpPr>
          <p:nvPr>
            <p:ph type="body" sz="quarter" idx="28" hasCustomPrompt="1"/>
          </p:nvPr>
        </p:nvSpPr>
        <p:spPr>
          <a:xfrm>
            <a:off x="4114801" y="3625062"/>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34" name="Text Placeholder 4">
            <a:extLst>
              <a:ext uri="{FF2B5EF4-FFF2-40B4-BE49-F238E27FC236}">
                <a16:creationId xmlns:a16="http://schemas.microsoft.com/office/drawing/2014/main" id="{7CEC68D4-F109-8967-2138-7755BCDA7F53}"/>
              </a:ext>
            </a:extLst>
          </p:cNvPr>
          <p:cNvSpPr>
            <a:spLocks noGrp="1"/>
          </p:cNvSpPr>
          <p:nvPr>
            <p:ph type="body" sz="quarter" idx="29" hasCustomPrompt="1"/>
          </p:nvPr>
        </p:nvSpPr>
        <p:spPr>
          <a:xfrm>
            <a:off x="6248400" y="3625062"/>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5" name="Text Placeholder 4">
            <a:extLst>
              <a:ext uri="{FF2B5EF4-FFF2-40B4-BE49-F238E27FC236}">
                <a16:creationId xmlns:a16="http://schemas.microsoft.com/office/drawing/2014/main" id="{9D31E2A1-E7D9-C6E2-1CAD-132E8FC15028}"/>
              </a:ext>
            </a:extLst>
          </p:cNvPr>
          <p:cNvSpPr>
            <a:spLocks noGrp="1"/>
          </p:cNvSpPr>
          <p:nvPr>
            <p:ph type="body" sz="quarter" idx="30" hasCustomPrompt="1"/>
          </p:nvPr>
        </p:nvSpPr>
        <p:spPr>
          <a:xfrm>
            <a:off x="4114801" y="4318608"/>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36" name="Text Placeholder 4">
            <a:extLst>
              <a:ext uri="{FF2B5EF4-FFF2-40B4-BE49-F238E27FC236}">
                <a16:creationId xmlns:a16="http://schemas.microsoft.com/office/drawing/2014/main" id="{9FFDA3CA-2B8B-D638-20E4-71AC7A34D736}"/>
              </a:ext>
            </a:extLst>
          </p:cNvPr>
          <p:cNvSpPr>
            <a:spLocks noGrp="1"/>
          </p:cNvSpPr>
          <p:nvPr>
            <p:ph type="body" sz="quarter" idx="31" hasCustomPrompt="1"/>
          </p:nvPr>
        </p:nvSpPr>
        <p:spPr>
          <a:xfrm>
            <a:off x="6248400" y="4318608"/>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7" name="Text Placeholder 4">
            <a:extLst>
              <a:ext uri="{FF2B5EF4-FFF2-40B4-BE49-F238E27FC236}">
                <a16:creationId xmlns:a16="http://schemas.microsoft.com/office/drawing/2014/main" id="{557F9336-F799-453A-9AE4-57BF009F4E49}"/>
              </a:ext>
            </a:extLst>
          </p:cNvPr>
          <p:cNvSpPr>
            <a:spLocks noGrp="1"/>
          </p:cNvSpPr>
          <p:nvPr>
            <p:ph type="body" sz="quarter" idx="32" hasCustomPrompt="1"/>
          </p:nvPr>
        </p:nvSpPr>
        <p:spPr>
          <a:xfrm>
            <a:off x="4114801" y="5012153"/>
            <a:ext cx="1866900" cy="321627"/>
          </a:xfrm>
          <a:prstGeom prst="rect">
            <a:avLst/>
          </a:prstGeom>
        </p:spPr>
        <p:txBody>
          <a:bodyPr wrap="square" anchor="t" anchorCtr="0">
            <a:spAutoFit/>
          </a:bodyPr>
          <a:lstStyle>
            <a:lvl1pPr algn="r">
              <a:defRPr sz="2000" b="1" i="0">
                <a:solidFill>
                  <a:schemeClr val="accent6"/>
                </a:solidFill>
                <a:latin typeface="Calibri" panose="020F0502020204030204" pitchFamily="34" charset="0"/>
                <a:cs typeface="Calibri" panose="020F0502020204030204" pitchFamily="34" charset="0"/>
              </a:defRPr>
            </a:lvl1pPr>
          </a:lstStyle>
          <a:p>
            <a:pPr lvl="0"/>
            <a:r>
              <a:rPr lang="en-US"/>
              <a:t>00:00 – 00:00</a:t>
            </a:r>
          </a:p>
        </p:txBody>
      </p:sp>
      <p:sp>
        <p:nvSpPr>
          <p:cNvPr id="38" name="Text Placeholder 4">
            <a:extLst>
              <a:ext uri="{FF2B5EF4-FFF2-40B4-BE49-F238E27FC236}">
                <a16:creationId xmlns:a16="http://schemas.microsoft.com/office/drawing/2014/main" id="{3ACF06D8-4539-871E-68C7-607E7092437D}"/>
              </a:ext>
            </a:extLst>
          </p:cNvPr>
          <p:cNvSpPr>
            <a:spLocks noGrp="1"/>
          </p:cNvSpPr>
          <p:nvPr>
            <p:ph type="body" sz="quarter" idx="33" hasCustomPrompt="1"/>
          </p:nvPr>
        </p:nvSpPr>
        <p:spPr>
          <a:xfrm>
            <a:off x="6248400" y="5012153"/>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cxnSp>
        <p:nvCxnSpPr>
          <p:cNvPr id="41" name="Straight Connector 40">
            <a:extLst>
              <a:ext uri="{FF2B5EF4-FFF2-40B4-BE49-F238E27FC236}">
                <a16:creationId xmlns:a16="http://schemas.microsoft.com/office/drawing/2014/main" id="{A040C191-15FC-CC2A-76C6-F51F8764B2F0}"/>
              </a:ext>
            </a:extLst>
          </p:cNvPr>
          <p:cNvCxnSpPr>
            <a:cxnSpLocks/>
          </p:cNvCxnSpPr>
          <p:nvPr userDrawn="1"/>
        </p:nvCxnSpPr>
        <p:spPr>
          <a:xfrm>
            <a:off x="4597093" y="2740527"/>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2D121A1-59B7-61ED-F9B5-D7F3CF3FA035}"/>
              </a:ext>
            </a:extLst>
          </p:cNvPr>
          <p:cNvCxnSpPr>
            <a:cxnSpLocks/>
          </p:cNvCxnSpPr>
          <p:nvPr userDrawn="1"/>
        </p:nvCxnSpPr>
        <p:spPr>
          <a:xfrm>
            <a:off x="4597094" y="2046951"/>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484947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Bla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0" name="Title 2">
            <a:extLst>
              <a:ext uri="{FF2B5EF4-FFF2-40B4-BE49-F238E27FC236}">
                <a16:creationId xmlns:a16="http://schemas.microsoft.com/office/drawing/2014/main" id="{412DC935-C29E-A14F-AFE1-7D0A655DDC5D}"/>
              </a:ext>
            </a:extLst>
          </p:cNvPr>
          <p:cNvSpPr>
            <a:spLocks noGrp="1"/>
          </p:cNvSpPr>
          <p:nvPr>
            <p:ph type="title" hasCustomPrompt="1"/>
          </p:nvPr>
        </p:nvSpPr>
        <p:spPr>
          <a:xfrm>
            <a:off x="467140" y="1191039"/>
            <a:ext cx="3024846" cy="923330"/>
          </a:xfrm>
          <a:prstGeom prst="rect">
            <a:avLst/>
          </a:prstGeom>
        </p:spPr>
        <p:txBody>
          <a:bodyPr wrap="square">
            <a:spAutoFit/>
          </a:bodyPr>
          <a:lstStyle>
            <a:lvl1pPr>
              <a:defRPr sz="6000" b="0">
                <a:solidFill>
                  <a:schemeClr val="bg1"/>
                </a:solidFill>
                <a:latin typeface="Calibri Light" panose="020F0302020204030204" pitchFamily="34" charset="0"/>
                <a:cs typeface="Calibri Light" panose="020F0302020204030204" pitchFamily="34" charset="0"/>
              </a:defRPr>
            </a:lvl1pPr>
          </a:lstStyle>
          <a:p>
            <a:r>
              <a:rPr lang="en-US"/>
              <a:t>Contents</a:t>
            </a:r>
          </a:p>
        </p:txBody>
      </p:sp>
      <p:sp>
        <p:nvSpPr>
          <p:cNvPr id="41" name="Text Placeholder 4">
            <a:extLst>
              <a:ext uri="{FF2B5EF4-FFF2-40B4-BE49-F238E27FC236}">
                <a16:creationId xmlns:a16="http://schemas.microsoft.com/office/drawing/2014/main" id="{81306D10-4886-8D43-8AD7-DD198141138F}"/>
              </a:ext>
            </a:extLst>
          </p:cNvPr>
          <p:cNvSpPr>
            <a:spLocks noGrp="1"/>
          </p:cNvSpPr>
          <p:nvPr>
            <p:ph type="body" sz="quarter" idx="10" hasCustomPrompt="1"/>
          </p:nvPr>
        </p:nvSpPr>
        <p:spPr>
          <a:xfrm>
            <a:off x="4086639" y="1191039"/>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01</a:t>
            </a:r>
          </a:p>
        </p:txBody>
      </p:sp>
      <p:sp>
        <p:nvSpPr>
          <p:cNvPr id="42" name="Text Placeholder 4">
            <a:extLst>
              <a:ext uri="{FF2B5EF4-FFF2-40B4-BE49-F238E27FC236}">
                <a16:creationId xmlns:a16="http://schemas.microsoft.com/office/drawing/2014/main" id="{FE45BD51-7050-F14C-A670-93F5C458BC7D}"/>
              </a:ext>
            </a:extLst>
          </p:cNvPr>
          <p:cNvSpPr>
            <a:spLocks noGrp="1"/>
          </p:cNvSpPr>
          <p:nvPr>
            <p:ph type="body" sz="quarter" idx="11" hasCustomPrompt="1"/>
          </p:nvPr>
        </p:nvSpPr>
        <p:spPr>
          <a:xfrm>
            <a:off x="4086639" y="1884106"/>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02</a:t>
            </a:r>
          </a:p>
        </p:txBody>
      </p:sp>
      <p:sp>
        <p:nvSpPr>
          <p:cNvPr id="43" name="Text Placeholder 4">
            <a:extLst>
              <a:ext uri="{FF2B5EF4-FFF2-40B4-BE49-F238E27FC236}">
                <a16:creationId xmlns:a16="http://schemas.microsoft.com/office/drawing/2014/main" id="{07F79D62-8F9A-0841-8A03-EF41A1E67C84}"/>
              </a:ext>
            </a:extLst>
          </p:cNvPr>
          <p:cNvSpPr>
            <a:spLocks noGrp="1"/>
          </p:cNvSpPr>
          <p:nvPr>
            <p:ph type="body" sz="quarter" idx="12" hasCustomPrompt="1"/>
          </p:nvPr>
        </p:nvSpPr>
        <p:spPr>
          <a:xfrm>
            <a:off x="4086639" y="2567012"/>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03</a:t>
            </a:r>
          </a:p>
        </p:txBody>
      </p:sp>
      <p:sp>
        <p:nvSpPr>
          <p:cNvPr id="44" name="Text Placeholder 4">
            <a:extLst>
              <a:ext uri="{FF2B5EF4-FFF2-40B4-BE49-F238E27FC236}">
                <a16:creationId xmlns:a16="http://schemas.microsoft.com/office/drawing/2014/main" id="{65681305-8F2B-D44B-B2FD-A0D051FAAB3C}"/>
              </a:ext>
            </a:extLst>
          </p:cNvPr>
          <p:cNvSpPr>
            <a:spLocks noGrp="1"/>
          </p:cNvSpPr>
          <p:nvPr>
            <p:ph type="body" sz="quarter" idx="13" hasCustomPrompt="1"/>
          </p:nvPr>
        </p:nvSpPr>
        <p:spPr>
          <a:xfrm>
            <a:off x="4086639" y="3260079"/>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04</a:t>
            </a:r>
          </a:p>
        </p:txBody>
      </p:sp>
      <p:sp>
        <p:nvSpPr>
          <p:cNvPr id="45" name="Text Placeholder 4">
            <a:extLst>
              <a:ext uri="{FF2B5EF4-FFF2-40B4-BE49-F238E27FC236}">
                <a16:creationId xmlns:a16="http://schemas.microsoft.com/office/drawing/2014/main" id="{1030B358-E24F-1640-907B-9FF7A4002316}"/>
              </a:ext>
            </a:extLst>
          </p:cNvPr>
          <p:cNvSpPr>
            <a:spLocks noGrp="1"/>
          </p:cNvSpPr>
          <p:nvPr>
            <p:ph type="body" sz="quarter" idx="14" hasCustomPrompt="1"/>
          </p:nvPr>
        </p:nvSpPr>
        <p:spPr>
          <a:xfrm>
            <a:off x="4086639" y="3942985"/>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05</a:t>
            </a:r>
          </a:p>
        </p:txBody>
      </p:sp>
      <p:sp>
        <p:nvSpPr>
          <p:cNvPr id="46" name="Text Placeholder 4">
            <a:extLst>
              <a:ext uri="{FF2B5EF4-FFF2-40B4-BE49-F238E27FC236}">
                <a16:creationId xmlns:a16="http://schemas.microsoft.com/office/drawing/2014/main" id="{E43EC608-D062-5346-8223-7D2DB8521CEA}"/>
              </a:ext>
            </a:extLst>
          </p:cNvPr>
          <p:cNvSpPr>
            <a:spLocks noGrp="1"/>
          </p:cNvSpPr>
          <p:nvPr>
            <p:ph type="body" sz="quarter" idx="15" hasCustomPrompt="1"/>
          </p:nvPr>
        </p:nvSpPr>
        <p:spPr>
          <a:xfrm>
            <a:off x="4086639" y="4625892"/>
            <a:ext cx="498928" cy="321627"/>
          </a:xfrm>
          <a:prstGeom prst="rect">
            <a:avLst/>
          </a:prstGeom>
        </p:spPr>
        <p:txBody>
          <a:bodyPr wrap="square" anchor="t" anchorCtr="0">
            <a:spAutoFit/>
          </a:bodyPr>
          <a:lstStyle>
            <a:lvl1pPr algn="r">
              <a:defRPr sz="2000" b="1" i="0">
                <a:solidFill>
                  <a:schemeClr val="bg1"/>
                </a:solidFill>
                <a:latin typeface="Calibri" panose="020F0502020204030204" pitchFamily="34" charset="0"/>
                <a:cs typeface="Calibri" panose="020F0502020204030204" pitchFamily="34" charset="0"/>
              </a:defRPr>
            </a:lvl1pPr>
          </a:lstStyle>
          <a:p>
            <a:pPr lvl="0"/>
            <a:r>
              <a:rPr lang="en-US"/>
              <a:t>06</a:t>
            </a:r>
          </a:p>
        </p:txBody>
      </p:sp>
      <p:sp>
        <p:nvSpPr>
          <p:cNvPr id="47" name="Text Placeholder 4">
            <a:extLst>
              <a:ext uri="{FF2B5EF4-FFF2-40B4-BE49-F238E27FC236}">
                <a16:creationId xmlns:a16="http://schemas.microsoft.com/office/drawing/2014/main" id="{3C9E44A1-779B-5D4F-880A-FEDADDD47CC1}"/>
              </a:ext>
            </a:extLst>
          </p:cNvPr>
          <p:cNvSpPr>
            <a:spLocks noGrp="1"/>
          </p:cNvSpPr>
          <p:nvPr>
            <p:ph type="body" sz="quarter" idx="16" hasCustomPrompt="1"/>
          </p:nvPr>
        </p:nvSpPr>
        <p:spPr>
          <a:xfrm>
            <a:off x="4818930" y="119103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8" name="Text Placeholder 4">
            <a:extLst>
              <a:ext uri="{FF2B5EF4-FFF2-40B4-BE49-F238E27FC236}">
                <a16:creationId xmlns:a16="http://schemas.microsoft.com/office/drawing/2014/main" id="{9EC90B24-D1A9-4247-83CD-A9F058498C1C}"/>
              </a:ext>
            </a:extLst>
          </p:cNvPr>
          <p:cNvSpPr>
            <a:spLocks noGrp="1"/>
          </p:cNvSpPr>
          <p:nvPr>
            <p:ph type="body" sz="quarter" idx="17" hasCustomPrompt="1"/>
          </p:nvPr>
        </p:nvSpPr>
        <p:spPr>
          <a:xfrm>
            <a:off x="4818930" y="1884106"/>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49" name="Text Placeholder 4">
            <a:extLst>
              <a:ext uri="{FF2B5EF4-FFF2-40B4-BE49-F238E27FC236}">
                <a16:creationId xmlns:a16="http://schemas.microsoft.com/office/drawing/2014/main" id="{D18552AA-DDEA-C04E-89B7-EED6BFB0403A}"/>
              </a:ext>
            </a:extLst>
          </p:cNvPr>
          <p:cNvSpPr>
            <a:spLocks noGrp="1"/>
          </p:cNvSpPr>
          <p:nvPr>
            <p:ph type="body" sz="quarter" idx="18" hasCustomPrompt="1"/>
          </p:nvPr>
        </p:nvSpPr>
        <p:spPr>
          <a:xfrm>
            <a:off x="4818930" y="256701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50" name="Text Placeholder 4">
            <a:extLst>
              <a:ext uri="{FF2B5EF4-FFF2-40B4-BE49-F238E27FC236}">
                <a16:creationId xmlns:a16="http://schemas.microsoft.com/office/drawing/2014/main" id="{172F500B-80B6-B248-8020-B441FF47A156}"/>
              </a:ext>
            </a:extLst>
          </p:cNvPr>
          <p:cNvSpPr>
            <a:spLocks noGrp="1"/>
          </p:cNvSpPr>
          <p:nvPr>
            <p:ph type="body" sz="quarter" idx="19" hasCustomPrompt="1"/>
          </p:nvPr>
        </p:nvSpPr>
        <p:spPr>
          <a:xfrm>
            <a:off x="4818930" y="326007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51" name="Text Placeholder 4">
            <a:extLst>
              <a:ext uri="{FF2B5EF4-FFF2-40B4-BE49-F238E27FC236}">
                <a16:creationId xmlns:a16="http://schemas.microsoft.com/office/drawing/2014/main" id="{11F98A71-D9E4-D541-BEA3-FDFD90F90AF5}"/>
              </a:ext>
            </a:extLst>
          </p:cNvPr>
          <p:cNvSpPr>
            <a:spLocks noGrp="1"/>
          </p:cNvSpPr>
          <p:nvPr>
            <p:ph type="body" sz="quarter" idx="20" hasCustomPrompt="1"/>
          </p:nvPr>
        </p:nvSpPr>
        <p:spPr>
          <a:xfrm>
            <a:off x="4818930" y="39429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52" name="Text Placeholder 4">
            <a:extLst>
              <a:ext uri="{FF2B5EF4-FFF2-40B4-BE49-F238E27FC236}">
                <a16:creationId xmlns:a16="http://schemas.microsoft.com/office/drawing/2014/main" id="{16600805-4D97-C04F-A6DE-E1299C3A2DB9}"/>
              </a:ext>
            </a:extLst>
          </p:cNvPr>
          <p:cNvSpPr>
            <a:spLocks noGrp="1"/>
          </p:cNvSpPr>
          <p:nvPr>
            <p:ph type="body" sz="quarter" idx="21" hasCustomPrompt="1"/>
          </p:nvPr>
        </p:nvSpPr>
        <p:spPr>
          <a:xfrm>
            <a:off x="4818930" y="4625892"/>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cxnSp>
        <p:nvCxnSpPr>
          <p:cNvPr id="53" name="Straight Connector 52">
            <a:extLst>
              <a:ext uri="{FF2B5EF4-FFF2-40B4-BE49-F238E27FC236}">
                <a16:creationId xmlns:a16="http://schemas.microsoft.com/office/drawing/2014/main" id="{21313071-79EA-EB47-95CB-68A8E3DA74C8}"/>
              </a:ext>
            </a:extLst>
          </p:cNvPr>
          <p:cNvCxnSpPr>
            <a:cxnSpLocks/>
          </p:cNvCxnSpPr>
          <p:nvPr userDrawn="1"/>
        </p:nvCxnSpPr>
        <p:spPr>
          <a:xfrm>
            <a:off x="3725348" y="914400"/>
            <a:ext cx="0" cy="5257800"/>
          </a:xfrm>
          <a:prstGeom prst="line">
            <a:avLst/>
          </a:prstGeom>
          <a:ln w="63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Footer Placeholder 14">
            <a:extLst>
              <a:ext uri="{FF2B5EF4-FFF2-40B4-BE49-F238E27FC236}">
                <a16:creationId xmlns:a16="http://schemas.microsoft.com/office/drawing/2014/main" id="{A47BA179-5545-983C-EA9B-4BD562EC0309}"/>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grpSp>
        <p:nvGrpSpPr>
          <p:cNvPr id="3" name="Group 2">
            <a:extLst>
              <a:ext uri="{FF2B5EF4-FFF2-40B4-BE49-F238E27FC236}">
                <a16:creationId xmlns:a16="http://schemas.microsoft.com/office/drawing/2014/main" id="{C3580C8E-D1A3-7DD1-DC31-532463121348}"/>
              </a:ext>
            </a:extLst>
          </p:cNvPr>
          <p:cNvGrpSpPr/>
          <p:nvPr userDrawn="1"/>
        </p:nvGrpSpPr>
        <p:grpSpPr>
          <a:xfrm>
            <a:off x="610888" y="6472556"/>
            <a:ext cx="372834" cy="131175"/>
            <a:chOff x="14288" y="2035175"/>
            <a:chExt cx="10039350" cy="3532188"/>
          </a:xfrm>
          <a:solidFill>
            <a:schemeClr val="bg1"/>
          </a:solidFill>
        </p:grpSpPr>
        <p:sp>
          <p:nvSpPr>
            <p:cNvPr id="5" name="Freeform 1">
              <a:extLst>
                <a:ext uri="{FF2B5EF4-FFF2-40B4-BE49-F238E27FC236}">
                  <a16:creationId xmlns:a16="http://schemas.microsoft.com/office/drawing/2014/main" id="{40653420-7632-9A0D-B3CD-2B740577720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2">
              <a:extLst>
                <a:ext uri="{FF2B5EF4-FFF2-40B4-BE49-F238E27FC236}">
                  <a16:creationId xmlns:a16="http://schemas.microsoft.com/office/drawing/2014/main" id="{B453E0BC-3DCD-F6CD-99A8-A41BCD4B569B}"/>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3">
              <a:extLst>
                <a:ext uri="{FF2B5EF4-FFF2-40B4-BE49-F238E27FC236}">
                  <a16:creationId xmlns:a16="http://schemas.microsoft.com/office/drawing/2014/main" id="{34074BD2-9C46-A82B-B2CB-F1382A3F448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4">
              <a:extLst>
                <a:ext uri="{FF2B5EF4-FFF2-40B4-BE49-F238E27FC236}">
                  <a16:creationId xmlns:a16="http://schemas.microsoft.com/office/drawing/2014/main" id="{D1D59E0F-CCAE-5D15-9024-8AA2BA251447}"/>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5">
              <a:extLst>
                <a:ext uri="{FF2B5EF4-FFF2-40B4-BE49-F238E27FC236}">
                  <a16:creationId xmlns:a16="http://schemas.microsoft.com/office/drawing/2014/main" id="{07C74B02-F2C3-8336-4A95-CE9493E5CFFC}"/>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6">
              <a:extLst>
                <a:ext uri="{FF2B5EF4-FFF2-40B4-BE49-F238E27FC236}">
                  <a16:creationId xmlns:a16="http://schemas.microsoft.com/office/drawing/2014/main" id="{9A029A9B-F5A4-25D6-160D-1B908B012CF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pic>
        <p:nvPicPr>
          <p:cNvPr id="12" name="Graphic 11">
            <a:extLst>
              <a:ext uri="{FF2B5EF4-FFF2-40B4-BE49-F238E27FC236}">
                <a16:creationId xmlns:a16="http://schemas.microsoft.com/office/drawing/2014/main" id="{5C8D3DC4-3973-07CA-7406-1C6A28C003D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82591144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_Header_Half_Page_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9074" y="1772483"/>
            <a:ext cx="3594735" cy="1846659"/>
          </a:xfrm>
          <a:prstGeom prst="rect">
            <a:avLst/>
          </a:prstGeom>
        </p:spPr>
        <p:txBody>
          <a:bodyPr wrap="square">
            <a:spAutoFit/>
          </a:bodyPr>
          <a:lstStyle>
            <a:lvl1pPr>
              <a:defRPr sz="6000" b="0" i="0">
                <a:solidFill>
                  <a:schemeClr val="tx1"/>
                </a:solidFill>
                <a:latin typeface="Calibri Light" panose="020F0302020204030204" pitchFamily="34" charset="0"/>
                <a:cs typeface="Calibri Light" panose="020F0302020204030204" pitchFamily="34" charset="0"/>
              </a:defRPr>
            </a:lvl1pPr>
          </a:lstStyle>
          <a:p>
            <a:r>
              <a:rPr lang="en-US"/>
              <a:t>Section Header</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9074" y="3939611"/>
            <a:ext cx="4554537" cy="276999"/>
          </a:xfrm>
          <a:prstGeom prst="rect">
            <a:avLst/>
          </a:prstGeom>
        </p:spPr>
        <p:txBody>
          <a:bodyPr wrap="square" anchor="t" anchorCtr="0">
            <a:spAutoFit/>
          </a:bodyPr>
          <a:lstStyle>
            <a:lvl1pPr>
              <a:defRPr sz="1800" b="0" i="0">
                <a:latin typeface="Calibri Light" panose="020F0302020204030204" pitchFamily="34" charset="0"/>
                <a:cs typeface="Calibri Light" panose="020F0302020204030204" pitchFamily="34" charset="0"/>
              </a:defRPr>
            </a:lvl1pPr>
          </a:lstStyle>
          <a:p>
            <a:pPr lvl="0"/>
            <a:r>
              <a:rPr lang="en-US"/>
              <a:t>Section description</a:t>
            </a:r>
          </a:p>
        </p:txBody>
      </p:sp>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endParaRPr lang="en-US"/>
          </a:p>
        </p:txBody>
      </p:sp>
      <p:sp>
        <p:nvSpPr>
          <p:cNvPr id="7" name="Text Placeholder 4">
            <a:extLst>
              <a:ext uri="{FF2B5EF4-FFF2-40B4-BE49-F238E27FC236}">
                <a16:creationId xmlns:a16="http://schemas.microsoft.com/office/drawing/2014/main" id="{044D886A-7EE9-3D61-5350-BFDC9DEF7721}"/>
              </a:ext>
            </a:extLst>
          </p:cNvPr>
          <p:cNvSpPr>
            <a:spLocks noGrp="1"/>
          </p:cNvSpPr>
          <p:nvPr>
            <p:ph type="body" sz="quarter" idx="10" hasCustomPrompt="1"/>
          </p:nvPr>
        </p:nvSpPr>
        <p:spPr>
          <a:xfrm>
            <a:off x="639074" y="1335603"/>
            <a:ext cx="498928" cy="321627"/>
          </a:xfrm>
          <a:prstGeom prst="rect">
            <a:avLst/>
          </a:prstGeom>
        </p:spPr>
        <p:txBody>
          <a:bodyPr wrap="square" anchor="t" anchorCtr="0">
            <a:spAutoFit/>
          </a:bodyPr>
          <a:lstStyle>
            <a:lvl1pPr algn="l">
              <a:defRPr sz="2000" b="1" i="0">
                <a:solidFill>
                  <a:schemeClr val="accent6"/>
                </a:solidFill>
                <a:latin typeface="Calibri" panose="020F0502020204030204" pitchFamily="34" charset="0"/>
                <a:cs typeface="Calibri" panose="020F0502020204030204" pitchFamily="34" charset="0"/>
              </a:defRPr>
            </a:lvl1pPr>
          </a:lstStyle>
          <a:p>
            <a:pPr lvl="0"/>
            <a:r>
              <a:rPr lang="en-US"/>
              <a:t>01</a:t>
            </a:r>
          </a:p>
        </p:txBody>
      </p:sp>
    </p:spTree>
    <p:extLst>
      <p:ext uri="{BB962C8B-B14F-4D97-AF65-F5344CB8AC3E}">
        <p14:creationId xmlns:p14="http://schemas.microsoft.com/office/powerpoint/2010/main" val="373951704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x_Section_Header_Cool">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E69851-6AAB-66EC-0A76-12B276F29DA9}"/>
              </a:ext>
            </a:extLst>
          </p:cNvPr>
          <p:cNvSpPr/>
          <p:nvPr userDrawn="1"/>
        </p:nvSpPr>
        <p:spPr bwMode="auto">
          <a:xfrm>
            <a:off x="627063" y="647700"/>
            <a:ext cx="10929937" cy="5562600"/>
          </a:xfrm>
          <a:prstGeom prst="rect">
            <a:avLst/>
          </a:prstGeom>
          <a:solidFill>
            <a:schemeClr val="bg2"/>
          </a:solidFill>
          <a:ln>
            <a:noFill/>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5" name="Title 8">
            <a:extLst>
              <a:ext uri="{FF2B5EF4-FFF2-40B4-BE49-F238E27FC236}">
                <a16:creationId xmlns:a16="http://schemas.microsoft.com/office/drawing/2014/main" id="{64E2BBBC-80DF-5104-E076-20FB99B4648C}"/>
              </a:ext>
            </a:extLst>
          </p:cNvPr>
          <p:cNvSpPr>
            <a:spLocks noGrp="1"/>
          </p:cNvSpPr>
          <p:nvPr>
            <p:ph type="title" hasCustomPrompt="1"/>
          </p:nvPr>
        </p:nvSpPr>
        <p:spPr>
          <a:xfrm>
            <a:off x="1285240" y="1723225"/>
            <a:ext cx="9601200" cy="1746522"/>
          </a:xfrm>
          <a:prstGeom prst="rect">
            <a:avLst/>
          </a:prstGeom>
        </p:spPr>
        <p:txBody>
          <a:bodyPr/>
          <a:lstStyle>
            <a:lvl1pPr>
              <a:defRPr sz="6000" b="0" i="0">
                <a:solidFill>
                  <a:srgbClr val="000000"/>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16" name="Text Placeholder 4">
            <a:extLst>
              <a:ext uri="{FF2B5EF4-FFF2-40B4-BE49-F238E27FC236}">
                <a16:creationId xmlns:a16="http://schemas.microsoft.com/office/drawing/2014/main" id="{12E0E19A-C3CC-AE13-1EF9-7E889ADFCBFE}"/>
              </a:ext>
            </a:extLst>
          </p:cNvPr>
          <p:cNvSpPr>
            <a:spLocks noGrp="1"/>
          </p:cNvSpPr>
          <p:nvPr>
            <p:ph type="body" sz="quarter" idx="11" hasCustomPrompt="1"/>
          </p:nvPr>
        </p:nvSpPr>
        <p:spPr>
          <a:xfrm>
            <a:off x="1295400" y="1328420"/>
            <a:ext cx="498928" cy="321627"/>
          </a:xfrm>
          <a:prstGeom prst="rect">
            <a:avLst/>
          </a:prstGeom>
        </p:spPr>
        <p:txBody>
          <a:bodyPr wrap="square" anchor="t" anchorCtr="0">
            <a:spAutoFit/>
          </a:bodyPr>
          <a:lstStyle>
            <a:lvl1pPr algn="l">
              <a:defRPr sz="2000" b="1" i="0">
                <a:solidFill>
                  <a:schemeClr val="accent6"/>
                </a:solidFill>
                <a:latin typeface="Calibri" panose="020F0502020204030204" pitchFamily="34" charset="0"/>
                <a:cs typeface="Calibri" panose="020F0502020204030204" pitchFamily="34" charset="0"/>
              </a:defRPr>
            </a:lvl1pPr>
          </a:lstStyle>
          <a:p>
            <a:pPr lvl="0"/>
            <a:r>
              <a:rPr lang="en-US"/>
              <a:t>01</a:t>
            </a:r>
          </a:p>
        </p:txBody>
      </p:sp>
      <p:sp>
        <p:nvSpPr>
          <p:cNvPr id="3" name="TextBox 2">
            <a:extLst>
              <a:ext uri="{FF2B5EF4-FFF2-40B4-BE49-F238E27FC236}">
                <a16:creationId xmlns:a16="http://schemas.microsoft.com/office/drawing/2014/main" id="{11CD4D7A-E1F5-9D4D-D7A8-763291C906C5}"/>
              </a:ext>
            </a:extLst>
          </p:cNvPr>
          <p:cNvSpPr txBox="1"/>
          <p:nvPr userDrawn="1"/>
        </p:nvSpPr>
        <p:spPr>
          <a:xfrm>
            <a:off x="1066800" y="98552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5" name="Text Placeholder 4">
            <a:extLst>
              <a:ext uri="{FF2B5EF4-FFF2-40B4-BE49-F238E27FC236}">
                <a16:creationId xmlns:a16="http://schemas.microsoft.com/office/drawing/2014/main" id="{999BCF95-56F1-24C1-0241-7ECD1E24B8A1}"/>
              </a:ext>
            </a:extLst>
          </p:cNvPr>
          <p:cNvSpPr>
            <a:spLocks noGrp="1"/>
          </p:cNvSpPr>
          <p:nvPr>
            <p:ph type="body" sz="quarter" idx="16" hasCustomPrompt="1"/>
          </p:nvPr>
        </p:nvSpPr>
        <p:spPr>
          <a:xfrm>
            <a:off x="1285240" y="5014402"/>
            <a:ext cx="4757677" cy="528158"/>
          </a:xfrm>
          <a:prstGeom prst="rect">
            <a:avLst/>
          </a:prstGeom>
        </p:spPr>
        <p:txBody>
          <a:bodyPr wrap="square" anchor="t" anchorCtr="0">
            <a:spAutoFit/>
          </a:bodyPr>
          <a:lstStyle>
            <a:lvl1pPr>
              <a:defRPr sz="1600" b="0" i="0">
                <a:solidFill>
                  <a:schemeClr val="tx1"/>
                </a:solidFill>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Tree>
    <p:extLst>
      <p:ext uri="{BB962C8B-B14F-4D97-AF65-F5344CB8AC3E}">
        <p14:creationId xmlns:p14="http://schemas.microsoft.com/office/powerpoint/2010/main" val="2048036696"/>
      </p:ext>
    </p:extLst>
  </p:cSld>
  <p:clrMapOvr>
    <a:masterClrMapping/>
  </p:clrMapOvr>
  <p:extLst>
    <p:ext uri="{DCECCB84-F9BA-43D5-87BE-67443E8EF086}">
      <p15:sldGuideLst xmlns:p15="http://schemas.microsoft.com/office/powerpoint/2012/main">
        <p15:guide id="1" orient="horz" pos="408">
          <p15:clr>
            <a:srgbClr val="FBAE40"/>
          </p15:clr>
        </p15:guide>
        <p15:guide id="2" pos="3840">
          <p15:clr>
            <a:srgbClr val="FBAE40"/>
          </p15:clr>
        </p15:guide>
        <p15:guide id="4" orient="horz" pos="412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x_Section_Header_Cool">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E69851-6AAB-66EC-0A76-12B276F29DA9}"/>
              </a:ext>
            </a:extLst>
          </p:cNvPr>
          <p:cNvSpPr/>
          <p:nvPr userDrawn="1"/>
        </p:nvSpPr>
        <p:spPr bwMode="auto">
          <a:xfrm>
            <a:off x="627063" y="647700"/>
            <a:ext cx="10929937" cy="5562600"/>
          </a:xfrm>
          <a:prstGeom prst="rect">
            <a:avLst/>
          </a:prstGeom>
          <a:solidFill>
            <a:schemeClr val="bg2"/>
          </a:solidFill>
          <a:ln>
            <a:noFill/>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5" name="Title 8">
            <a:extLst>
              <a:ext uri="{FF2B5EF4-FFF2-40B4-BE49-F238E27FC236}">
                <a16:creationId xmlns:a16="http://schemas.microsoft.com/office/drawing/2014/main" id="{64E2BBBC-80DF-5104-E076-20FB99B4648C}"/>
              </a:ext>
            </a:extLst>
          </p:cNvPr>
          <p:cNvSpPr>
            <a:spLocks noGrp="1"/>
          </p:cNvSpPr>
          <p:nvPr>
            <p:ph type="title" hasCustomPrompt="1"/>
          </p:nvPr>
        </p:nvSpPr>
        <p:spPr>
          <a:xfrm>
            <a:off x="1285240" y="1723225"/>
            <a:ext cx="9601200" cy="1746522"/>
          </a:xfrm>
          <a:prstGeom prst="rect">
            <a:avLst/>
          </a:prstGeom>
        </p:spPr>
        <p:txBody>
          <a:bodyPr/>
          <a:lstStyle>
            <a:lvl1pPr>
              <a:defRPr sz="6000" b="0" i="0">
                <a:solidFill>
                  <a:srgbClr val="000000"/>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16" name="Text Placeholder 4">
            <a:extLst>
              <a:ext uri="{FF2B5EF4-FFF2-40B4-BE49-F238E27FC236}">
                <a16:creationId xmlns:a16="http://schemas.microsoft.com/office/drawing/2014/main" id="{12E0E19A-C3CC-AE13-1EF9-7E889ADFCBFE}"/>
              </a:ext>
            </a:extLst>
          </p:cNvPr>
          <p:cNvSpPr>
            <a:spLocks noGrp="1"/>
          </p:cNvSpPr>
          <p:nvPr>
            <p:ph type="body" sz="quarter" idx="11" hasCustomPrompt="1"/>
          </p:nvPr>
        </p:nvSpPr>
        <p:spPr>
          <a:xfrm>
            <a:off x="1295400" y="1328420"/>
            <a:ext cx="498928" cy="321627"/>
          </a:xfrm>
          <a:prstGeom prst="rect">
            <a:avLst/>
          </a:prstGeom>
        </p:spPr>
        <p:txBody>
          <a:bodyPr wrap="square" anchor="t" anchorCtr="0">
            <a:spAutoFit/>
          </a:bodyPr>
          <a:lstStyle>
            <a:lvl1pPr algn="l">
              <a:defRPr sz="2000" b="1" i="0">
                <a:solidFill>
                  <a:schemeClr val="accent6"/>
                </a:solidFill>
                <a:latin typeface="Calibri" panose="020F0502020204030204" pitchFamily="34" charset="0"/>
                <a:cs typeface="Calibri" panose="020F0502020204030204" pitchFamily="34" charset="0"/>
              </a:defRPr>
            </a:lvl1pPr>
          </a:lstStyle>
          <a:p>
            <a:pPr lvl="0"/>
            <a:r>
              <a:rPr lang="en-US"/>
              <a:t>01</a:t>
            </a:r>
          </a:p>
        </p:txBody>
      </p:sp>
      <p:sp>
        <p:nvSpPr>
          <p:cNvPr id="3" name="TextBox 2">
            <a:extLst>
              <a:ext uri="{FF2B5EF4-FFF2-40B4-BE49-F238E27FC236}">
                <a16:creationId xmlns:a16="http://schemas.microsoft.com/office/drawing/2014/main" id="{11CD4D7A-E1F5-9D4D-D7A8-763291C906C5}"/>
              </a:ext>
            </a:extLst>
          </p:cNvPr>
          <p:cNvSpPr txBox="1"/>
          <p:nvPr userDrawn="1"/>
        </p:nvSpPr>
        <p:spPr>
          <a:xfrm>
            <a:off x="1066800" y="98552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5" name="Text Placeholder 4">
            <a:extLst>
              <a:ext uri="{FF2B5EF4-FFF2-40B4-BE49-F238E27FC236}">
                <a16:creationId xmlns:a16="http://schemas.microsoft.com/office/drawing/2014/main" id="{999BCF95-56F1-24C1-0241-7ECD1E24B8A1}"/>
              </a:ext>
            </a:extLst>
          </p:cNvPr>
          <p:cNvSpPr>
            <a:spLocks noGrp="1"/>
          </p:cNvSpPr>
          <p:nvPr>
            <p:ph type="body" sz="quarter" idx="16" hasCustomPrompt="1"/>
          </p:nvPr>
        </p:nvSpPr>
        <p:spPr>
          <a:xfrm>
            <a:off x="1285240" y="5014402"/>
            <a:ext cx="4757677" cy="528158"/>
          </a:xfrm>
          <a:prstGeom prst="rect">
            <a:avLst/>
          </a:prstGeom>
        </p:spPr>
        <p:txBody>
          <a:bodyPr wrap="square" anchor="t" anchorCtr="0">
            <a:spAutoFit/>
          </a:bodyPr>
          <a:lstStyle>
            <a:lvl1pPr>
              <a:defRPr sz="1600" b="0" i="0">
                <a:solidFill>
                  <a:schemeClr val="tx1"/>
                </a:solidFill>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
        <p:nvSpPr>
          <p:cNvPr id="31" name="Picture Placeholder 30">
            <a:extLst>
              <a:ext uri="{FF2B5EF4-FFF2-40B4-BE49-F238E27FC236}">
                <a16:creationId xmlns:a16="http://schemas.microsoft.com/office/drawing/2014/main" id="{FBC79B53-322E-9A4F-2F44-1DDBACABA091}"/>
              </a:ext>
            </a:extLst>
          </p:cNvPr>
          <p:cNvSpPr>
            <a:spLocks noGrp="1"/>
          </p:cNvSpPr>
          <p:nvPr>
            <p:ph type="pic" sz="quarter" idx="17"/>
          </p:nvPr>
        </p:nvSpPr>
        <p:spPr>
          <a:xfrm>
            <a:off x="8572499" y="3495491"/>
            <a:ext cx="2972117" cy="2713485"/>
          </a:xfrm>
        </p:spPr>
        <p:txBody>
          <a:bodyPr/>
          <a:lstStyle/>
          <a:p>
            <a:endParaRPr lang="en-CZ"/>
          </a:p>
        </p:txBody>
      </p:sp>
    </p:spTree>
    <p:extLst>
      <p:ext uri="{BB962C8B-B14F-4D97-AF65-F5344CB8AC3E}">
        <p14:creationId xmlns:p14="http://schemas.microsoft.com/office/powerpoint/2010/main" val="135039885"/>
      </p:ext>
    </p:extLst>
  </p:cSld>
  <p:clrMapOvr>
    <a:masterClrMapping/>
  </p:clrMapOvr>
  <p:extLst>
    <p:ext uri="{DCECCB84-F9BA-43D5-87BE-67443E8EF086}">
      <p15:sldGuideLst xmlns:p15="http://schemas.microsoft.com/office/powerpoint/2012/main">
        <p15:guide id="1" orient="horz" pos="408">
          <p15:clr>
            <a:srgbClr val="FBAE40"/>
          </p15:clr>
        </p15:guide>
        <p15:guide id="2" pos="3840">
          <p15:clr>
            <a:srgbClr val="FBAE40"/>
          </p15:clr>
        </p15:guide>
        <p15:guide id="4" orient="horz" pos="412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CE78582B-61AA-6DE9-1521-DC2A977BE567}"/>
              </a:ext>
            </a:extLst>
          </p:cNvPr>
          <p:cNvSpPr>
            <a:spLocks noGrp="1"/>
          </p:cNvSpPr>
          <p:nvPr>
            <p:ph type="title" hasCustomPrompt="1"/>
          </p:nvPr>
        </p:nvSpPr>
        <p:spPr>
          <a:xfrm>
            <a:off x="623950" y="1968918"/>
            <a:ext cx="10869110" cy="2031325"/>
          </a:xfrm>
          <a:prstGeom prst="rect">
            <a:avLst/>
          </a:prstGeom>
        </p:spPr>
        <p:txBody>
          <a:bodyPr wrap="square">
            <a:spAutoFit/>
          </a:bodyPr>
          <a:lstStyle>
            <a:lvl1pPr>
              <a:defRPr sz="6600" b="0" i="0">
                <a:solidFill>
                  <a:schemeClr val="bg1"/>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4" name="Text Placeholder 4">
            <a:extLst>
              <a:ext uri="{FF2B5EF4-FFF2-40B4-BE49-F238E27FC236}">
                <a16:creationId xmlns:a16="http://schemas.microsoft.com/office/drawing/2014/main" id="{1BCBDE08-F9EC-9529-7729-0668F9BCEAB4}"/>
              </a:ext>
            </a:extLst>
          </p:cNvPr>
          <p:cNvSpPr>
            <a:spLocks noGrp="1"/>
          </p:cNvSpPr>
          <p:nvPr>
            <p:ph type="body" sz="quarter" idx="16" hasCustomPrompt="1"/>
          </p:nvPr>
        </p:nvSpPr>
        <p:spPr>
          <a:xfrm>
            <a:off x="634110" y="4784228"/>
            <a:ext cx="4757677" cy="528158"/>
          </a:xfrm>
          <a:prstGeom prst="rect">
            <a:avLst/>
          </a:prstGeom>
        </p:spPr>
        <p:txBody>
          <a:bodyPr wrap="square" anchor="t" anchorCtr="0">
            <a:spAutoFit/>
          </a:bodyPr>
          <a:lstStyle>
            <a:lvl1pPr>
              <a:defRPr sz="1600" b="0" i="0">
                <a:solidFill>
                  <a:schemeClr val="bg1"/>
                </a:solidFill>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
        <p:nvSpPr>
          <p:cNvPr id="5" name="Text Placeholder 4">
            <a:extLst>
              <a:ext uri="{FF2B5EF4-FFF2-40B4-BE49-F238E27FC236}">
                <a16:creationId xmlns:a16="http://schemas.microsoft.com/office/drawing/2014/main" id="{085B4DAE-11ED-2957-B845-7C97B0B9EE6C}"/>
              </a:ext>
            </a:extLst>
          </p:cNvPr>
          <p:cNvSpPr>
            <a:spLocks noGrp="1"/>
          </p:cNvSpPr>
          <p:nvPr>
            <p:ph type="body" sz="quarter" idx="10" hasCustomPrompt="1"/>
          </p:nvPr>
        </p:nvSpPr>
        <p:spPr>
          <a:xfrm>
            <a:off x="634110" y="1071880"/>
            <a:ext cx="498928" cy="321627"/>
          </a:xfrm>
          <a:prstGeom prst="rect">
            <a:avLst/>
          </a:prstGeom>
        </p:spPr>
        <p:txBody>
          <a:bodyPr wrap="square" anchor="t" anchorCtr="0">
            <a:spAutoFit/>
          </a:bodyPr>
          <a:lstStyle>
            <a:lvl1pPr algn="l">
              <a:defRPr sz="2000" b="1" i="0">
                <a:solidFill>
                  <a:schemeClr val="accent5"/>
                </a:solidFill>
                <a:latin typeface="Calibri" panose="020F0502020204030204" pitchFamily="34" charset="0"/>
                <a:cs typeface="Calibri" panose="020F0502020204030204" pitchFamily="34" charset="0"/>
              </a:defRPr>
            </a:lvl1pPr>
          </a:lstStyle>
          <a:p>
            <a:pPr lvl="0"/>
            <a:r>
              <a:rPr lang="en-US"/>
              <a:t>01</a:t>
            </a:r>
          </a:p>
        </p:txBody>
      </p:sp>
      <p:sp>
        <p:nvSpPr>
          <p:cNvPr id="6" name="Text Placeholder 4">
            <a:extLst>
              <a:ext uri="{FF2B5EF4-FFF2-40B4-BE49-F238E27FC236}">
                <a16:creationId xmlns:a16="http://schemas.microsoft.com/office/drawing/2014/main" id="{132C7CF5-5226-6496-46C0-EF39911AF9B3}"/>
              </a:ext>
            </a:extLst>
          </p:cNvPr>
          <p:cNvSpPr>
            <a:spLocks noGrp="1"/>
          </p:cNvSpPr>
          <p:nvPr>
            <p:ph type="body" sz="quarter" idx="11" hasCustomPrompt="1"/>
          </p:nvPr>
        </p:nvSpPr>
        <p:spPr>
          <a:xfrm>
            <a:off x="634110" y="1563803"/>
            <a:ext cx="3732914"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8" name="Footer Placeholder 14">
            <a:extLst>
              <a:ext uri="{FF2B5EF4-FFF2-40B4-BE49-F238E27FC236}">
                <a16:creationId xmlns:a16="http://schemas.microsoft.com/office/drawing/2014/main" id="{AE8B814E-7CFD-6C37-7CBA-8B3074D339E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grpSp>
        <p:nvGrpSpPr>
          <p:cNvPr id="9" name="Group 8">
            <a:extLst>
              <a:ext uri="{FF2B5EF4-FFF2-40B4-BE49-F238E27FC236}">
                <a16:creationId xmlns:a16="http://schemas.microsoft.com/office/drawing/2014/main" id="{06BB6136-68EB-F506-13F1-452134FB4EA4}"/>
              </a:ext>
            </a:extLst>
          </p:cNvPr>
          <p:cNvGrpSpPr/>
          <p:nvPr userDrawn="1"/>
        </p:nvGrpSpPr>
        <p:grpSpPr>
          <a:xfrm>
            <a:off x="610888" y="6472556"/>
            <a:ext cx="372834" cy="131175"/>
            <a:chOff x="14288" y="2035175"/>
            <a:chExt cx="10039350" cy="3532188"/>
          </a:xfrm>
          <a:solidFill>
            <a:schemeClr val="bg1"/>
          </a:solidFill>
        </p:grpSpPr>
        <p:sp>
          <p:nvSpPr>
            <p:cNvPr id="10" name="Freeform 1">
              <a:extLst>
                <a:ext uri="{FF2B5EF4-FFF2-40B4-BE49-F238E27FC236}">
                  <a16:creationId xmlns:a16="http://schemas.microsoft.com/office/drawing/2014/main" id="{B3E5C627-622C-CAF1-F1C0-96E77237C4F5}"/>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2">
              <a:extLst>
                <a:ext uri="{FF2B5EF4-FFF2-40B4-BE49-F238E27FC236}">
                  <a16:creationId xmlns:a16="http://schemas.microsoft.com/office/drawing/2014/main" id="{9D629132-3A47-0EB4-F40C-52A25C83D41D}"/>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3">
              <a:extLst>
                <a:ext uri="{FF2B5EF4-FFF2-40B4-BE49-F238E27FC236}">
                  <a16:creationId xmlns:a16="http://schemas.microsoft.com/office/drawing/2014/main" id="{7F467564-484B-B118-EBC0-A41FCB606D27}"/>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4">
              <a:extLst>
                <a:ext uri="{FF2B5EF4-FFF2-40B4-BE49-F238E27FC236}">
                  <a16:creationId xmlns:a16="http://schemas.microsoft.com/office/drawing/2014/main" id="{72DD0C64-8355-4E87-EF3E-B0E4C59DFC75}"/>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AFDE9F45-0F31-C6C8-FA6A-A9D66E61DFAA}"/>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BE2F38F6-274B-EE5E-9476-5544F88C82DE}"/>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pic>
        <p:nvPicPr>
          <p:cNvPr id="11" name="Graphic 10">
            <a:extLst>
              <a:ext uri="{FF2B5EF4-FFF2-40B4-BE49-F238E27FC236}">
                <a16:creationId xmlns:a16="http://schemas.microsoft.com/office/drawing/2014/main" id="{26013B31-3199-EC60-6FF1-3DF7122186A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48558434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section_Divider">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9074" y="1968918"/>
            <a:ext cx="10917926" cy="2031325"/>
          </a:xfrm>
          <a:prstGeom prst="rect">
            <a:avLst/>
          </a:prstGeom>
        </p:spPr>
        <p:txBody>
          <a:bodyPr wrap="square">
            <a:spAutoFit/>
          </a:bodyPr>
          <a:lstStyle>
            <a:lvl1pPr>
              <a:defRPr sz="6600" b="0" i="0">
                <a:solidFill>
                  <a:schemeClr val="tx1"/>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9074" y="4784228"/>
            <a:ext cx="4757677" cy="492443"/>
          </a:xfrm>
          <a:prstGeom prst="rect">
            <a:avLst/>
          </a:prstGeom>
        </p:spPr>
        <p:txBody>
          <a:bodyPr wrap="square" anchor="t" anchorCtr="0">
            <a:spAutoFit/>
          </a:bodyPr>
          <a:lstStyle>
            <a:lvl1pPr>
              <a:defRPr sz="1600" b="0" i="0">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
        <p:nvSpPr>
          <p:cNvPr id="10" name="Text Placeholder 4">
            <a:extLst>
              <a:ext uri="{FF2B5EF4-FFF2-40B4-BE49-F238E27FC236}">
                <a16:creationId xmlns:a16="http://schemas.microsoft.com/office/drawing/2014/main" id="{00F545EE-05C3-C60B-A33C-54CA3165B80C}"/>
              </a:ext>
            </a:extLst>
          </p:cNvPr>
          <p:cNvSpPr>
            <a:spLocks noGrp="1"/>
          </p:cNvSpPr>
          <p:nvPr>
            <p:ph type="body" sz="quarter" idx="10" hasCustomPrompt="1"/>
          </p:nvPr>
        </p:nvSpPr>
        <p:spPr>
          <a:xfrm>
            <a:off x="639074" y="1071880"/>
            <a:ext cx="498928" cy="321627"/>
          </a:xfrm>
          <a:prstGeom prst="rect">
            <a:avLst/>
          </a:prstGeom>
        </p:spPr>
        <p:txBody>
          <a:bodyPr wrap="square" anchor="t" anchorCtr="0">
            <a:spAutoFit/>
          </a:bodyPr>
          <a:lstStyle>
            <a:lvl1pPr algn="l">
              <a:defRPr sz="2000" b="1" i="0">
                <a:solidFill>
                  <a:schemeClr val="accent6"/>
                </a:solidFill>
                <a:latin typeface="Calibri" panose="020F0502020204030204" pitchFamily="34" charset="0"/>
                <a:cs typeface="Calibri" panose="020F0502020204030204" pitchFamily="34" charset="0"/>
              </a:defRPr>
            </a:lvl1pPr>
          </a:lstStyle>
          <a:p>
            <a:pPr lvl="0"/>
            <a:r>
              <a:rPr lang="en-US"/>
              <a:t>01</a:t>
            </a:r>
          </a:p>
        </p:txBody>
      </p:sp>
      <p:sp>
        <p:nvSpPr>
          <p:cNvPr id="2" name="Text Placeholder 4">
            <a:extLst>
              <a:ext uri="{FF2B5EF4-FFF2-40B4-BE49-F238E27FC236}">
                <a16:creationId xmlns:a16="http://schemas.microsoft.com/office/drawing/2014/main" id="{38048DD2-9EC2-D0E6-390B-D6FEF7F7E08B}"/>
              </a:ext>
            </a:extLst>
          </p:cNvPr>
          <p:cNvSpPr>
            <a:spLocks noGrp="1"/>
          </p:cNvSpPr>
          <p:nvPr>
            <p:ph type="body" sz="quarter" idx="11" hasCustomPrompt="1"/>
          </p:nvPr>
        </p:nvSpPr>
        <p:spPr>
          <a:xfrm>
            <a:off x="639074" y="1563803"/>
            <a:ext cx="3732914" cy="153888"/>
          </a:xfrm>
          <a:prstGeom prst="rect">
            <a:avLst/>
          </a:prstGeom>
        </p:spPr>
        <p:txBody>
          <a:bodyPr wrap="square">
            <a:spAutoFit/>
          </a:bodyPr>
          <a:lstStyle>
            <a:lvl1pPr>
              <a:lnSpc>
                <a:spcPct val="100000"/>
              </a:lnSpc>
              <a:spcBef>
                <a:spcPts val="0"/>
              </a:spcBef>
              <a:defRPr sz="1000" b="0"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Tree>
    <p:extLst>
      <p:ext uri="{BB962C8B-B14F-4D97-AF65-F5344CB8AC3E}">
        <p14:creationId xmlns:p14="http://schemas.microsoft.com/office/powerpoint/2010/main" val="60585858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7CC9CF-65E5-C8C5-9887-BA6C6F13F8FD}"/>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F27AAB24-13CA-DAFE-1D0B-616A45B8781C}"/>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126666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7" name="Text Placeholder 8">
            <a:extLst>
              <a:ext uri="{FF2B5EF4-FFF2-40B4-BE49-F238E27FC236}">
                <a16:creationId xmlns:a16="http://schemas.microsoft.com/office/drawing/2014/main" id="{AC0623E5-38D5-73F9-5E0E-38E1DE6CE32D}"/>
              </a:ext>
            </a:extLst>
          </p:cNvPr>
          <p:cNvSpPr>
            <a:spLocks noGrp="1"/>
          </p:cNvSpPr>
          <p:nvPr>
            <p:ph type="body" sz="quarter" idx="11" hasCustomPrompt="1"/>
          </p:nvPr>
        </p:nvSpPr>
        <p:spPr>
          <a:xfrm>
            <a:off x="633632" y="1211252"/>
            <a:ext cx="10896600" cy="480060"/>
          </a:xfrm>
          <a:prstGeom prst="rect">
            <a:avLst/>
          </a:prstGeom>
        </p:spPr>
        <p:txBody>
          <a:bodyPr wrap="square" lIns="0" tIns="0" rIns="0" bIns="0" anchor="t" anchorCtr="0">
            <a:norm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lang="en-US" sz="1400" b="1" i="0"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8" name="Title 1">
            <a:extLst>
              <a:ext uri="{FF2B5EF4-FFF2-40B4-BE49-F238E27FC236}">
                <a16:creationId xmlns:a16="http://schemas.microsoft.com/office/drawing/2014/main" id="{2488F82B-2507-AEF1-458C-200FC5FC0815}"/>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9" name="Text Placeholder 10">
            <a:extLst>
              <a:ext uri="{FF2B5EF4-FFF2-40B4-BE49-F238E27FC236}">
                <a16:creationId xmlns:a16="http://schemas.microsoft.com/office/drawing/2014/main" id="{AD7C39A7-8E4B-23C9-CA4A-7228098D0F04}"/>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01223604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04046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allout_Text_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AB310E8-6618-FE08-E6DC-00BA11F812CC}"/>
              </a:ext>
            </a:extLst>
          </p:cNvPr>
          <p:cNvSpPr/>
          <p:nvPr userDrawn="1"/>
        </p:nvSpPr>
        <p:spPr bwMode="auto">
          <a:xfrm>
            <a:off x="6096000"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27063" y="1739153"/>
            <a:ext cx="5333999" cy="2769989"/>
          </a:xfrm>
          <a:prstGeom prst="rect">
            <a:avLst/>
          </a:prstGeom>
        </p:spPr>
        <p:txBody>
          <a:bodyPr wrap="square">
            <a:spAutoFit/>
          </a:bodyPr>
          <a:lstStyle>
            <a:lvl1pPr>
              <a:defRPr sz="6000" b="0" i="0">
                <a:solidFill>
                  <a:schemeClr val="tx1"/>
                </a:solidFill>
                <a:latin typeface="Calibri Light" panose="020F0302020204030204" pitchFamily="34" charset="0"/>
                <a:cs typeface="Calibri Light" panose="020F03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42827" y="1981200"/>
            <a:ext cx="4610100" cy="2439386"/>
          </a:xfrm>
          <a:prstGeom prst="rect">
            <a:avLst/>
          </a:prstGeom>
        </p:spPr>
        <p:txBody>
          <a:bodyPr wrap="square" anchor="t" anchorCtr="0">
            <a:spAutoFit/>
          </a:bodyPr>
          <a:lstStyle>
            <a:lvl1pPr>
              <a:lnSpc>
                <a:spcPts val="2400"/>
              </a:lnSpc>
              <a:defRPr sz="1600" b="0" i="0">
                <a:solidFill>
                  <a:srgbClr val="000000"/>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sp>
        <p:nvSpPr>
          <p:cNvPr id="16" name="Text Placeholder 10">
            <a:extLst>
              <a:ext uri="{FF2B5EF4-FFF2-40B4-BE49-F238E27FC236}">
                <a16:creationId xmlns:a16="http://schemas.microsoft.com/office/drawing/2014/main" id="{746B66AD-D607-C8A3-57EC-E66339B963F6}"/>
              </a:ext>
            </a:extLst>
          </p:cNvPr>
          <p:cNvSpPr>
            <a:spLocks noGrp="1"/>
          </p:cNvSpPr>
          <p:nvPr>
            <p:ph type="body" sz="quarter" idx="28" hasCustomPrompt="1"/>
          </p:nvPr>
        </p:nvSpPr>
        <p:spPr>
          <a:xfrm>
            <a:off x="627063" y="419100"/>
            <a:ext cx="3725862" cy="225706"/>
          </a:xfrm>
          <a:prstGeom prst="rect">
            <a:avLst/>
          </a:prstGeom>
        </p:spPr>
        <p:txBody>
          <a:bodyPr/>
          <a:lstStyle>
            <a:lvl1pPr>
              <a:spcBef>
                <a:spcPts val="0"/>
              </a:spcBef>
              <a:defRPr lang="en-US" sz="1000" b="0" i="0" kern="1200" cap="all" spc="300" baseline="0" dirty="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
        <p:nvSpPr>
          <p:cNvPr id="21" name="Text Placeholder 4">
            <a:extLst>
              <a:ext uri="{FF2B5EF4-FFF2-40B4-BE49-F238E27FC236}">
                <a16:creationId xmlns:a16="http://schemas.microsoft.com/office/drawing/2014/main" id="{A7C0DA62-EC5A-3013-921C-9A16F87EFE3E}"/>
              </a:ext>
            </a:extLst>
          </p:cNvPr>
          <p:cNvSpPr>
            <a:spLocks noGrp="1"/>
          </p:cNvSpPr>
          <p:nvPr>
            <p:ph type="body" sz="quarter" idx="25" hasCustomPrompt="1"/>
          </p:nvPr>
        </p:nvSpPr>
        <p:spPr>
          <a:xfrm>
            <a:off x="627063" y="722843"/>
            <a:ext cx="3725863" cy="338554"/>
          </a:xfrm>
          <a:prstGeom prst="rect">
            <a:avLst/>
          </a:prstGeom>
        </p:spPr>
        <p:txBody>
          <a:bodyPr lIns="0" tIns="0" rIns="0" bIns="0">
            <a:noAutofit/>
          </a:bodyPr>
          <a:lstStyle>
            <a:lvl1pPr>
              <a:defRPr lang="en-US" sz="2200" b="1" spc="0">
                <a:solidFill>
                  <a:schemeClr val="tx1"/>
                </a:solidFill>
                <a:effectLst/>
                <a:latin typeface="Calibri" panose="020F0502020204030204" pitchFamily="34" charset="0"/>
              </a:defRPr>
            </a:lvl1pPr>
          </a:lstStyle>
          <a:p>
            <a:pPr lvl="0">
              <a:spcBef>
                <a:spcPts val="0"/>
              </a:spcBef>
            </a:pPr>
            <a:r>
              <a:rPr lang="en-US">
                <a:effectLst/>
              </a:rPr>
              <a:t>Title with Big and Little Type</a:t>
            </a:r>
            <a:endParaRPr lang="en-US"/>
          </a:p>
        </p:txBody>
      </p:sp>
      <p:pic>
        <p:nvPicPr>
          <p:cNvPr id="5" name="Graphic 4">
            <a:extLst>
              <a:ext uri="{FF2B5EF4-FFF2-40B4-BE49-F238E27FC236}">
                <a16:creationId xmlns:a16="http://schemas.microsoft.com/office/drawing/2014/main" id="{9B30B533-F617-58CB-2C4B-195475FEEA2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299626048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ype+2_photos_Black">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27063" y="1981200"/>
            <a:ext cx="3346076" cy="496226"/>
          </a:xfrm>
          <a:prstGeom prst="rect">
            <a:avLst/>
          </a:prstGeom>
        </p:spPr>
        <p:txBody>
          <a:bodyPr wrap="square" anchor="t" anchorCtr="0">
            <a:spAutoFit/>
          </a:bodyPr>
          <a:lstStyle>
            <a:lvl1pPr>
              <a:lnSpc>
                <a:spcPts val="2000"/>
              </a:lnSpc>
              <a:defRPr sz="1400" b="0" i="0">
                <a:solidFill>
                  <a:schemeClr val="tx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pic>
        <p:nvPicPr>
          <p:cNvPr id="5" name="Picture Placeholder 7">
            <a:extLst>
              <a:ext uri="{FF2B5EF4-FFF2-40B4-BE49-F238E27FC236}">
                <a16:creationId xmlns:a16="http://schemas.microsoft.com/office/drawing/2014/main" id="{47D220DB-753D-9009-E3B2-968BCB12601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848600" y="948209"/>
            <a:ext cx="3695700" cy="4678080"/>
          </a:xfrm>
          <a:prstGeom prst="rect">
            <a:avLst/>
          </a:prstGeom>
        </p:spPr>
      </p:pic>
      <p:pic>
        <p:nvPicPr>
          <p:cNvPr id="6" name="Picture Placeholder 8">
            <a:extLst>
              <a:ext uri="{FF2B5EF4-FFF2-40B4-BE49-F238E27FC236}">
                <a16:creationId xmlns:a16="http://schemas.microsoft.com/office/drawing/2014/main" id="{93BAF3BA-506C-CEDE-31A8-0E2F7E862A0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4860594" y="948210"/>
            <a:ext cx="2705674" cy="2175164"/>
          </a:xfrm>
          <a:prstGeom prst="rect">
            <a:avLst/>
          </a:prstGeom>
        </p:spPr>
      </p:pic>
      <p:sp>
        <p:nvSpPr>
          <p:cNvPr id="2" name="Title 1">
            <a:extLst>
              <a:ext uri="{FF2B5EF4-FFF2-40B4-BE49-F238E27FC236}">
                <a16:creationId xmlns:a16="http://schemas.microsoft.com/office/drawing/2014/main" id="{E6643DA5-5C9F-C799-B890-61FDCC674F7A}"/>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FB2AFD80-10E1-6FE8-0BA3-7DB5BD0EF372}"/>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01080342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ype+1_photo">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953C0E95-F19E-0ED7-FE2B-237DA02AA1B9}"/>
              </a:ext>
            </a:extLst>
          </p:cNvPr>
          <p:cNvSpPr>
            <a:spLocks noGrp="1"/>
          </p:cNvSpPr>
          <p:nvPr>
            <p:ph type="body" sz="quarter" idx="16" hasCustomPrompt="1"/>
          </p:nvPr>
        </p:nvSpPr>
        <p:spPr>
          <a:xfrm>
            <a:off x="627063" y="1981200"/>
            <a:ext cx="3346076" cy="496226"/>
          </a:xfrm>
          <a:prstGeom prst="rect">
            <a:avLst/>
          </a:prstGeom>
        </p:spPr>
        <p:txBody>
          <a:bodyPr wrap="square" anchor="t" anchorCtr="0">
            <a:spAutoFit/>
          </a:bodyPr>
          <a:lstStyle>
            <a:lvl1pPr>
              <a:lnSpc>
                <a:spcPts val="2000"/>
              </a:lnSpc>
              <a:defRPr sz="1400" b="0" i="0">
                <a:solidFill>
                  <a:schemeClr val="tx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sp>
        <p:nvSpPr>
          <p:cNvPr id="3" name="Picture Placeholder 8">
            <a:extLst>
              <a:ext uri="{FF2B5EF4-FFF2-40B4-BE49-F238E27FC236}">
                <a16:creationId xmlns:a16="http://schemas.microsoft.com/office/drawing/2014/main" id="{96A70B9E-D366-36CB-4835-845ACD985BF4}"/>
              </a:ext>
            </a:extLst>
          </p:cNvPr>
          <p:cNvSpPr>
            <a:spLocks noGrp="1"/>
          </p:cNvSpPr>
          <p:nvPr>
            <p:ph type="pic" sz="quarter" idx="26"/>
          </p:nvPr>
        </p:nvSpPr>
        <p:spPr>
          <a:xfrm>
            <a:off x="5067300" y="922229"/>
            <a:ext cx="6477000" cy="4710475"/>
          </a:xfrm>
          <a:prstGeom prst="rect">
            <a:avLst/>
          </a:prstGeom>
        </p:spPr>
        <p:txBody>
          <a:bodyPr/>
          <a:lstStyle/>
          <a:p>
            <a:endParaRPr lang="en-US"/>
          </a:p>
        </p:txBody>
      </p:sp>
      <p:sp>
        <p:nvSpPr>
          <p:cNvPr id="2" name="Title 1">
            <a:extLst>
              <a:ext uri="{FF2B5EF4-FFF2-40B4-BE49-F238E27FC236}">
                <a16:creationId xmlns:a16="http://schemas.microsoft.com/office/drawing/2014/main" id="{5C505165-68F7-9306-9E47-08C7A533D28B}"/>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1D5A6C40-BA77-05F7-4448-95E3A5B80515}"/>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726994663"/>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Our_People_1_Person_White">
    <p:bg>
      <p:bgPr>
        <a:solidFill>
          <a:schemeClr val="bg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27063" y="2916936"/>
            <a:ext cx="4648200" cy="2548070"/>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p>
        </p:txBody>
      </p:sp>
      <p:sp>
        <p:nvSpPr>
          <p:cNvPr id="12" name="Picture Placeholder 11">
            <a:extLst>
              <a:ext uri="{FF2B5EF4-FFF2-40B4-BE49-F238E27FC236}">
                <a16:creationId xmlns:a16="http://schemas.microsoft.com/office/drawing/2014/main" id="{113F3B94-3699-B384-69C0-18FFCB0A6F02}"/>
              </a:ext>
            </a:extLst>
          </p:cNvPr>
          <p:cNvSpPr>
            <a:spLocks noGrp="1"/>
          </p:cNvSpPr>
          <p:nvPr>
            <p:ph type="pic" sz="quarter" idx="27"/>
          </p:nvPr>
        </p:nvSpPr>
        <p:spPr>
          <a:xfrm>
            <a:off x="6092952" y="0"/>
            <a:ext cx="6099048" cy="6858000"/>
          </a:xfrm>
          <a:prstGeom prst="rect">
            <a:avLst/>
          </a:prstGeom>
        </p:spPr>
        <p:txBody>
          <a:bodyPr/>
          <a:lstStyle/>
          <a:p>
            <a:endParaRPr lang="en-US"/>
          </a:p>
        </p:txBody>
      </p:sp>
      <p:sp>
        <p:nvSpPr>
          <p:cNvPr id="2" name="Text Placeholder 4">
            <a:extLst>
              <a:ext uri="{FF2B5EF4-FFF2-40B4-BE49-F238E27FC236}">
                <a16:creationId xmlns:a16="http://schemas.microsoft.com/office/drawing/2014/main" id="{4F33CF80-FFEB-A0A3-96C3-70C36A76E510}"/>
              </a:ext>
            </a:extLst>
          </p:cNvPr>
          <p:cNvSpPr>
            <a:spLocks noGrp="1"/>
          </p:cNvSpPr>
          <p:nvPr>
            <p:ph type="body" sz="quarter" idx="25" hasCustomPrompt="1"/>
          </p:nvPr>
        </p:nvSpPr>
        <p:spPr>
          <a:xfrm>
            <a:off x="627063" y="948837"/>
            <a:ext cx="3467100" cy="1181285"/>
          </a:xfrm>
          <a:prstGeom prst="rect">
            <a:avLst/>
          </a:prstGeom>
        </p:spPr>
        <p:txBody>
          <a:bodyPr wrap="square">
            <a:spAutoFit/>
          </a:bodyPr>
          <a:lstStyle>
            <a:lvl1pPr>
              <a:lnSpc>
                <a:spcPts val="4600"/>
              </a:lnSpc>
              <a:spcBef>
                <a:spcPts val="0"/>
              </a:spcBef>
              <a:defRPr sz="4400" b="0" i="0" spc="0">
                <a:solidFill>
                  <a:schemeClr val="accent6"/>
                </a:solidFill>
                <a:latin typeface="Calibri" panose="020F0502020204030204" pitchFamily="34" charset="0"/>
                <a:cs typeface="Calibri" panose="020F0502020204030204" pitchFamily="34" charset="0"/>
              </a:defRPr>
            </a:lvl1pPr>
            <a:lvl2pPr>
              <a:buNone/>
              <a:defRPr/>
            </a:lvl2pPr>
          </a:lstStyle>
          <a:p>
            <a:pPr lvl="0"/>
            <a:r>
              <a:rPr lang="en-US">
                <a:effectLst/>
              </a:rPr>
              <a:t>Name</a:t>
            </a:r>
          </a:p>
          <a:p>
            <a:pPr lvl="0"/>
            <a:r>
              <a:rPr lang="en-US" err="1">
                <a:effectLst/>
              </a:rPr>
              <a:t>Lastname</a:t>
            </a:r>
            <a:endParaRPr lang="en-US"/>
          </a:p>
        </p:txBody>
      </p:sp>
      <p:sp>
        <p:nvSpPr>
          <p:cNvPr id="4" name="Text Placeholder 4">
            <a:extLst>
              <a:ext uri="{FF2B5EF4-FFF2-40B4-BE49-F238E27FC236}">
                <a16:creationId xmlns:a16="http://schemas.microsoft.com/office/drawing/2014/main" id="{3A8993B1-0A80-3A00-9ABA-D943C84F9489}"/>
              </a:ext>
            </a:extLst>
          </p:cNvPr>
          <p:cNvSpPr>
            <a:spLocks noGrp="1"/>
          </p:cNvSpPr>
          <p:nvPr>
            <p:ph type="body" sz="quarter" idx="26" hasCustomPrompt="1"/>
          </p:nvPr>
        </p:nvSpPr>
        <p:spPr>
          <a:xfrm>
            <a:off x="627063" y="2406797"/>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4" name="Text Placeholder 10">
            <a:extLst>
              <a:ext uri="{FF2B5EF4-FFF2-40B4-BE49-F238E27FC236}">
                <a16:creationId xmlns:a16="http://schemas.microsoft.com/office/drawing/2014/main" id="{CFB280B8-B919-4994-C32C-9E2358C40D0F}"/>
              </a:ext>
            </a:extLst>
          </p:cNvPr>
          <p:cNvSpPr>
            <a:spLocks noGrp="1"/>
          </p:cNvSpPr>
          <p:nvPr>
            <p:ph type="body" sz="quarter" idx="28" hasCustomPrompt="1"/>
          </p:nvPr>
        </p:nvSpPr>
        <p:spPr>
          <a:xfrm>
            <a:off x="627063" y="419100"/>
            <a:ext cx="3725862" cy="225706"/>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grpSp>
        <p:nvGrpSpPr>
          <p:cNvPr id="6" name="Group 5">
            <a:extLst>
              <a:ext uri="{FF2B5EF4-FFF2-40B4-BE49-F238E27FC236}">
                <a16:creationId xmlns:a16="http://schemas.microsoft.com/office/drawing/2014/main" id="{97D571F9-BDE5-9EB6-546C-73D053C6BF8A}"/>
              </a:ext>
            </a:extLst>
          </p:cNvPr>
          <p:cNvGrpSpPr/>
          <p:nvPr userDrawn="1"/>
        </p:nvGrpSpPr>
        <p:grpSpPr>
          <a:xfrm>
            <a:off x="611054" y="6471298"/>
            <a:ext cx="372834" cy="131175"/>
            <a:chOff x="14288" y="2035175"/>
            <a:chExt cx="10039350" cy="3532188"/>
          </a:xfrm>
          <a:solidFill>
            <a:schemeClr val="tx1"/>
          </a:solidFill>
        </p:grpSpPr>
        <p:sp>
          <p:nvSpPr>
            <p:cNvPr id="7" name="Freeform 1">
              <a:extLst>
                <a:ext uri="{FF2B5EF4-FFF2-40B4-BE49-F238E27FC236}">
                  <a16:creationId xmlns:a16="http://schemas.microsoft.com/office/drawing/2014/main" id="{36E93B7E-2610-9FEA-6169-9F09FE797687}"/>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2">
              <a:extLst>
                <a:ext uri="{FF2B5EF4-FFF2-40B4-BE49-F238E27FC236}">
                  <a16:creationId xmlns:a16="http://schemas.microsoft.com/office/drawing/2014/main" id="{FE362369-FA97-6474-351F-FD08DB762EBE}"/>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3">
              <a:extLst>
                <a:ext uri="{FF2B5EF4-FFF2-40B4-BE49-F238E27FC236}">
                  <a16:creationId xmlns:a16="http://schemas.microsoft.com/office/drawing/2014/main" id="{B1D22326-B1E2-1856-3FD9-0A1FA87A6AF1}"/>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4">
              <a:extLst>
                <a:ext uri="{FF2B5EF4-FFF2-40B4-BE49-F238E27FC236}">
                  <a16:creationId xmlns:a16="http://schemas.microsoft.com/office/drawing/2014/main" id="{520750A3-F513-E719-0F37-07EE9D8BD67F}"/>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A4AE5A60-B0DC-7570-170C-FF3B747F11C7}"/>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6">
              <a:extLst>
                <a:ext uri="{FF2B5EF4-FFF2-40B4-BE49-F238E27FC236}">
                  <a16:creationId xmlns:a16="http://schemas.microsoft.com/office/drawing/2014/main" id="{478F5E28-2074-8110-0A6A-5980444414E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01C8F8A1-C667-D124-DD1E-EF6112C26689}"/>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18" name="Graphic 17">
            <a:extLst>
              <a:ext uri="{FF2B5EF4-FFF2-40B4-BE49-F238E27FC236}">
                <a16:creationId xmlns:a16="http://schemas.microsoft.com/office/drawing/2014/main" id="{F0702CAD-5C8C-B481-47BB-859F27D49B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584677727"/>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Our_People_1_Person">
    <p:bg>
      <p:bgPr>
        <a:solidFill>
          <a:schemeClr val="tx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27063" y="948837"/>
            <a:ext cx="3467100" cy="1181285"/>
          </a:xfrm>
          <a:prstGeom prst="rect">
            <a:avLst/>
          </a:prstGeom>
        </p:spPr>
        <p:txBody>
          <a:bodyPr wrap="square">
            <a:spAutoFit/>
          </a:bodyPr>
          <a:lstStyle>
            <a:lvl1pPr>
              <a:lnSpc>
                <a:spcPts val="4600"/>
              </a:lnSpc>
              <a:spcBef>
                <a:spcPts val="0"/>
              </a:spcBef>
              <a:defRPr sz="4400" b="0"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a:t>
            </a:r>
          </a:p>
          <a:p>
            <a:pPr lvl="0"/>
            <a:r>
              <a:rPr lang="en-US" err="1">
                <a:effectLst/>
              </a:rPr>
              <a:t>Lastname</a:t>
            </a:r>
            <a:endParaRPr lang="en-US"/>
          </a:p>
        </p:txBody>
      </p:sp>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27063" y="2916936"/>
            <a:ext cx="4648200" cy="2548070"/>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27063" y="2406797"/>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12" name="Picture Placeholder 11">
            <a:extLst>
              <a:ext uri="{FF2B5EF4-FFF2-40B4-BE49-F238E27FC236}">
                <a16:creationId xmlns:a16="http://schemas.microsoft.com/office/drawing/2014/main" id="{113F3B94-3699-B384-69C0-18FFCB0A6F02}"/>
              </a:ext>
            </a:extLst>
          </p:cNvPr>
          <p:cNvSpPr>
            <a:spLocks noGrp="1"/>
          </p:cNvSpPr>
          <p:nvPr>
            <p:ph type="pic" sz="quarter" idx="27"/>
          </p:nvPr>
        </p:nvSpPr>
        <p:spPr>
          <a:xfrm>
            <a:off x="6092952" y="0"/>
            <a:ext cx="6099048" cy="6858000"/>
          </a:xfrm>
          <a:prstGeom prst="rect">
            <a:avLst/>
          </a:prstGeom>
        </p:spPr>
        <p:txBody>
          <a:bodyPr/>
          <a:lstStyle/>
          <a:p>
            <a:endParaRPr lang="en-US"/>
          </a:p>
        </p:txBody>
      </p:sp>
      <p:sp>
        <p:nvSpPr>
          <p:cNvPr id="6" name="TextBox 5">
            <a:extLst>
              <a:ext uri="{FF2B5EF4-FFF2-40B4-BE49-F238E27FC236}">
                <a16:creationId xmlns:a16="http://schemas.microsoft.com/office/drawing/2014/main" id="{50024673-46D9-F66F-D8AA-1868CFC21AC5}"/>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14" name="Text Placeholder 10">
            <a:extLst>
              <a:ext uri="{FF2B5EF4-FFF2-40B4-BE49-F238E27FC236}">
                <a16:creationId xmlns:a16="http://schemas.microsoft.com/office/drawing/2014/main" id="{E833662F-D4EC-7E5B-F24F-AC7D0C84BFBD}"/>
              </a:ext>
            </a:extLst>
          </p:cNvPr>
          <p:cNvSpPr>
            <a:spLocks noGrp="1"/>
          </p:cNvSpPr>
          <p:nvPr>
            <p:ph type="body" sz="quarter" idx="28" hasCustomPrompt="1"/>
          </p:nvPr>
        </p:nvSpPr>
        <p:spPr>
          <a:xfrm>
            <a:off x="627063" y="419100"/>
            <a:ext cx="3725862" cy="225706"/>
          </a:xfrm>
          <a:prstGeom prst="rect">
            <a:avLst/>
          </a:prstGeom>
        </p:spPr>
        <p:txBody>
          <a:bodyPr vert="horz" lIns="0" tIns="0" rIns="0" bIns="0" rtlCol="0">
            <a:noAutofit/>
          </a:bodyPr>
          <a:lstStyle>
            <a:lvl1pPr>
              <a:defRPr lang="en-US" sz="1000" b="0" cap="all" spc="300" baseline="0">
                <a:solidFill>
                  <a:schemeClr val="bg1"/>
                </a:solidFill>
                <a:latin typeface="Calibri" panose="020F0502020204030204" pitchFamily="34" charset="0"/>
              </a:defRPr>
            </a:lvl1pPr>
          </a:lstStyle>
          <a:p>
            <a:pPr lvl="0"/>
            <a:r>
              <a:rPr lang="en-US"/>
              <a:t>Click to add section title</a:t>
            </a:r>
          </a:p>
        </p:txBody>
      </p:sp>
      <p:grpSp>
        <p:nvGrpSpPr>
          <p:cNvPr id="2" name="Group 1">
            <a:extLst>
              <a:ext uri="{FF2B5EF4-FFF2-40B4-BE49-F238E27FC236}">
                <a16:creationId xmlns:a16="http://schemas.microsoft.com/office/drawing/2014/main" id="{24B828FE-91E7-0003-819E-5ABBC4ACC7FA}"/>
              </a:ext>
            </a:extLst>
          </p:cNvPr>
          <p:cNvGrpSpPr/>
          <p:nvPr userDrawn="1"/>
        </p:nvGrpSpPr>
        <p:grpSpPr>
          <a:xfrm>
            <a:off x="610888" y="6472556"/>
            <a:ext cx="372834" cy="131175"/>
            <a:chOff x="14288" y="2035175"/>
            <a:chExt cx="10039350" cy="3532188"/>
          </a:xfrm>
          <a:solidFill>
            <a:schemeClr val="bg1"/>
          </a:solidFill>
        </p:grpSpPr>
        <p:sp>
          <p:nvSpPr>
            <p:cNvPr id="3" name="Freeform 1">
              <a:extLst>
                <a:ext uri="{FF2B5EF4-FFF2-40B4-BE49-F238E27FC236}">
                  <a16:creationId xmlns:a16="http://schemas.microsoft.com/office/drawing/2014/main" id="{6BBA2A19-4951-909F-DF3A-B6C43CCB08E5}"/>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4" name="Freeform 2">
              <a:extLst>
                <a:ext uri="{FF2B5EF4-FFF2-40B4-BE49-F238E27FC236}">
                  <a16:creationId xmlns:a16="http://schemas.microsoft.com/office/drawing/2014/main" id="{F72E6B3E-56BC-DBEA-CCAE-019F908A8230}"/>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5" name="Freeform 3">
              <a:extLst>
                <a:ext uri="{FF2B5EF4-FFF2-40B4-BE49-F238E27FC236}">
                  <a16:creationId xmlns:a16="http://schemas.microsoft.com/office/drawing/2014/main" id="{099C80D4-255A-B7A9-263D-637E718FAB5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4">
              <a:extLst>
                <a:ext uri="{FF2B5EF4-FFF2-40B4-BE49-F238E27FC236}">
                  <a16:creationId xmlns:a16="http://schemas.microsoft.com/office/drawing/2014/main" id="{2BECBC49-FC6C-EC02-0E08-A2A39F9028C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E34154A5-2501-F363-1869-DA20EF43D9CA}"/>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6">
              <a:extLst>
                <a:ext uri="{FF2B5EF4-FFF2-40B4-BE49-F238E27FC236}">
                  <a16:creationId xmlns:a16="http://schemas.microsoft.com/office/drawing/2014/main" id="{379B02E5-7867-BFD5-D1B5-3F16E84157FC}"/>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436969BC-59D6-61F8-E6B2-8E8182F15F3A}"/>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1" name="Graphic 10">
            <a:extLst>
              <a:ext uri="{FF2B5EF4-FFF2-40B4-BE49-F238E27FC236}">
                <a16:creationId xmlns:a16="http://schemas.microsoft.com/office/drawing/2014/main" id="{196A3584-F266-BBDE-6741-937B80EE9AF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199556927"/>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am Bio">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F2448A75-7F43-265B-5CE3-F67F20CBF63F}"/>
              </a:ext>
            </a:extLst>
          </p:cNvPr>
          <p:cNvSpPr>
            <a:spLocks noGrp="1"/>
          </p:cNvSpPr>
          <p:nvPr>
            <p:ph type="body" sz="quarter" idx="25" hasCustomPrompt="1"/>
          </p:nvPr>
        </p:nvSpPr>
        <p:spPr>
          <a:xfrm>
            <a:off x="647700" y="3856472"/>
            <a:ext cx="3467100" cy="564322"/>
          </a:xfrm>
          <a:prstGeom prst="rect">
            <a:avLst/>
          </a:prstGeom>
        </p:spPr>
        <p:txBody>
          <a:bodyPr wrap="square">
            <a:spAutoFit/>
          </a:bodyPr>
          <a:lstStyle>
            <a:lvl1pPr>
              <a:lnSpc>
                <a:spcPts val="4600"/>
              </a:lnSpc>
              <a:spcBef>
                <a:spcPts val="0"/>
              </a:spcBef>
              <a:defRPr sz="3200" b="0" i="0" spc="0">
                <a:solidFill>
                  <a:schemeClr val="accent6"/>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3" name="Text Placeholder 4">
            <a:extLst>
              <a:ext uri="{FF2B5EF4-FFF2-40B4-BE49-F238E27FC236}">
                <a16:creationId xmlns:a16="http://schemas.microsoft.com/office/drawing/2014/main" id="{3CE7BB97-0094-DE8F-1C32-652425F20F96}"/>
              </a:ext>
            </a:extLst>
          </p:cNvPr>
          <p:cNvSpPr>
            <a:spLocks noGrp="1"/>
          </p:cNvSpPr>
          <p:nvPr>
            <p:ph type="body" sz="quarter" idx="16" hasCustomPrompt="1"/>
          </p:nvPr>
        </p:nvSpPr>
        <p:spPr>
          <a:xfrm>
            <a:off x="647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5" name="Text Placeholder 4">
            <a:extLst>
              <a:ext uri="{FF2B5EF4-FFF2-40B4-BE49-F238E27FC236}">
                <a16:creationId xmlns:a16="http://schemas.microsoft.com/office/drawing/2014/main" id="{C2C18A1B-3860-2040-E885-43418A4C1630}"/>
              </a:ext>
            </a:extLst>
          </p:cNvPr>
          <p:cNvSpPr>
            <a:spLocks noGrp="1"/>
          </p:cNvSpPr>
          <p:nvPr>
            <p:ph type="body" sz="quarter" idx="26" hasCustomPrompt="1"/>
          </p:nvPr>
        </p:nvSpPr>
        <p:spPr>
          <a:xfrm>
            <a:off x="647700" y="4507992"/>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6" name="Picture Placeholder 11">
            <a:extLst>
              <a:ext uri="{FF2B5EF4-FFF2-40B4-BE49-F238E27FC236}">
                <a16:creationId xmlns:a16="http://schemas.microsoft.com/office/drawing/2014/main" id="{E002F359-ECFF-DA7C-EC1D-119044E43B91}"/>
              </a:ext>
            </a:extLst>
          </p:cNvPr>
          <p:cNvSpPr>
            <a:spLocks noGrp="1"/>
          </p:cNvSpPr>
          <p:nvPr>
            <p:ph type="pic" sz="quarter" idx="28"/>
          </p:nvPr>
        </p:nvSpPr>
        <p:spPr>
          <a:xfrm>
            <a:off x="0" y="0"/>
            <a:ext cx="6099048" cy="3657600"/>
          </a:xfrm>
          <a:prstGeom prst="rect">
            <a:avLst/>
          </a:prstGeom>
        </p:spPr>
        <p:txBody>
          <a:bodyPr/>
          <a:lstStyle/>
          <a:p>
            <a:endParaRPr lang="en-US"/>
          </a:p>
        </p:txBody>
      </p:sp>
      <p:sp>
        <p:nvSpPr>
          <p:cNvPr id="7" name="Text Placeholder 4">
            <a:extLst>
              <a:ext uri="{FF2B5EF4-FFF2-40B4-BE49-F238E27FC236}">
                <a16:creationId xmlns:a16="http://schemas.microsoft.com/office/drawing/2014/main" id="{4DAAE07D-56EF-4816-A7BE-F9631B9B2469}"/>
              </a:ext>
            </a:extLst>
          </p:cNvPr>
          <p:cNvSpPr>
            <a:spLocks noGrp="1"/>
          </p:cNvSpPr>
          <p:nvPr>
            <p:ph type="body" sz="quarter" idx="29" hasCustomPrompt="1"/>
          </p:nvPr>
        </p:nvSpPr>
        <p:spPr>
          <a:xfrm>
            <a:off x="6743700" y="3856472"/>
            <a:ext cx="3467100" cy="564322"/>
          </a:xfrm>
          <a:prstGeom prst="rect">
            <a:avLst/>
          </a:prstGeom>
        </p:spPr>
        <p:txBody>
          <a:bodyPr wrap="square">
            <a:spAutoFit/>
          </a:bodyPr>
          <a:lstStyle>
            <a:lvl1pPr>
              <a:lnSpc>
                <a:spcPts val="4600"/>
              </a:lnSpc>
              <a:spcBef>
                <a:spcPts val="0"/>
              </a:spcBef>
              <a:defRPr sz="3200" b="0" i="0" spc="0">
                <a:solidFill>
                  <a:schemeClr val="accent6"/>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8" name="Text Placeholder 4">
            <a:extLst>
              <a:ext uri="{FF2B5EF4-FFF2-40B4-BE49-F238E27FC236}">
                <a16:creationId xmlns:a16="http://schemas.microsoft.com/office/drawing/2014/main" id="{F1725D3E-FE46-2C86-6D14-BEA4C138E05C}"/>
              </a:ext>
            </a:extLst>
          </p:cNvPr>
          <p:cNvSpPr>
            <a:spLocks noGrp="1"/>
          </p:cNvSpPr>
          <p:nvPr>
            <p:ph type="body" sz="quarter" idx="30" hasCustomPrompt="1"/>
          </p:nvPr>
        </p:nvSpPr>
        <p:spPr>
          <a:xfrm>
            <a:off x="6743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12" name="Text Placeholder 4">
            <a:extLst>
              <a:ext uri="{FF2B5EF4-FFF2-40B4-BE49-F238E27FC236}">
                <a16:creationId xmlns:a16="http://schemas.microsoft.com/office/drawing/2014/main" id="{53202284-FDB1-DEBC-3876-710760B66920}"/>
              </a:ext>
            </a:extLst>
          </p:cNvPr>
          <p:cNvSpPr>
            <a:spLocks noGrp="1"/>
          </p:cNvSpPr>
          <p:nvPr>
            <p:ph type="body" sz="quarter" idx="31" hasCustomPrompt="1"/>
          </p:nvPr>
        </p:nvSpPr>
        <p:spPr>
          <a:xfrm>
            <a:off x="6743700" y="4507992"/>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3" name="Picture Placeholder 11">
            <a:extLst>
              <a:ext uri="{FF2B5EF4-FFF2-40B4-BE49-F238E27FC236}">
                <a16:creationId xmlns:a16="http://schemas.microsoft.com/office/drawing/2014/main" id="{2309C169-B9C7-9B1B-7684-9663DE2323F9}"/>
              </a:ext>
            </a:extLst>
          </p:cNvPr>
          <p:cNvSpPr>
            <a:spLocks noGrp="1"/>
          </p:cNvSpPr>
          <p:nvPr>
            <p:ph type="pic" sz="quarter" idx="32"/>
          </p:nvPr>
        </p:nvSpPr>
        <p:spPr>
          <a:xfrm>
            <a:off x="6096000" y="0"/>
            <a:ext cx="6099048" cy="3657600"/>
          </a:xfrm>
          <a:prstGeom prst="rect">
            <a:avLst/>
          </a:prstGeom>
        </p:spPr>
        <p:txBody>
          <a:bodyPr/>
          <a:lstStyle/>
          <a:p>
            <a:endParaRPr lang="en-US"/>
          </a:p>
        </p:txBody>
      </p:sp>
    </p:spTree>
    <p:extLst>
      <p:ext uri="{BB962C8B-B14F-4D97-AF65-F5344CB8AC3E}">
        <p14:creationId xmlns:p14="http://schemas.microsoft.com/office/powerpoint/2010/main" val="811683687"/>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Our_People_2_People_White">
    <p:bg>
      <p:bgPr>
        <a:solidFill>
          <a:schemeClr val="tx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47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0" y="0"/>
            <a:ext cx="6099048" cy="3657600"/>
          </a:xfrm>
          <a:prstGeom prst="rect">
            <a:avLst/>
          </a:prstGeom>
        </p:spPr>
        <p:txBody>
          <a:bodyPr/>
          <a:lstStyle/>
          <a:p>
            <a:endParaRPr lang="en-US"/>
          </a:p>
        </p:txBody>
      </p:sp>
      <p:sp>
        <p:nvSpPr>
          <p:cNvPr id="6" name="Text Placeholder 4">
            <a:extLst>
              <a:ext uri="{FF2B5EF4-FFF2-40B4-BE49-F238E27FC236}">
                <a16:creationId xmlns:a16="http://schemas.microsoft.com/office/drawing/2014/main" id="{BA836C28-DF9E-9EF6-F137-8474B6C0845A}"/>
              </a:ext>
            </a:extLst>
          </p:cNvPr>
          <p:cNvSpPr>
            <a:spLocks noGrp="1"/>
          </p:cNvSpPr>
          <p:nvPr>
            <p:ph type="body" sz="quarter" idx="30" hasCustomPrompt="1"/>
          </p:nvPr>
        </p:nvSpPr>
        <p:spPr>
          <a:xfrm>
            <a:off x="6743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11" name="Picture Placeholder 11">
            <a:extLst>
              <a:ext uri="{FF2B5EF4-FFF2-40B4-BE49-F238E27FC236}">
                <a16:creationId xmlns:a16="http://schemas.microsoft.com/office/drawing/2014/main" id="{8A42E0B9-1EB1-1EAF-142C-C1A8686CF7F0}"/>
              </a:ext>
            </a:extLst>
          </p:cNvPr>
          <p:cNvSpPr>
            <a:spLocks noGrp="1"/>
          </p:cNvSpPr>
          <p:nvPr>
            <p:ph type="pic" sz="quarter" idx="32"/>
          </p:nvPr>
        </p:nvSpPr>
        <p:spPr>
          <a:xfrm>
            <a:off x="6096000" y="0"/>
            <a:ext cx="6099048" cy="3657600"/>
          </a:xfrm>
          <a:prstGeom prst="rect">
            <a:avLst/>
          </a:prstGeom>
        </p:spPr>
        <p:txBody>
          <a:bodyPr/>
          <a:lstStyle/>
          <a:p>
            <a:endParaRPr lang="en-US"/>
          </a:p>
        </p:txBody>
      </p:sp>
      <p:sp>
        <p:nvSpPr>
          <p:cNvPr id="5" name="Text Placeholder 4">
            <a:extLst>
              <a:ext uri="{FF2B5EF4-FFF2-40B4-BE49-F238E27FC236}">
                <a16:creationId xmlns:a16="http://schemas.microsoft.com/office/drawing/2014/main" id="{FDCE0C92-AAEE-B661-AE86-C03F4C2EC65D}"/>
              </a:ext>
            </a:extLst>
          </p:cNvPr>
          <p:cNvSpPr>
            <a:spLocks noGrp="1"/>
          </p:cNvSpPr>
          <p:nvPr>
            <p:ph type="body" sz="quarter" idx="25" hasCustomPrompt="1"/>
          </p:nvPr>
        </p:nvSpPr>
        <p:spPr>
          <a:xfrm>
            <a:off x="647700" y="3856472"/>
            <a:ext cx="3467100" cy="564322"/>
          </a:xfrm>
          <a:prstGeom prst="rect">
            <a:avLst/>
          </a:prstGeom>
        </p:spPr>
        <p:txBody>
          <a:bodyPr wrap="square">
            <a:spAutoFit/>
          </a:bodyPr>
          <a:lstStyle>
            <a:lvl1pPr>
              <a:lnSpc>
                <a:spcPts val="4600"/>
              </a:lnSpc>
              <a:spcBef>
                <a:spcPts val="0"/>
              </a:spcBef>
              <a:defRPr sz="3200" b="0"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7" name="Text Placeholder 4">
            <a:extLst>
              <a:ext uri="{FF2B5EF4-FFF2-40B4-BE49-F238E27FC236}">
                <a16:creationId xmlns:a16="http://schemas.microsoft.com/office/drawing/2014/main" id="{1021E40A-AA28-C1C7-1A84-FDB6A201E33D}"/>
              </a:ext>
            </a:extLst>
          </p:cNvPr>
          <p:cNvSpPr>
            <a:spLocks noGrp="1"/>
          </p:cNvSpPr>
          <p:nvPr>
            <p:ph type="body" sz="quarter" idx="26" hasCustomPrompt="1"/>
          </p:nvPr>
        </p:nvSpPr>
        <p:spPr>
          <a:xfrm>
            <a:off x="647700" y="4507992"/>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9" name="Text Placeholder 4">
            <a:extLst>
              <a:ext uri="{FF2B5EF4-FFF2-40B4-BE49-F238E27FC236}">
                <a16:creationId xmlns:a16="http://schemas.microsoft.com/office/drawing/2014/main" id="{4E69CF9A-4EB5-0692-8B9C-83ECFCEF4419}"/>
              </a:ext>
            </a:extLst>
          </p:cNvPr>
          <p:cNvSpPr>
            <a:spLocks noGrp="1"/>
          </p:cNvSpPr>
          <p:nvPr>
            <p:ph type="body" sz="quarter" idx="29" hasCustomPrompt="1"/>
          </p:nvPr>
        </p:nvSpPr>
        <p:spPr>
          <a:xfrm>
            <a:off x="6743700" y="3856472"/>
            <a:ext cx="3467100" cy="564322"/>
          </a:xfrm>
          <a:prstGeom prst="rect">
            <a:avLst/>
          </a:prstGeom>
        </p:spPr>
        <p:txBody>
          <a:bodyPr wrap="square">
            <a:spAutoFit/>
          </a:bodyPr>
          <a:lstStyle>
            <a:lvl1pPr>
              <a:lnSpc>
                <a:spcPts val="4600"/>
              </a:lnSpc>
              <a:spcBef>
                <a:spcPts val="0"/>
              </a:spcBef>
              <a:defRPr sz="3200" b="0"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9B5D8A78-17EC-9BB8-5A4B-839DA5B4760C}"/>
              </a:ext>
            </a:extLst>
          </p:cNvPr>
          <p:cNvSpPr>
            <a:spLocks noGrp="1"/>
          </p:cNvSpPr>
          <p:nvPr>
            <p:ph type="body" sz="quarter" idx="31" hasCustomPrompt="1"/>
          </p:nvPr>
        </p:nvSpPr>
        <p:spPr>
          <a:xfrm>
            <a:off x="6743700" y="4507992"/>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grpSp>
        <p:nvGrpSpPr>
          <p:cNvPr id="12" name="Group 11">
            <a:extLst>
              <a:ext uri="{FF2B5EF4-FFF2-40B4-BE49-F238E27FC236}">
                <a16:creationId xmlns:a16="http://schemas.microsoft.com/office/drawing/2014/main" id="{8CCE4E62-898A-CA76-2BBB-6A9397988C45}"/>
              </a:ext>
            </a:extLst>
          </p:cNvPr>
          <p:cNvGrpSpPr/>
          <p:nvPr userDrawn="1"/>
        </p:nvGrpSpPr>
        <p:grpSpPr>
          <a:xfrm>
            <a:off x="610888" y="6472556"/>
            <a:ext cx="372834" cy="131175"/>
            <a:chOff x="14288" y="2035175"/>
            <a:chExt cx="10039350" cy="3532188"/>
          </a:xfrm>
          <a:solidFill>
            <a:schemeClr val="bg1"/>
          </a:solidFill>
        </p:grpSpPr>
        <p:sp>
          <p:nvSpPr>
            <p:cNvPr id="13" name="Freeform 1">
              <a:extLst>
                <a:ext uri="{FF2B5EF4-FFF2-40B4-BE49-F238E27FC236}">
                  <a16:creationId xmlns:a16="http://schemas.microsoft.com/office/drawing/2014/main" id="{676B1471-638E-3A1D-9A08-100351585304}"/>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2">
              <a:extLst>
                <a:ext uri="{FF2B5EF4-FFF2-40B4-BE49-F238E27FC236}">
                  <a16:creationId xmlns:a16="http://schemas.microsoft.com/office/drawing/2014/main" id="{42E34E66-67D3-DD06-5868-7A870C3EE8DE}"/>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3">
              <a:extLst>
                <a:ext uri="{FF2B5EF4-FFF2-40B4-BE49-F238E27FC236}">
                  <a16:creationId xmlns:a16="http://schemas.microsoft.com/office/drawing/2014/main" id="{5147E203-F5BC-DD86-0B4A-36935ADFD824}"/>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7" name="Freeform 4">
              <a:extLst>
                <a:ext uri="{FF2B5EF4-FFF2-40B4-BE49-F238E27FC236}">
                  <a16:creationId xmlns:a16="http://schemas.microsoft.com/office/drawing/2014/main" id="{98B25805-764D-FDFD-5DA8-05892C560EA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8" name="Freeform 5">
              <a:extLst>
                <a:ext uri="{FF2B5EF4-FFF2-40B4-BE49-F238E27FC236}">
                  <a16:creationId xmlns:a16="http://schemas.microsoft.com/office/drawing/2014/main" id="{07A6092E-C8AC-7753-DE44-2274223FDE85}"/>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9" name="Freeform 6">
              <a:extLst>
                <a:ext uri="{FF2B5EF4-FFF2-40B4-BE49-F238E27FC236}">
                  <a16:creationId xmlns:a16="http://schemas.microsoft.com/office/drawing/2014/main" id="{9C206B34-5D5D-7BD5-B029-46822DF17836}"/>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0" name="Footer Placeholder 14">
            <a:extLst>
              <a:ext uri="{FF2B5EF4-FFF2-40B4-BE49-F238E27FC236}">
                <a16:creationId xmlns:a16="http://schemas.microsoft.com/office/drawing/2014/main" id="{F5D52208-A13B-4A45-006E-111CC854372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4" name="Graphic 3">
            <a:extLst>
              <a:ext uri="{FF2B5EF4-FFF2-40B4-BE49-F238E27FC236}">
                <a16:creationId xmlns:a16="http://schemas.microsoft.com/office/drawing/2014/main" id="{EF778935-AE72-971D-E3CE-DF49FE52077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219477699"/>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Our_People_3_People">
    <p:bg>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477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477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47700" y="795020"/>
            <a:ext cx="1866900" cy="19812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477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4" name="Text Placeholder 4">
            <a:extLst>
              <a:ext uri="{FF2B5EF4-FFF2-40B4-BE49-F238E27FC236}">
                <a16:creationId xmlns:a16="http://schemas.microsoft.com/office/drawing/2014/main" id="{0CF16E01-7092-EE1E-8080-DCF72DAA2405}"/>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5" name="Text Placeholder 4">
            <a:extLst>
              <a:ext uri="{FF2B5EF4-FFF2-40B4-BE49-F238E27FC236}">
                <a16:creationId xmlns:a16="http://schemas.microsoft.com/office/drawing/2014/main" id="{3CA67D79-120D-160C-DD3C-77D27D493F36}"/>
              </a:ext>
            </a:extLst>
          </p:cNvPr>
          <p:cNvSpPr>
            <a:spLocks noGrp="1"/>
          </p:cNvSpPr>
          <p:nvPr>
            <p:ph type="body" sz="quarter" idx="30" hasCustomPrompt="1"/>
          </p:nvPr>
        </p:nvSpPr>
        <p:spPr>
          <a:xfrm>
            <a:off x="43942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endParaRPr lang="en-US"/>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8" name="Text Placeholder 4">
            <a:extLst>
              <a:ext uri="{FF2B5EF4-FFF2-40B4-BE49-F238E27FC236}">
                <a16:creationId xmlns:a16="http://schemas.microsoft.com/office/drawing/2014/main" id="{4B3BDFDF-6AC9-EF9C-D008-AB293FA5AAC3}"/>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9" name="Text Placeholder 4">
            <a:extLst>
              <a:ext uri="{FF2B5EF4-FFF2-40B4-BE49-F238E27FC236}">
                <a16:creationId xmlns:a16="http://schemas.microsoft.com/office/drawing/2014/main" id="{AF6F850E-875C-CE1C-C696-B9119881C140}"/>
              </a:ext>
            </a:extLst>
          </p:cNvPr>
          <p:cNvSpPr>
            <a:spLocks noGrp="1"/>
          </p:cNvSpPr>
          <p:nvPr>
            <p:ph type="body" sz="quarter" idx="34" hasCustomPrompt="1"/>
          </p:nvPr>
        </p:nvSpPr>
        <p:spPr>
          <a:xfrm>
            <a:off x="81280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endParaRPr lang="en-US"/>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22" name="Text Placeholder 4">
            <a:extLst>
              <a:ext uri="{FF2B5EF4-FFF2-40B4-BE49-F238E27FC236}">
                <a16:creationId xmlns:a16="http://schemas.microsoft.com/office/drawing/2014/main" id="{31ABE214-CBB4-3A34-095A-0370A5C4AFE6}"/>
              </a:ext>
            </a:extLst>
          </p:cNvPr>
          <p:cNvSpPr>
            <a:spLocks noGrp="1"/>
          </p:cNvSpPr>
          <p:nvPr>
            <p:ph type="body" sz="quarter" idx="11" hasCustomPrompt="1"/>
          </p:nvPr>
        </p:nvSpPr>
        <p:spPr>
          <a:xfrm>
            <a:off x="647700" y="419100"/>
            <a:ext cx="3467100" cy="153888"/>
          </a:xfrm>
          <a:prstGeom prst="rect">
            <a:avLst/>
          </a:prstGeom>
        </p:spPr>
        <p:txBody>
          <a:bodyPr wrap="square">
            <a:spAutoFit/>
          </a:bodyPr>
          <a:lstStyle>
            <a:lvl1pPr>
              <a:lnSpc>
                <a:spcPct val="100000"/>
              </a:lnSpc>
              <a:spcBef>
                <a:spcPts val="0"/>
              </a:spcBef>
              <a:defRPr sz="1000" b="0"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grpSp>
        <p:nvGrpSpPr>
          <p:cNvPr id="8" name="Group 7">
            <a:extLst>
              <a:ext uri="{FF2B5EF4-FFF2-40B4-BE49-F238E27FC236}">
                <a16:creationId xmlns:a16="http://schemas.microsoft.com/office/drawing/2014/main" id="{F31391F8-F3F6-A6BB-EA5A-8860DF2615DD}"/>
              </a:ext>
            </a:extLst>
          </p:cNvPr>
          <p:cNvGrpSpPr/>
          <p:nvPr userDrawn="1"/>
        </p:nvGrpSpPr>
        <p:grpSpPr>
          <a:xfrm>
            <a:off x="611054" y="6471298"/>
            <a:ext cx="372834" cy="131175"/>
            <a:chOff x="14288" y="2035175"/>
            <a:chExt cx="10039350" cy="3532188"/>
          </a:xfrm>
          <a:solidFill>
            <a:schemeClr val="tx1"/>
          </a:solidFill>
        </p:grpSpPr>
        <p:sp>
          <p:nvSpPr>
            <p:cNvPr id="9" name="Freeform 1">
              <a:extLst>
                <a:ext uri="{FF2B5EF4-FFF2-40B4-BE49-F238E27FC236}">
                  <a16:creationId xmlns:a16="http://schemas.microsoft.com/office/drawing/2014/main" id="{01CDC517-0FA0-7580-6C86-C23E91B2A8C4}"/>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2">
              <a:extLst>
                <a:ext uri="{FF2B5EF4-FFF2-40B4-BE49-F238E27FC236}">
                  <a16:creationId xmlns:a16="http://schemas.microsoft.com/office/drawing/2014/main" id="{6E8C2C89-8962-4E04-1C67-BA501365B834}"/>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3">
              <a:extLst>
                <a:ext uri="{FF2B5EF4-FFF2-40B4-BE49-F238E27FC236}">
                  <a16:creationId xmlns:a16="http://schemas.microsoft.com/office/drawing/2014/main" id="{0994A8FD-9985-2D93-C6EC-3C372DAAF36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4">
              <a:extLst>
                <a:ext uri="{FF2B5EF4-FFF2-40B4-BE49-F238E27FC236}">
                  <a16:creationId xmlns:a16="http://schemas.microsoft.com/office/drawing/2014/main" id="{D29D0758-86F8-F9D6-77D1-ED1A32D14966}"/>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0841173A-2873-ED17-DE4A-5CD77C77AB6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CFAF343B-11E7-8990-D7BF-DA048DF3DE00}"/>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1E6BA817-3758-BF07-0173-33A62647C45A}"/>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5" name="Graphic 4">
            <a:extLst>
              <a:ext uri="{FF2B5EF4-FFF2-40B4-BE49-F238E27FC236}">
                <a16:creationId xmlns:a16="http://schemas.microsoft.com/office/drawing/2014/main" id="{4D2BBBE9-2471-4FBC-0B8A-EFE28EB0617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1883639340"/>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ur_People_3_People_White">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47700" y="795020"/>
            <a:ext cx="1866900" cy="19812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477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endParaRPr lang="en-US"/>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endParaRPr lang="en-US"/>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4" name="Text Placeholder 4">
            <a:extLst>
              <a:ext uri="{FF2B5EF4-FFF2-40B4-BE49-F238E27FC236}">
                <a16:creationId xmlns:a16="http://schemas.microsoft.com/office/drawing/2014/main" id="{4B18FCDA-6157-DD00-EDF9-0F787E8060D0}"/>
              </a:ext>
            </a:extLst>
          </p:cNvPr>
          <p:cNvSpPr>
            <a:spLocks noGrp="1"/>
          </p:cNvSpPr>
          <p:nvPr>
            <p:ph type="body" sz="quarter" idx="11" hasCustomPrompt="1"/>
          </p:nvPr>
        </p:nvSpPr>
        <p:spPr>
          <a:xfrm>
            <a:off x="647700" y="419100"/>
            <a:ext cx="3467100"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9" name="Text Placeholder 4">
            <a:extLst>
              <a:ext uri="{FF2B5EF4-FFF2-40B4-BE49-F238E27FC236}">
                <a16:creationId xmlns:a16="http://schemas.microsoft.com/office/drawing/2014/main" id="{3E9EAAF0-DA59-9A4C-DDB9-D70B6F58EC38}"/>
              </a:ext>
            </a:extLst>
          </p:cNvPr>
          <p:cNvSpPr>
            <a:spLocks noGrp="1"/>
          </p:cNvSpPr>
          <p:nvPr>
            <p:ph type="body" sz="quarter" idx="25" hasCustomPrompt="1"/>
          </p:nvPr>
        </p:nvSpPr>
        <p:spPr>
          <a:xfrm>
            <a:off x="647700" y="2916672"/>
            <a:ext cx="3467100" cy="537198"/>
          </a:xfrm>
          <a:prstGeom prst="rect">
            <a:avLst/>
          </a:prstGeom>
        </p:spPr>
        <p:txBody>
          <a:bodyPr wrap="square">
            <a:spAutoFit/>
          </a:bodyPr>
          <a:lstStyle>
            <a:lvl1pPr>
              <a:lnSpc>
                <a:spcPts val="4600"/>
              </a:lnSpc>
              <a:spcBef>
                <a:spcPts val="0"/>
              </a:spcBef>
              <a:defRPr sz="2400" b="1"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1" name="Text Placeholder 4">
            <a:extLst>
              <a:ext uri="{FF2B5EF4-FFF2-40B4-BE49-F238E27FC236}">
                <a16:creationId xmlns:a16="http://schemas.microsoft.com/office/drawing/2014/main" id="{0F3325AC-FA89-2721-66BD-3FA89A3295B1}"/>
              </a:ext>
            </a:extLst>
          </p:cNvPr>
          <p:cNvSpPr>
            <a:spLocks noGrp="1"/>
          </p:cNvSpPr>
          <p:nvPr>
            <p:ph type="body" sz="quarter" idx="26" hasCustomPrompt="1"/>
          </p:nvPr>
        </p:nvSpPr>
        <p:spPr>
          <a:xfrm>
            <a:off x="6477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12" name="Text Placeholder 4">
            <a:extLst>
              <a:ext uri="{FF2B5EF4-FFF2-40B4-BE49-F238E27FC236}">
                <a16:creationId xmlns:a16="http://schemas.microsoft.com/office/drawing/2014/main" id="{3EDAAE16-C208-320D-0FAD-019C5065ADEA}"/>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400" b="1"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3" name="Text Placeholder 4">
            <a:extLst>
              <a:ext uri="{FF2B5EF4-FFF2-40B4-BE49-F238E27FC236}">
                <a16:creationId xmlns:a16="http://schemas.microsoft.com/office/drawing/2014/main" id="{B79B1DF4-BB37-4852-B8D5-CCA15EA33BD8}"/>
              </a:ext>
            </a:extLst>
          </p:cNvPr>
          <p:cNvSpPr>
            <a:spLocks noGrp="1"/>
          </p:cNvSpPr>
          <p:nvPr>
            <p:ph type="body" sz="quarter" idx="30" hasCustomPrompt="1"/>
          </p:nvPr>
        </p:nvSpPr>
        <p:spPr>
          <a:xfrm>
            <a:off x="43942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22" name="Text Placeholder 4">
            <a:extLst>
              <a:ext uri="{FF2B5EF4-FFF2-40B4-BE49-F238E27FC236}">
                <a16:creationId xmlns:a16="http://schemas.microsoft.com/office/drawing/2014/main" id="{2208ED5C-BB53-1551-29D7-F1F9604235F1}"/>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400" b="1"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23" name="Text Placeholder 4">
            <a:extLst>
              <a:ext uri="{FF2B5EF4-FFF2-40B4-BE49-F238E27FC236}">
                <a16:creationId xmlns:a16="http://schemas.microsoft.com/office/drawing/2014/main" id="{2C410183-43E5-936A-0784-08DD1978A475}"/>
              </a:ext>
            </a:extLst>
          </p:cNvPr>
          <p:cNvSpPr>
            <a:spLocks noGrp="1"/>
          </p:cNvSpPr>
          <p:nvPr>
            <p:ph type="body" sz="quarter" idx="34" hasCustomPrompt="1"/>
          </p:nvPr>
        </p:nvSpPr>
        <p:spPr>
          <a:xfrm>
            <a:off x="81280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grpSp>
        <p:nvGrpSpPr>
          <p:cNvPr id="6" name="Group 5">
            <a:extLst>
              <a:ext uri="{FF2B5EF4-FFF2-40B4-BE49-F238E27FC236}">
                <a16:creationId xmlns:a16="http://schemas.microsoft.com/office/drawing/2014/main" id="{9DB28FEE-35DC-1D4D-C903-541E0619FCDE}"/>
              </a:ext>
            </a:extLst>
          </p:cNvPr>
          <p:cNvGrpSpPr/>
          <p:nvPr userDrawn="1"/>
        </p:nvGrpSpPr>
        <p:grpSpPr>
          <a:xfrm>
            <a:off x="610888" y="6472556"/>
            <a:ext cx="372834" cy="131175"/>
            <a:chOff x="14288" y="2035175"/>
            <a:chExt cx="10039350" cy="3532188"/>
          </a:xfrm>
          <a:solidFill>
            <a:schemeClr val="bg1"/>
          </a:solidFill>
        </p:grpSpPr>
        <p:sp>
          <p:nvSpPr>
            <p:cNvPr id="7" name="Freeform 1">
              <a:extLst>
                <a:ext uri="{FF2B5EF4-FFF2-40B4-BE49-F238E27FC236}">
                  <a16:creationId xmlns:a16="http://schemas.microsoft.com/office/drawing/2014/main" id="{64426E2E-C15F-23B3-CDF7-58EF2A55AD8F}"/>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2">
              <a:extLst>
                <a:ext uri="{FF2B5EF4-FFF2-40B4-BE49-F238E27FC236}">
                  <a16:creationId xmlns:a16="http://schemas.microsoft.com/office/drawing/2014/main" id="{242F6F27-3A78-B529-A7F1-4850519781F1}"/>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3">
              <a:extLst>
                <a:ext uri="{FF2B5EF4-FFF2-40B4-BE49-F238E27FC236}">
                  <a16:creationId xmlns:a16="http://schemas.microsoft.com/office/drawing/2014/main" id="{8B6E503C-1061-5381-D771-72D2BE9A838D}"/>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4">
              <a:extLst>
                <a:ext uri="{FF2B5EF4-FFF2-40B4-BE49-F238E27FC236}">
                  <a16:creationId xmlns:a16="http://schemas.microsoft.com/office/drawing/2014/main" id="{47AB56B6-6D81-644D-72C5-03EA7F453FAD}"/>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8" name="Freeform 5">
              <a:extLst>
                <a:ext uri="{FF2B5EF4-FFF2-40B4-BE49-F238E27FC236}">
                  <a16:creationId xmlns:a16="http://schemas.microsoft.com/office/drawing/2014/main" id="{8FC75ABE-5A50-CF1D-1AE1-5D313C5DD386}"/>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9" name="Freeform 6">
              <a:extLst>
                <a:ext uri="{FF2B5EF4-FFF2-40B4-BE49-F238E27FC236}">
                  <a16:creationId xmlns:a16="http://schemas.microsoft.com/office/drawing/2014/main" id="{220BBEBC-E1BE-0152-3AF9-E25D84B937AA}"/>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4" name="Footer Placeholder 14">
            <a:extLst>
              <a:ext uri="{FF2B5EF4-FFF2-40B4-BE49-F238E27FC236}">
                <a16:creationId xmlns:a16="http://schemas.microsoft.com/office/drawing/2014/main" id="{8097B1C3-41A9-3119-50BA-2875DEA3169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6" name="Graphic 25">
            <a:extLst>
              <a:ext uri="{FF2B5EF4-FFF2-40B4-BE49-F238E27FC236}">
                <a16:creationId xmlns:a16="http://schemas.microsoft.com/office/drawing/2014/main" id="{84E7173A-18B7-DD8E-8E96-53688685E6E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4101150157"/>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Quote_Large">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58333" y="419100"/>
            <a:ext cx="3732914" cy="153888"/>
          </a:xfrm>
          <a:prstGeom prst="rect">
            <a:avLst/>
          </a:prstGeom>
        </p:spPr>
        <p:txBody>
          <a:bodyPr wrap="square">
            <a:spAutoFit/>
          </a:bodyPr>
          <a:lstStyle>
            <a:lvl1pPr>
              <a:lnSpc>
                <a:spcPct val="100000"/>
              </a:lnSpc>
              <a:spcBef>
                <a:spcPts val="0"/>
              </a:spcBef>
              <a:defRPr sz="1000" b="0" spc="300">
                <a:solidFill>
                  <a:srgbClr val="000000"/>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248900" cy="1846659"/>
          </a:xfrm>
          <a:prstGeom prst="rect">
            <a:avLst/>
          </a:prstGeom>
        </p:spPr>
        <p:txBody>
          <a:bodyPr wrap="square">
            <a:spAutoFit/>
          </a:bodyPr>
          <a:lstStyle>
            <a:lvl1pPr>
              <a:defRPr sz="6000" b="0" i="0">
                <a:solidFill>
                  <a:schemeClr val="tx1"/>
                </a:soli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t>“</a:t>
            </a:r>
          </a:p>
        </p:txBody>
      </p:sp>
      <p:grpSp>
        <p:nvGrpSpPr>
          <p:cNvPr id="25" name="Group 24">
            <a:extLst>
              <a:ext uri="{FF2B5EF4-FFF2-40B4-BE49-F238E27FC236}">
                <a16:creationId xmlns:a16="http://schemas.microsoft.com/office/drawing/2014/main" id="{0158421D-AA20-E365-BA28-580604D22504}"/>
              </a:ext>
            </a:extLst>
          </p:cNvPr>
          <p:cNvGrpSpPr/>
          <p:nvPr userDrawn="1"/>
        </p:nvGrpSpPr>
        <p:grpSpPr>
          <a:xfrm>
            <a:off x="611054" y="6471298"/>
            <a:ext cx="372834" cy="131175"/>
            <a:chOff x="14288" y="2035175"/>
            <a:chExt cx="10039350" cy="3532188"/>
          </a:xfrm>
          <a:solidFill>
            <a:schemeClr val="tx1"/>
          </a:solidFill>
        </p:grpSpPr>
        <p:sp>
          <p:nvSpPr>
            <p:cNvPr id="26" name="Freeform 1">
              <a:extLst>
                <a:ext uri="{FF2B5EF4-FFF2-40B4-BE49-F238E27FC236}">
                  <a16:creationId xmlns:a16="http://schemas.microsoft.com/office/drawing/2014/main" id="{FAE166E8-E1D8-B126-19C9-EC141C8E10F3}"/>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7" name="Freeform 2">
              <a:extLst>
                <a:ext uri="{FF2B5EF4-FFF2-40B4-BE49-F238E27FC236}">
                  <a16:creationId xmlns:a16="http://schemas.microsoft.com/office/drawing/2014/main" id="{82936861-0A9D-06ED-CF9C-95F485BA109B}"/>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8" name="Freeform 3">
              <a:extLst>
                <a:ext uri="{FF2B5EF4-FFF2-40B4-BE49-F238E27FC236}">
                  <a16:creationId xmlns:a16="http://schemas.microsoft.com/office/drawing/2014/main" id="{BC7E48F0-187F-CD3F-97ED-D553DF731B2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9" name="Freeform 4">
              <a:extLst>
                <a:ext uri="{FF2B5EF4-FFF2-40B4-BE49-F238E27FC236}">
                  <a16:creationId xmlns:a16="http://schemas.microsoft.com/office/drawing/2014/main" id="{8792C264-8CAF-013E-2BAE-E247F6FEA603}"/>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0" name="Freeform 5">
              <a:extLst>
                <a:ext uri="{FF2B5EF4-FFF2-40B4-BE49-F238E27FC236}">
                  <a16:creationId xmlns:a16="http://schemas.microsoft.com/office/drawing/2014/main" id="{C927A7EE-148E-58D2-EBF4-FA2C9F1E1E49}"/>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1" name="Freeform 6">
              <a:extLst>
                <a:ext uri="{FF2B5EF4-FFF2-40B4-BE49-F238E27FC236}">
                  <a16:creationId xmlns:a16="http://schemas.microsoft.com/office/drawing/2014/main" id="{D8EF25EA-254B-7F0C-DEF9-C4D28611D896}"/>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32" name="Footer Placeholder 14">
            <a:extLst>
              <a:ext uri="{FF2B5EF4-FFF2-40B4-BE49-F238E27FC236}">
                <a16:creationId xmlns:a16="http://schemas.microsoft.com/office/drawing/2014/main" id="{535CA780-7798-AA25-02C4-D1C918A9973C}"/>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5" name="Graphic 4">
            <a:extLst>
              <a:ext uri="{FF2B5EF4-FFF2-40B4-BE49-F238E27FC236}">
                <a16:creationId xmlns:a16="http://schemas.microsoft.com/office/drawing/2014/main" id="{379C384F-5CE9-259F-C7FB-0B746CF2A04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715147315"/>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_Large_Light_Type">
    <p:bg>
      <p:bgPr>
        <a:solidFill>
          <a:schemeClr val="tx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58333" y="419100"/>
            <a:ext cx="3732914" cy="153888"/>
          </a:xfrm>
          <a:prstGeom prst="rect">
            <a:avLst/>
          </a:prstGeom>
        </p:spPr>
        <p:txBody>
          <a:bodyPr wrap="square">
            <a:spAutoFit/>
          </a:bodyPr>
          <a:lstStyle>
            <a:lvl1pPr>
              <a:lnSpc>
                <a:spcPct val="100000"/>
              </a:lnSpc>
              <a:spcBef>
                <a:spcPts val="0"/>
              </a:spcBef>
              <a:defRPr sz="1000" b="0"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248900" cy="1846659"/>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b="0" i="0">
                <a:solidFill>
                  <a:schemeClr val="bg1"/>
                </a:solidFill>
                <a:latin typeface="Calibri Light" panose="020F0302020204030204" pitchFamily="34" charset="0"/>
                <a:cs typeface="Calibri Light" panose="020F0302020204030204" pitchFamily="34" charset="0"/>
              </a:rPr>
              <a:t>“</a:t>
            </a:r>
          </a:p>
        </p:txBody>
      </p:sp>
      <p:sp>
        <p:nvSpPr>
          <p:cNvPr id="3" name="TextBox 2">
            <a:extLst>
              <a:ext uri="{FF2B5EF4-FFF2-40B4-BE49-F238E27FC236}">
                <a16:creationId xmlns:a16="http://schemas.microsoft.com/office/drawing/2014/main" id="{8BD5D94D-214E-34EE-E035-AFD456CA6395}"/>
              </a:ext>
            </a:extLst>
          </p:cNvPr>
          <p:cNvSpPr txBox="1"/>
          <p:nvPr userDrawn="1"/>
        </p:nvSpPr>
        <p:spPr>
          <a:xfrm>
            <a:off x="1511300" y="1612900"/>
            <a:ext cx="0" cy="0"/>
          </a:xfrm>
          <a:prstGeom prst="rect">
            <a:avLst/>
          </a:prstGeom>
          <a:noFill/>
        </p:spPr>
        <p:txBody>
          <a:bodyPr wrap="none" lIns="0" tIns="0" rIns="0" bIns="0" rtlCol="0">
            <a:noAutofit/>
          </a:bodyPr>
          <a:lstStyle/>
          <a:p>
            <a:pPr>
              <a:lnSpc>
                <a:spcPct val="110000"/>
              </a:lnSpc>
              <a:spcBef>
                <a:spcPts val="600"/>
              </a:spcBef>
            </a:pPr>
            <a:endParaRPr lang="en-US" sz="1200" b="0" i="0" err="1">
              <a:latin typeface="Calibri Light" panose="020F0302020204030204" pitchFamily="34" charset="0"/>
              <a:ea typeface="Human Sans" charset="0"/>
              <a:cs typeface="Calibri Light" panose="020F0302020204030204" pitchFamily="34" charset="0"/>
            </a:endParaRPr>
          </a:p>
        </p:txBody>
      </p:sp>
      <p:grpSp>
        <p:nvGrpSpPr>
          <p:cNvPr id="5" name="Group 4">
            <a:extLst>
              <a:ext uri="{FF2B5EF4-FFF2-40B4-BE49-F238E27FC236}">
                <a16:creationId xmlns:a16="http://schemas.microsoft.com/office/drawing/2014/main" id="{70DE49A3-96C6-8C87-1C60-FC54F399FAF4}"/>
              </a:ext>
            </a:extLst>
          </p:cNvPr>
          <p:cNvGrpSpPr/>
          <p:nvPr userDrawn="1"/>
        </p:nvGrpSpPr>
        <p:grpSpPr>
          <a:xfrm>
            <a:off x="610888" y="6472556"/>
            <a:ext cx="372834" cy="131175"/>
            <a:chOff x="14288" y="2035175"/>
            <a:chExt cx="10039350" cy="3532188"/>
          </a:xfrm>
          <a:solidFill>
            <a:schemeClr val="bg1"/>
          </a:solidFill>
        </p:grpSpPr>
        <p:sp>
          <p:nvSpPr>
            <p:cNvPr id="7" name="Freeform 1">
              <a:extLst>
                <a:ext uri="{FF2B5EF4-FFF2-40B4-BE49-F238E27FC236}">
                  <a16:creationId xmlns:a16="http://schemas.microsoft.com/office/drawing/2014/main" id="{36CEA0B0-54EF-6429-93AF-2A18DEF95DCF}"/>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2">
              <a:extLst>
                <a:ext uri="{FF2B5EF4-FFF2-40B4-BE49-F238E27FC236}">
                  <a16:creationId xmlns:a16="http://schemas.microsoft.com/office/drawing/2014/main" id="{8425C2FF-58C3-E4A6-377E-AFF1DCD7B531}"/>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3">
              <a:extLst>
                <a:ext uri="{FF2B5EF4-FFF2-40B4-BE49-F238E27FC236}">
                  <a16:creationId xmlns:a16="http://schemas.microsoft.com/office/drawing/2014/main" id="{07EBDC0C-009D-597B-C393-BE9CE866E63A}"/>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4">
              <a:extLst>
                <a:ext uri="{FF2B5EF4-FFF2-40B4-BE49-F238E27FC236}">
                  <a16:creationId xmlns:a16="http://schemas.microsoft.com/office/drawing/2014/main" id="{18DBBD56-F026-3526-30A2-10135A68A1C3}"/>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5">
              <a:extLst>
                <a:ext uri="{FF2B5EF4-FFF2-40B4-BE49-F238E27FC236}">
                  <a16:creationId xmlns:a16="http://schemas.microsoft.com/office/drawing/2014/main" id="{EB133BC4-4E94-555D-A9E6-3B2D7311840F}"/>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6">
              <a:extLst>
                <a:ext uri="{FF2B5EF4-FFF2-40B4-BE49-F238E27FC236}">
                  <a16:creationId xmlns:a16="http://schemas.microsoft.com/office/drawing/2014/main" id="{2814815F-AA55-F654-73E5-F17D5918479C}"/>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4" name="Footer Placeholder 14">
            <a:extLst>
              <a:ext uri="{FF2B5EF4-FFF2-40B4-BE49-F238E27FC236}">
                <a16:creationId xmlns:a16="http://schemas.microsoft.com/office/drawing/2014/main" id="{2DE61908-417F-CEF7-9D24-CD11F35F13A3}"/>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9" name="Graphic 18">
            <a:extLst>
              <a:ext uri="{FF2B5EF4-FFF2-40B4-BE49-F238E27FC236}">
                <a16:creationId xmlns:a16="http://schemas.microsoft.com/office/drawing/2014/main" id="{E0F194EA-5CE0-D750-9220-65C13B67F41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004656400"/>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Quote+Image_Black">
    <p:bg>
      <p:bgPr>
        <a:solidFill>
          <a:schemeClr val="bg1"/>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tx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27063" y="1562100"/>
            <a:ext cx="3726051" cy="4100476"/>
          </a:xfrm>
          <a:prstGeom prst="rect">
            <a:avLst/>
          </a:prstGeom>
        </p:spPr>
        <p:txBody>
          <a:bodyPr/>
          <a:lstStyle>
            <a:lvl1pPr>
              <a:defRPr>
                <a:solidFill>
                  <a:schemeClr val="tx1"/>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tx1"/>
                </a:solidFill>
              </a:rPr>
              <a:t>“</a:t>
            </a:r>
          </a:p>
        </p:txBody>
      </p:sp>
      <p:sp>
        <p:nvSpPr>
          <p:cNvPr id="3" name="Text Placeholder 10">
            <a:extLst>
              <a:ext uri="{FF2B5EF4-FFF2-40B4-BE49-F238E27FC236}">
                <a16:creationId xmlns:a16="http://schemas.microsoft.com/office/drawing/2014/main" id="{00C373F2-39D4-5FF7-946C-A7DC7E1B4664}"/>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283513167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_Quote+Image">
    <p:bg>
      <p:bgPr>
        <a:solidFill>
          <a:schemeClr val="tx1"/>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bg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38994"/>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27063" y="1562100"/>
            <a:ext cx="3726051" cy="4100476"/>
          </a:xfrm>
          <a:prstGeom prst="rect">
            <a:avLst/>
          </a:prstGeom>
        </p:spPr>
        <p:txBody>
          <a:bodyPr/>
          <a:lstStyle>
            <a:lvl1pPr>
              <a:defRPr>
                <a:solidFill>
                  <a:schemeClr val="bg1"/>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bg1"/>
                </a:solidFill>
              </a:rPr>
              <a:t>“</a:t>
            </a:r>
          </a:p>
        </p:txBody>
      </p:sp>
      <p:sp>
        <p:nvSpPr>
          <p:cNvPr id="9" name="Text Placeholder 10">
            <a:extLst>
              <a:ext uri="{FF2B5EF4-FFF2-40B4-BE49-F238E27FC236}">
                <a16:creationId xmlns:a16="http://schemas.microsoft.com/office/drawing/2014/main" id="{D78226D6-C70F-7F41-A49D-D155A4650AC7}"/>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0" cap="all" spc="300" baseline="0">
                <a:solidFill>
                  <a:schemeClr val="bg1"/>
                </a:solidFill>
                <a:latin typeface="Calibri" panose="020F0502020204030204" pitchFamily="34" charset="0"/>
              </a:defRPr>
            </a:lvl1pPr>
          </a:lstStyle>
          <a:p>
            <a:pPr lvl="0"/>
            <a:r>
              <a:rPr lang="en-US"/>
              <a:t>Click to add section title</a:t>
            </a:r>
          </a:p>
        </p:txBody>
      </p:sp>
      <p:sp>
        <p:nvSpPr>
          <p:cNvPr id="2" name="Footer Placeholder 14">
            <a:extLst>
              <a:ext uri="{FF2B5EF4-FFF2-40B4-BE49-F238E27FC236}">
                <a16:creationId xmlns:a16="http://schemas.microsoft.com/office/drawing/2014/main" id="{F1522DDD-A2B2-05F3-25E0-A7C39777D1F0}"/>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grpSp>
        <p:nvGrpSpPr>
          <p:cNvPr id="3" name="Group 2">
            <a:extLst>
              <a:ext uri="{FF2B5EF4-FFF2-40B4-BE49-F238E27FC236}">
                <a16:creationId xmlns:a16="http://schemas.microsoft.com/office/drawing/2014/main" id="{B934B262-231A-0590-32D2-EE6795299396}"/>
              </a:ext>
            </a:extLst>
          </p:cNvPr>
          <p:cNvGrpSpPr/>
          <p:nvPr userDrawn="1"/>
        </p:nvGrpSpPr>
        <p:grpSpPr>
          <a:xfrm>
            <a:off x="610888" y="6472556"/>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29421D12-8D8B-5325-92A5-7F5577536EDD}"/>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EAB256C5-9503-7CCB-DC92-E3797DC992F2}"/>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3">
              <a:extLst>
                <a:ext uri="{FF2B5EF4-FFF2-40B4-BE49-F238E27FC236}">
                  <a16:creationId xmlns:a16="http://schemas.microsoft.com/office/drawing/2014/main" id="{2B4FB2D5-AEBE-E816-F06F-3458ADBA3D03}"/>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4">
              <a:extLst>
                <a:ext uri="{FF2B5EF4-FFF2-40B4-BE49-F238E27FC236}">
                  <a16:creationId xmlns:a16="http://schemas.microsoft.com/office/drawing/2014/main" id="{46E146B5-58B7-210F-C166-39C2491B1CD1}"/>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5">
              <a:extLst>
                <a:ext uri="{FF2B5EF4-FFF2-40B4-BE49-F238E27FC236}">
                  <a16:creationId xmlns:a16="http://schemas.microsoft.com/office/drawing/2014/main" id="{D6FE68EF-7680-FFEF-ABF5-D27646D92448}"/>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7" name="Freeform 6">
              <a:extLst>
                <a:ext uri="{FF2B5EF4-FFF2-40B4-BE49-F238E27FC236}">
                  <a16:creationId xmlns:a16="http://schemas.microsoft.com/office/drawing/2014/main" id="{3B47CFFA-5BCC-F480-6864-369DB6E3D8BE}"/>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pic>
        <p:nvPicPr>
          <p:cNvPr id="8" name="Graphic 7">
            <a:extLst>
              <a:ext uri="{FF2B5EF4-FFF2-40B4-BE49-F238E27FC236}">
                <a16:creationId xmlns:a16="http://schemas.microsoft.com/office/drawing/2014/main" id="{14F3C194-C38C-C259-190C-2EEB8E84F4F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76178622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F8321F-CBE4-3AE2-9F96-BFB8E966019A}"/>
              </a:ext>
            </a:extLst>
          </p:cNvPr>
          <p:cNvSpPr>
            <a:spLocks noGrp="1"/>
          </p:cNvSpPr>
          <p:nvPr>
            <p:ph type="body" sz="quarter" idx="26" hasCustomPrompt="1"/>
          </p:nvPr>
        </p:nvSpPr>
        <p:spPr>
          <a:xfrm>
            <a:off x="612075" y="1714501"/>
            <a:ext cx="10896600" cy="480060"/>
          </a:xfrm>
          <a:prstGeom prst="rect">
            <a:avLst/>
          </a:prstGeom>
        </p:spPr>
        <p:txBody>
          <a:bodyPr/>
          <a:lstStyle>
            <a:lvl1pPr>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5" name="Text Placeholder 3">
            <a:extLst>
              <a:ext uri="{FF2B5EF4-FFF2-40B4-BE49-F238E27FC236}">
                <a16:creationId xmlns:a16="http://schemas.microsoft.com/office/drawing/2014/main" id="{00EFE346-B473-7259-AA25-B8FA3887A9F3}"/>
              </a:ext>
            </a:extLst>
          </p:cNvPr>
          <p:cNvSpPr>
            <a:spLocks noGrp="1"/>
          </p:cNvSpPr>
          <p:nvPr>
            <p:ph type="body" sz="quarter" idx="27" hasCustomPrompt="1"/>
          </p:nvPr>
        </p:nvSpPr>
        <p:spPr>
          <a:xfrm>
            <a:off x="612075" y="2252472"/>
            <a:ext cx="10896600" cy="1136904"/>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r>
              <a:rPr lang="en-US"/>
              <a:t>When you just have a bunch of type and don’t want to try too hard. Lorem ipsum diam fames </a:t>
            </a:r>
            <a:r>
              <a:rPr lang="en-US" err="1"/>
              <a:t>augue</a:t>
            </a:r>
            <a:r>
              <a:rPr lang="en-US"/>
              <a:t> in </a:t>
            </a:r>
            <a:r>
              <a:rPr lang="en-US" err="1"/>
              <a:t>habitasse</a:t>
            </a:r>
            <a:r>
              <a:rPr lang="en-US"/>
              <a:t> </a:t>
            </a:r>
            <a:r>
              <a:rPr lang="en-US" err="1"/>
              <a:t>tempor</a:t>
            </a:r>
            <a:r>
              <a:rPr lang="en-US"/>
              <a:t> porta, </a:t>
            </a:r>
            <a:r>
              <a:rPr lang="en-US" err="1"/>
              <a:t>eleifend</a:t>
            </a:r>
            <a:r>
              <a:rPr lang="en-US"/>
              <a:t>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 vestibulum </a:t>
            </a:r>
            <a:r>
              <a:rPr lang="en-US" err="1"/>
              <a:t>eu</a:t>
            </a:r>
            <a:r>
              <a:rPr lang="en-US"/>
              <a:t> ac integer, </a:t>
            </a:r>
            <a:r>
              <a:rPr lang="en-US" err="1"/>
              <a:t>tellus</a:t>
            </a:r>
            <a:r>
              <a:rPr lang="en-US"/>
              <a:t> pharetra </a:t>
            </a:r>
            <a:r>
              <a:rPr lang="en-US" err="1"/>
              <a:t>dictumst</a:t>
            </a:r>
            <a:r>
              <a:rPr lang="en-US"/>
              <a:t> </a:t>
            </a:r>
            <a:r>
              <a:rPr lang="en-US" err="1"/>
              <a:t>fusce</a:t>
            </a:r>
            <a:r>
              <a:rPr lang="en-US"/>
              <a:t> </a:t>
            </a:r>
            <a:r>
              <a:rPr lang="en-US" err="1"/>
              <a:t>condimentum</a:t>
            </a:r>
            <a:r>
              <a:rPr lang="en-US"/>
              <a:t> ad </a:t>
            </a:r>
            <a:r>
              <a:rPr lang="en-US" err="1"/>
              <a:t>facilisis</a:t>
            </a:r>
            <a:r>
              <a:rPr lang="en-US"/>
              <a:t>.</a:t>
            </a:r>
          </a:p>
        </p:txBody>
      </p:sp>
      <p:sp>
        <p:nvSpPr>
          <p:cNvPr id="6" name="Title 1">
            <a:extLst>
              <a:ext uri="{FF2B5EF4-FFF2-40B4-BE49-F238E27FC236}">
                <a16:creationId xmlns:a16="http://schemas.microsoft.com/office/drawing/2014/main" id="{F41C2428-681A-71EE-84A9-79042E08AE19}"/>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7" name="Text Placeholder 10">
            <a:extLst>
              <a:ext uri="{FF2B5EF4-FFF2-40B4-BE49-F238E27FC236}">
                <a16:creationId xmlns:a16="http://schemas.microsoft.com/office/drawing/2014/main" id="{CAC26D2F-2CA3-414E-FD67-FA58417D692C}"/>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48283937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llout_Text_A">
    <p:bg>
      <p:bgPr>
        <a:solidFill>
          <a:schemeClr val="tx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7E6E663F-AF64-7B87-AE3D-F5A6C5893F85}"/>
              </a:ext>
            </a:extLst>
          </p:cNvPr>
          <p:cNvSpPr>
            <a:spLocks noGrp="1"/>
          </p:cNvSpPr>
          <p:nvPr>
            <p:ph type="body" sz="quarter" idx="25" hasCustomPrompt="1"/>
          </p:nvPr>
        </p:nvSpPr>
        <p:spPr>
          <a:xfrm>
            <a:off x="623950" y="722843"/>
            <a:ext cx="3732914" cy="338554"/>
          </a:xfrm>
          <a:prstGeom prst="rect">
            <a:avLst/>
          </a:prstGeom>
        </p:spPr>
        <p:txBody>
          <a:bodyPr wrap="square">
            <a:spAutoFit/>
          </a:bodyPr>
          <a:lstStyle>
            <a:lvl1pPr>
              <a:lnSpc>
                <a:spcPct val="100000"/>
              </a:lnSpc>
              <a:spcBef>
                <a:spcPts val="0"/>
              </a:spcBef>
              <a:defRPr sz="2200" b="1" i="0" spc="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Title with Big and Little Type</a:t>
            </a:r>
            <a:endParaRPr lang="en-US"/>
          </a:p>
        </p:txBody>
      </p:sp>
      <p:sp>
        <p:nvSpPr>
          <p:cNvPr id="5" name="Text Placeholder 4">
            <a:extLst>
              <a:ext uri="{FF2B5EF4-FFF2-40B4-BE49-F238E27FC236}">
                <a16:creationId xmlns:a16="http://schemas.microsoft.com/office/drawing/2014/main" id="{FA77C3C3-85E4-081D-6724-C859C653A129}"/>
              </a:ext>
            </a:extLst>
          </p:cNvPr>
          <p:cNvSpPr>
            <a:spLocks noGrp="1"/>
          </p:cNvSpPr>
          <p:nvPr>
            <p:ph type="body" sz="quarter" idx="26" hasCustomPrompt="1"/>
          </p:nvPr>
        </p:nvSpPr>
        <p:spPr>
          <a:xfrm>
            <a:off x="623950" y="419100"/>
            <a:ext cx="3732914"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13" name="Rectangle 12">
            <a:extLst>
              <a:ext uri="{FF2B5EF4-FFF2-40B4-BE49-F238E27FC236}">
                <a16:creationId xmlns:a16="http://schemas.microsoft.com/office/drawing/2014/main" id="{5AB310E8-6618-FE08-E6DC-00BA11F812CC}"/>
              </a:ext>
            </a:extLst>
          </p:cNvPr>
          <p:cNvSpPr/>
          <p:nvPr userDrawn="1"/>
        </p:nvSpPr>
        <p:spPr bwMode="auto">
          <a:xfrm>
            <a:off x="6454588" y="0"/>
            <a:ext cx="5737412" cy="6858000"/>
          </a:xfrm>
          <a:prstGeom prst="rect">
            <a:avLst/>
          </a:prstGeom>
          <a:solidFill>
            <a:srgbClr val="FBFAFA"/>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13790" y="1739153"/>
            <a:ext cx="5333999" cy="2769989"/>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34201" y="1981200"/>
            <a:ext cx="4610100" cy="2439386"/>
          </a:xfrm>
          <a:prstGeom prst="rect">
            <a:avLst/>
          </a:prstGeom>
        </p:spPr>
        <p:txBody>
          <a:bodyPr wrap="square" anchor="t" anchorCtr="0">
            <a:spAutoFit/>
          </a:bodyPr>
          <a:lstStyle>
            <a:lvl1pPr>
              <a:lnSpc>
                <a:spcPts val="2400"/>
              </a:lnSpc>
              <a:defRPr sz="1600" b="0" i="0">
                <a:solidFill>
                  <a:srgbClr val="000000"/>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grpSp>
        <p:nvGrpSpPr>
          <p:cNvPr id="18" name="Group 17">
            <a:extLst>
              <a:ext uri="{FF2B5EF4-FFF2-40B4-BE49-F238E27FC236}">
                <a16:creationId xmlns:a16="http://schemas.microsoft.com/office/drawing/2014/main" id="{2ACB5442-1762-E378-EAC6-E7C0E6669560}"/>
              </a:ext>
            </a:extLst>
          </p:cNvPr>
          <p:cNvGrpSpPr/>
          <p:nvPr userDrawn="1"/>
        </p:nvGrpSpPr>
        <p:grpSpPr>
          <a:xfrm>
            <a:off x="610888" y="6472556"/>
            <a:ext cx="372834" cy="131175"/>
            <a:chOff x="14288" y="2035175"/>
            <a:chExt cx="10039350" cy="3532188"/>
          </a:xfrm>
          <a:solidFill>
            <a:schemeClr val="bg1"/>
          </a:solidFill>
        </p:grpSpPr>
        <p:sp>
          <p:nvSpPr>
            <p:cNvPr id="19" name="Freeform 1">
              <a:extLst>
                <a:ext uri="{FF2B5EF4-FFF2-40B4-BE49-F238E27FC236}">
                  <a16:creationId xmlns:a16="http://schemas.microsoft.com/office/drawing/2014/main" id="{02DBB943-0066-F0B5-2D94-C0E12AD2C350}"/>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0" name="Freeform 2">
              <a:extLst>
                <a:ext uri="{FF2B5EF4-FFF2-40B4-BE49-F238E27FC236}">
                  <a16:creationId xmlns:a16="http://schemas.microsoft.com/office/drawing/2014/main" id="{5057EB1A-8A6E-8B98-84E7-FB5D1487314D}"/>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3">
              <a:extLst>
                <a:ext uri="{FF2B5EF4-FFF2-40B4-BE49-F238E27FC236}">
                  <a16:creationId xmlns:a16="http://schemas.microsoft.com/office/drawing/2014/main" id="{1E18BAD2-05D2-FF1A-2380-29DCF9AF8756}"/>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4">
              <a:extLst>
                <a:ext uri="{FF2B5EF4-FFF2-40B4-BE49-F238E27FC236}">
                  <a16:creationId xmlns:a16="http://schemas.microsoft.com/office/drawing/2014/main" id="{4CE9350F-86C6-6F48-16AD-1BA454804DFC}"/>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444160FC-C6F7-7489-8708-408B2622CF09}"/>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0C189D75-19F1-855F-22D8-33AE39E36A90}"/>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56C1A158-D79C-9E57-545C-DFE11CD6220B}"/>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6" name="Graphic 5">
            <a:extLst>
              <a:ext uri="{FF2B5EF4-FFF2-40B4-BE49-F238E27FC236}">
                <a16:creationId xmlns:a16="http://schemas.microsoft.com/office/drawing/2014/main" id="{1369EA49-5940-32DA-1639-38CC1F065E5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24414067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llout_Text_B">
    <p:bg>
      <p:bgPr>
        <a:solidFill>
          <a:schemeClr val="tx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F0026D-6EE6-E217-E9AB-A357E57B4461}"/>
              </a:ext>
            </a:extLst>
          </p:cNvPr>
          <p:cNvSpPr/>
          <p:nvPr userDrawn="1"/>
        </p:nvSpPr>
        <p:spPr bwMode="auto">
          <a:xfrm>
            <a:off x="0" y="0"/>
            <a:ext cx="6438900" cy="6858000"/>
          </a:xfrm>
          <a:prstGeom prst="rect">
            <a:avLst/>
          </a:prstGeom>
          <a:solidFill>
            <a:srgbClr val="FBFAFA"/>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12075" y="1739153"/>
            <a:ext cx="5333999" cy="2769989"/>
          </a:xfrm>
          <a:prstGeom prst="rect">
            <a:avLst/>
          </a:prstGeom>
        </p:spPr>
        <p:txBody>
          <a:bodyPr wrap="square">
            <a:spAutoFit/>
          </a:bodyPr>
          <a:lstStyle>
            <a:lvl1pPr>
              <a:defRPr sz="6000" b="0" i="0">
                <a:solidFill>
                  <a:srgbClr val="000000"/>
                </a:solidFill>
                <a:latin typeface="Calibri" panose="020F0502020204030204" pitchFamily="34" charset="0"/>
                <a:cs typeface="Calibri" panose="020F05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34201" y="1981200"/>
            <a:ext cx="4610100" cy="2439386"/>
          </a:xfrm>
          <a:prstGeom prst="rect">
            <a:avLst/>
          </a:prstGeom>
        </p:spPr>
        <p:txBody>
          <a:bodyPr wrap="square" anchor="t" anchorCtr="0">
            <a:spAutoFit/>
          </a:bodyPr>
          <a:lstStyle>
            <a:lvl1pPr>
              <a:lnSpc>
                <a:spcPts val="2400"/>
              </a:lnSpc>
              <a:defRPr sz="1600" b="0" i="0">
                <a:solidFill>
                  <a:schemeClr val="bg1"/>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sp>
        <p:nvSpPr>
          <p:cNvPr id="9" name="Text Placeholder 4">
            <a:extLst>
              <a:ext uri="{FF2B5EF4-FFF2-40B4-BE49-F238E27FC236}">
                <a16:creationId xmlns:a16="http://schemas.microsoft.com/office/drawing/2014/main" id="{F98434BA-C643-9226-9074-622A044FDF97}"/>
              </a:ext>
            </a:extLst>
          </p:cNvPr>
          <p:cNvSpPr>
            <a:spLocks noGrp="1"/>
          </p:cNvSpPr>
          <p:nvPr>
            <p:ph type="body" sz="quarter" idx="11" hasCustomPrompt="1"/>
          </p:nvPr>
        </p:nvSpPr>
        <p:spPr>
          <a:xfrm>
            <a:off x="612075" y="419100"/>
            <a:ext cx="3732914" cy="153888"/>
          </a:xfrm>
          <a:prstGeom prst="rect">
            <a:avLst/>
          </a:prstGeom>
        </p:spPr>
        <p:txBody>
          <a:bodyPr wrap="square">
            <a:spAutoFit/>
          </a:bodyPr>
          <a:lstStyle>
            <a:lvl1pPr>
              <a:lnSpc>
                <a:spcPct val="100000"/>
              </a:lnSpc>
              <a:spcBef>
                <a:spcPts val="0"/>
              </a:spcBef>
              <a:defRPr sz="1000" b="0" i="0" spc="300">
                <a:solidFill>
                  <a:srgbClr val="000000"/>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10" name="Text Placeholder 4">
            <a:extLst>
              <a:ext uri="{FF2B5EF4-FFF2-40B4-BE49-F238E27FC236}">
                <a16:creationId xmlns:a16="http://schemas.microsoft.com/office/drawing/2014/main" id="{B89EA330-0A46-587B-303A-AB92923709B7}"/>
              </a:ext>
            </a:extLst>
          </p:cNvPr>
          <p:cNvSpPr>
            <a:spLocks noGrp="1"/>
          </p:cNvSpPr>
          <p:nvPr>
            <p:ph type="body" sz="quarter" idx="25" hasCustomPrompt="1"/>
          </p:nvPr>
        </p:nvSpPr>
        <p:spPr>
          <a:xfrm>
            <a:off x="612075" y="722843"/>
            <a:ext cx="3732914" cy="338554"/>
          </a:xfrm>
          <a:prstGeom prst="rect">
            <a:avLst/>
          </a:prstGeom>
        </p:spPr>
        <p:txBody>
          <a:bodyPr wrap="square">
            <a:spAutoFit/>
          </a:bodyPr>
          <a:lstStyle>
            <a:lvl1pPr>
              <a:lnSpc>
                <a:spcPct val="100000"/>
              </a:lnSpc>
              <a:spcBef>
                <a:spcPts val="0"/>
              </a:spcBef>
              <a:defRPr sz="2200" b="1" i="0" spc="0">
                <a:solidFill>
                  <a:srgbClr val="000000"/>
                </a:solidFill>
                <a:latin typeface="Calibri" panose="020F0502020204030204" pitchFamily="34" charset="0"/>
                <a:cs typeface="Calibri" panose="020F0502020204030204" pitchFamily="34" charset="0"/>
              </a:defRPr>
            </a:lvl1pPr>
            <a:lvl2pPr>
              <a:buNone/>
              <a:defRPr/>
            </a:lvl2pPr>
          </a:lstStyle>
          <a:p>
            <a:pPr lvl="0"/>
            <a:r>
              <a:rPr lang="en-US">
                <a:effectLst/>
              </a:rPr>
              <a:t>Title with Big and Little Type</a:t>
            </a:r>
            <a:endParaRPr lang="en-US"/>
          </a:p>
        </p:txBody>
      </p:sp>
      <p:grpSp>
        <p:nvGrpSpPr>
          <p:cNvPr id="18" name="Group 17">
            <a:extLst>
              <a:ext uri="{FF2B5EF4-FFF2-40B4-BE49-F238E27FC236}">
                <a16:creationId xmlns:a16="http://schemas.microsoft.com/office/drawing/2014/main" id="{5328606A-EA4A-86C8-4B44-8B3B3A22622A}"/>
              </a:ext>
            </a:extLst>
          </p:cNvPr>
          <p:cNvGrpSpPr/>
          <p:nvPr userDrawn="1"/>
        </p:nvGrpSpPr>
        <p:grpSpPr>
          <a:xfrm>
            <a:off x="611054" y="6471298"/>
            <a:ext cx="372834" cy="131175"/>
            <a:chOff x="14288" y="2035175"/>
            <a:chExt cx="10039350" cy="3532188"/>
          </a:xfrm>
          <a:solidFill>
            <a:schemeClr val="tx1"/>
          </a:solidFill>
        </p:grpSpPr>
        <p:sp>
          <p:nvSpPr>
            <p:cNvPr id="19" name="Freeform 1">
              <a:extLst>
                <a:ext uri="{FF2B5EF4-FFF2-40B4-BE49-F238E27FC236}">
                  <a16:creationId xmlns:a16="http://schemas.microsoft.com/office/drawing/2014/main" id="{9778DA86-B17B-9BE6-2C21-BFCC79A56A73}"/>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0" name="Freeform 2">
              <a:extLst>
                <a:ext uri="{FF2B5EF4-FFF2-40B4-BE49-F238E27FC236}">
                  <a16:creationId xmlns:a16="http://schemas.microsoft.com/office/drawing/2014/main" id="{2904893A-6F2A-030F-CFB4-5D5BF5867C73}"/>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3">
              <a:extLst>
                <a:ext uri="{FF2B5EF4-FFF2-40B4-BE49-F238E27FC236}">
                  <a16:creationId xmlns:a16="http://schemas.microsoft.com/office/drawing/2014/main" id="{3484C3A5-FD77-07AA-37FE-28F6E29A3692}"/>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4">
              <a:extLst>
                <a:ext uri="{FF2B5EF4-FFF2-40B4-BE49-F238E27FC236}">
                  <a16:creationId xmlns:a16="http://schemas.microsoft.com/office/drawing/2014/main" id="{334B54CE-0ADC-FE70-D6F2-708D01EA5223}"/>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CDDABD3F-DAAF-6384-6DF9-BE4796DFDD3C}"/>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78F5B489-9941-A0E8-F867-511036BD5EF1}"/>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E8F2A8AE-A80D-EC77-A52B-9680F848D4C6}"/>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7" name="Graphic 6">
            <a:extLst>
              <a:ext uri="{FF2B5EF4-FFF2-40B4-BE49-F238E27FC236}">
                <a16:creationId xmlns:a16="http://schemas.microsoft.com/office/drawing/2014/main" id="{0F2A01AF-4766-7A6B-2F58-FA693D3A69B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344758188"/>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ser-Persona">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065F37D-D2A3-CE4F-B068-A258F10B85FF}"/>
              </a:ext>
            </a:extLst>
          </p:cNvPr>
          <p:cNvSpPr/>
          <p:nvPr userDrawn="1"/>
        </p:nvSpPr>
        <p:spPr bwMode="auto">
          <a:xfrm>
            <a:off x="0" y="0"/>
            <a:ext cx="3236965" cy="6858000"/>
          </a:xfrm>
          <a:prstGeom prst="rect">
            <a:avLst/>
          </a:prstGeom>
          <a:solidFill>
            <a:schemeClr val="tx1"/>
          </a:solidFill>
          <a:ln>
            <a:noFill/>
          </a:ln>
          <a:effectLst/>
        </p:spPr>
        <p:txBody>
          <a:bodyPr wrap="none" rtlCol="0" anchor="ctr"/>
          <a:lstStyle/>
          <a:p>
            <a:pPr algn="ctr"/>
            <a:endParaRPr lang="en-UA" sz="2400" err="1">
              <a:solidFill>
                <a:schemeClr val="bg1"/>
              </a:solidFill>
              <a:latin typeface="Calibri Light" panose="020F0302020204030204" pitchFamily="34" charset="0"/>
              <a:ea typeface="Human Sans ExtraLight" charset="0"/>
              <a:cs typeface="Human Sans ExtraLight" charset="0"/>
            </a:endParaRPr>
          </a:p>
        </p:txBody>
      </p:sp>
      <p:sp>
        <p:nvSpPr>
          <p:cNvPr id="29" name="Rectangle 28">
            <a:extLst>
              <a:ext uri="{FF2B5EF4-FFF2-40B4-BE49-F238E27FC236}">
                <a16:creationId xmlns:a16="http://schemas.microsoft.com/office/drawing/2014/main" id="{C39F636B-FA9F-CB4E-B6F8-B160AB761C73}"/>
              </a:ext>
            </a:extLst>
          </p:cNvPr>
          <p:cNvSpPr/>
          <p:nvPr userDrawn="1"/>
        </p:nvSpPr>
        <p:spPr bwMode="auto">
          <a:xfrm>
            <a:off x="3222416" y="7093"/>
            <a:ext cx="4491963" cy="6858000"/>
          </a:xfrm>
          <a:prstGeom prst="rect">
            <a:avLst/>
          </a:prstGeom>
          <a:solidFill>
            <a:schemeClr val="bg2"/>
          </a:solidFill>
          <a:ln>
            <a:noFill/>
          </a:ln>
          <a:effectLst/>
        </p:spPr>
        <p:txBody>
          <a:bodyPr wrap="none" rtlCol="0" anchor="ctr"/>
          <a:lstStyle/>
          <a:p>
            <a:pPr algn="ctr"/>
            <a:endParaRPr lang="en-UA" sz="2400" err="1">
              <a:solidFill>
                <a:schemeClr val="bg1"/>
              </a:solidFill>
              <a:latin typeface="Calibri Light" panose="020F0302020204030204" pitchFamily="34" charset="0"/>
              <a:ea typeface="Human Sans ExtraLight" charset="0"/>
              <a:cs typeface="Human Sans ExtraLight" charset="0"/>
            </a:endParaRPr>
          </a:p>
        </p:txBody>
      </p:sp>
      <p:sp>
        <p:nvSpPr>
          <p:cNvPr id="15" name="Title 1">
            <a:extLst>
              <a:ext uri="{FF2B5EF4-FFF2-40B4-BE49-F238E27FC236}">
                <a16:creationId xmlns:a16="http://schemas.microsoft.com/office/drawing/2014/main" id="{37FF0414-DAEC-144D-A66B-C479CECFED13}"/>
              </a:ext>
            </a:extLst>
          </p:cNvPr>
          <p:cNvSpPr>
            <a:spLocks noGrp="1"/>
          </p:cNvSpPr>
          <p:nvPr>
            <p:ph type="title"/>
          </p:nvPr>
        </p:nvSpPr>
        <p:spPr>
          <a:xfrm>
            <a:off x="455841" y="3231158"/>
            <a:ext cx="2441262" cy="319749"/>
          </a:xfrm>
          <a:prstGeom prst="rect">
            <a:avLst/>
          </a:prstGeom>
          <a:ln>
            <a:solidFill>
              <a:schemeClr val="bg1"/>
            </a:solidFill>
          </a:ln>
        </p:spPr>
        <p:txBody>
          <a:bodyPr/>
          <a:lstStyle>
            <a:lvl1pPr>
              <a:defRPr b="1">
                <a:solidFill>
                  <a:schemeClr val="bg1"/>
                </a:solidFill>
                <a:latin typeface="+mn-lt"/>
              </a:defRPr>
            </a:lvl1pPr>
          </a:lstStyle>
          <a:p>
            <a:r>
              <a:rPr lang="en-GB"/>
              <a:t>Click to edit Master</a:t>
            </a:r>
            <a:endParaRPr lang="en-US"/>
          </a:p>
        </p:txBody>
      </p:sp>
      <p:sp>
        <p:nvSpPr>
          <p:cNvPr id="16" name="Text Placeholder 10">
            <a:extLst>
              <a:ext uri="{FF2B5EF4-FFF2-40B4-BE49-F238E27FC236}">
                <a16:creationId xmlns:a16="http://schemas.microsoft.com/office/drawing/2014/main" id="{809764F3-19B7-E14C-ABFE-172CDDFBA7D4}"/>
              </a:ext>
            </a:extLst>
          </p:cNvPr>
          <p:cNvSpPr>
            <a:spLocks noGrp="1"/>
          </p:cNvSpPr>
          <p:nvPr>
            <p:ph type="body" sz="quarter" idx="15" hasCustomPrompt="1"/>
          </p:nvPr>
        </p:nvSpPr>
        <p:spPr>
          <a:xfrm>
            <a:off x="455841" y="3005453"/>
            <a:ext cx="2441262" cy="225706"/>
          </a:xfrm>
          <a:prstGeom prst="rect">
            <a:avLst/>
          </a:prstGeom>
          <a:ln>
            <a:solidFill>
              <a:schemeClr val="bg1"/>
            </a:solidFill>
          </a:ln>
        </p:spPr>
        <p:txBody>
          <a:bodyPr/>
          <a:lstStyle>
            <a:lvl1pPr>
              <a:defRPr sz="900" b="0" i="0" cap="all" baseline="0">
                <a:solidFill>
                  <a:schemeClr val="bg1"/>
                </a:solidFill>
                <a:latin typeface="+mn-lt"/>
              </a:defRPr>
            </a:lvl1pPr>
          </a:lstStyle>
          <a:p>
            <a:pPr lvl="0"/>
            <a:r>
              <a:rPr lang="en-US"/>
              <a:t>Click to add section title</a:t>
            </a:r>
          </a:p>
        </p:txBody>
      </p:sp>
      <p:sp>
        <p:nvSpPr>
          <p:cNvPr id="11" name="Text Placeholder 4">
            <a:extLst>
              <a:ext uri="{FF2B5EF4-FFF2-40B4-BE49-F238E27FC236}">
                <a16:creationId xmlns:a16="http://schemas.microsoft.com/office/drawing/2014/main" id="{5A8D0894-5AC7-B249-AC04-C60361B4396F}"/>
              </a:ext>
            </a:extLst>
          </p:cNvPr>
          <p:cNvSpPr>
            <a:spLocks noGrp="1"/>
          </p:cNvSpPr>
          <p:nvPr>
            <p:ph type="body" sz="quarter" idx="13" hasCustomPrompt="1"/>
          </p:nvPr>
        </p:nvSpPr>
        <p:spPr>
          <a:xfrm>
            <a:off x="455841" y="3631594"/>
            <a:ext cx="2441262" cy="509856"/>
          </a:xfrm>
          <a:prstGeom prst="rect">
            <a:avLst/>
          </a:prstGeom>
          <a:ln>
            <a:solidFill>
              <a:schemeClr val="bg1"/>
            </a:solidFill>
          </a:ln>
        </p:spPr>
        <p:txBody>
          <a:bodyPr anchor="t"/>
          <a:lstStyle>
            <a:lvl1pPr>
              <a:lnSpc>
                <a:spcPct val="110000"/>
              </a:lnSpc>
              <a:spcBef>
                <a:spcPts val="600"/>
              </a:spcBef>
              <a:spcAft>
                <a:spcPts val="0"/>
              </a:spcAft>
              <a:tabLst>
                <a:tab pos="457200" algn="l"/>
                <a:tab pos="914400" algn="l"/>
                <a:tab pos="1371600" algn="l"/>
                <a:tab pos="1828800" algn="l"/>
                <a:tab pos="2286000" algn="l"/>
                <a:tab pos="2743200" algn="l"/>
                <a:tab pos="3200400" algn="l"/>
                <a:tab pos="3657600" algn="l"/>
              </a:tabLst>
              <a:defRPr sz="1400" b="1" i="0" baseline="0">
                <a:solidFill>
                  <a:schemeClr val="bg1"/>
                </a:solidFill>
                <a:latin typeface="Calibri" panose="020F0502020204030204" pitchFamily="34" charset="0"/>
                <a:cs typeface="Calibri" panose="020F0502020204030204" pitchFamily="34" charset="0"/>
              </a:defRPr>
            </a:lvl1pPr>
          </a:lstStyle>
          <a:p>
            <a:pPr lvl="0"/>
            <a:r>
              <a:rPr lang="en-US"/>
              <a:t>Age, Profession</a:t>
            </a:r>
          </a:p>
        </p:txBody>
      </p:sp>
      <p:sp>
        <p:nvSpPr>
          <p:cNvPr id="24" name="Picture Placeholder 13">
            <a:extLst>
              <a:ext uri="{FF2B5EF4-FFF2-40B4-BE49-F238E27FC236}">
                <a16:creationId xmlns:a16="http://schemas.microsoft.com/office/drawing/2014/main" id="{7F23C99B-D005-8D48-8D48-9C17BAC16D2E}"/>
              </a:ext>
            </a:extLst>
          </p:cNvPr>
          <p:cNvSpPr>
            <a:spLocks noGrp="1"/>
          </p:cNvSpPr>
          <p:nvPr>
            <p:ph type="pic" sz="quarter" idx="16"/>
          </p:nvPr>
        </p:nvSpPr>
        <p:spPr>
          <a:xfrm>
            <a:off x="7939" y="-1"/>
            <a:ext cx="3214477" cy="2839671"/>
          </a:xfrm>
          <a:prstGeom prst="rect">
            <a:avLst/>
          </a:prstGeom>
        </p:spPr>
        <p:txBody>
          <a:bodyPr/>
          <a:lstStyle>
            <a:lvl1pPr>
              <a:defRPr b="0" i="0"/>
            </a:lvl1pPr>
          </a:lstStyle>
          <a:p>
            <a:r>
              <a:rPr lang="en-GB"/>
              <a:t>Click icon to add picture</a:t>
            </a:r>
            <a:endParaRPr lang="en-US"/>
          </a:p>
        </p:txBody>
      </p:sp>
      <p:sp>
        <p:nvSpPr>
          <p:cNvPr id="30" name="Text Placeholder 4">
            <a:extLst>
              <a:ext uri="{FF2B5EF4-FFF2-40B4-BE49-F238E27FC236}">
                <a16:creationId xmlns:a16="http://schemas.microsoft.com/office/drawing/2014/main" id="{29D8C45B-AC0C-D447-8545-6A1DFF015EF1}"/>
              </a:ext>
            </a:extLst>
          </p:cNvPr>
          <p:cNvSpPr>
            <a:spLocks noGrp="1"/>
          </p:cNvSpPr>
          <p:nvPr>
            <p:ph type="body" sz="quarter" idx="18" hasCustomPrompt="1"/>
          </p:nvPr>
        </p:nvSpPr>
        <p:spPr>
          <a:xfrm>
            <a:off x="455841" y="4457700"/>
            <a:ext cx="2441262" cy="1617171"/>
          </a:xfrm>
          <a:prstGeom prst="rect">
            <a:avLst/>
          </a:prstGeom>
          <a:ln>
            <a:solidFill>
              <a:schemeClr val="bg1"/>
            </a:solidFill>
          </a:ln>
        </p:spPr>
        <p:txBody>
          <a:bodyPr anchor="t"/>
          <a:lstStyle>
            <a:lvl1pPr>
              <a:lnSpc>
                <a:spcPct val="110000"/>
              </a:lnSpc>
              <a:spcBef>
                <a:spcPts val="600"/>
              </a:spcBef>
              <a:spcAft>
                <a:spcPts val="0"/>
              </a:spcAft>
              <a:tabLst>
                <a:tab pos="457200" algn="l"/>
                <a:tab pos="914400" algn="l"/>
                <a:tab pos="1371600" algn="l"/>
                <a:tab pos="1828800" algn="l"/>
                <a:tab pos="2286000" algn="l"/>
                <a:tab pos="2743200" algn="l"/>
                <a:tab pos="3200400" algn="l"/>
                <a:tab pos="3657600" algn="l"/>
              </a:tabLst>
              <a:defRPr sz="1400" b="0" i="0" baseline="0">
                <a:solidFill>
                  <a:schemeClr val="bg1"/>
                </a:solidFill>
                <a:latin typeface="Calibri Light" panose="020F0302020204030204" pitchFamily="34" charset="0"/>
                <a:cs typeface="Calibri Light" panose="020F0302020204030204" pitchFamily="34" charset="0"/>
              </a:defRPr>
            </a:lvl1pPr>
          </a:lstStyle>
          <a:p>
            <a:pPr lvl="0"/>
            <a:r>
              <a:rPr lang="en-US"/>
              <a:t>About</a:t>
            </a:r>
          </a:p>
        </p:txBody>
      </p:sp>
      <p:sp>
        <p:nvSpPr>
          <p:cNvPr id="40" name="Text Placeholder 9">
            <a:extLst>
              <a:ext uri="{FF2B5EF4-FFF2-40B4-BE49-F238E27FC236}">
                <a16:creationId xmlns:a16="http://schemas.microsoft.com/office/drawing/2014/main" id="{28093BBE-0F81-5643-9FB7-6FE2CE11F0D2}"/>
              </a:ext>
            </a:extLst>
          </p:cNvPr>
          <p:cNvSpPr>
            <a:spLocks noGrp="1"/>
          </p:cNvSpPr>
          <p:nvPr>
            <p:ph type="body" sz="quarter" idx="10"/>
          </p:nvPr>
        </p:nvSpPr>
        <p:spPr>
          <a:xfrm>
            <a:off x="3562278" y="321521"/>
            <a:ext cx="3826074" cy="5753349"/>
          </a:xfrm>
          <a:prstGeom prst="rect">
            <a:avLst/>
          </a:prstGeom>
        </p:spPr>
        <p:txBody>
          <a:bodyPr vert="horz" lIns="0" tIns="0" rIns="0" bIns="0" rtlCol="0" anchor="t">
            <a:noAutofit/>
          </a:bodyPr>
          <a:lstStyle>
            <a:lvl1pPr>
              <a:defRPr lang="en-GB" b="0" i="0" smtClean="0">
                <a:latin typeface="Calibri Light" panose="020F0302020204030204" pitchFamily="34" charset="0"/>
                <a:cs typeface="Calibri Light" panose="020F0302020204030204" pitchFamily="34" charset="0"/>
              </a:defRPr>
            </a:lvl1pPr>
          </a:lstStyle>
          <a:p>
            <a:pPr lvl="0">
              <a:tabLst>
                <a:tab pos="457200" algn="l"/>
                <a:tab pos="914400" algn="l"/>
                <a:tab pos="1371600" algn="l"/>
                <a:tab pos="1828800" algn="l"/>
                <a:tab pos="2286000" algn="l"/>
                <a:tab pos="2743200" algn="l"/>
                <a:tab pos="3200400" algn="l"/>
                <a:tab pos="3657600" algn="l"/>
              </a:tabLst>
            </a:pPr>
            <a:r>
              <a:rPr lang="en-GB"/>
              <a:t>Click to edit Master text styles</a:t>
            </a:r>
          </a:p>
        </p:txBody>
      </p:sp>
      <p:sp>
        <p:nvSpPr>
          <p:cNvPr id="41" name="Text Placeholder 9">
            <a:extLst>
              <a:ext uri="{FF2B5EF4-FFF2-40B4-BE49-F238E27FC236}">
                <a16:creationId xmlns:a16="http://schemas.microsoft.com/office/drawing/2014/main" id="{13B70270-B1D9-4340-B018-EE07346DA935}"/>
              </a:ext>
            </a:extLst>
          </p:cNvPr>
          <p:cNvSpPr>
            <a:spLocks noGrp="1"/>
          </p:cNvSpPr>
          <p:nvPr>
            <p:ph type="body" sz="quarter" idx="19"/>
          </p:nvPr>
        </p:nvSpPr>
        <p:spPr>
          <a:xfrm>
            <a:off x="8039692" y="321521"/>
            <a:ext cx="3826074" cy="5753349"/>
          </a:xfrm>
          <a:prstGeom prst="rect">
            <a:avLst/>
          </a:prstGeom>
        </p:spPr>
        <p:txBody>
          <a:bodyPr vert="horz" lIns="0" tIns="0" rIns="0" bIns="0" rtlCol="0" anchor="t">
            <a:noAutofit/>
          </a:bodyPr>
          <a:lstStyle>
            <a:lvl1pPr>
              <a:defRPr lang="en-GB" b="0" i="0" smtClean="0">
                <a:latin typeface="Calibri Light" panose="020F0302020204030204" pitchFamily="34" charset="0"/>
                <a:cs typeface="Calibri Light" panose="020F0302020204030204" pitchFamily="34" charset="0"/>
              </a:defRPr>
            </a:lvl1pPr>
          </a:lstStyle>
          <a:p>
            <a:pPr lvl="0">
              <a:tabLst>
                <a:tab pos="457200" algn="l"/>
                <a:tab pos="914400" algn="l"/>
                <a:tab pos="1371600" algn="l"/>
                <a:tab pos="1828800" algn="l"/>
                <a:tab pos="2286000" algn="l"/>
                <a:tab pos="2743200" algn="l"/>
                <a:tab pos="3200400" algn="l"/>
                <a:tab pos="3657600" algn="l"/>
              </a:tabLst>
            </a:pPr>
            <a:r>
              <a:rPr lang="en-GB"/>
              <a:t>Click to edit Master text styles</a:t>
            </a:r>
          </a:p>
        </p:txBody>
      </p:sp>
      <p:grpSp>
        <p:nvGrpSpPr>
          <p:cNvPr id="3" name="Group 2">
            <a:extLst>
              <a:ext uri="{FF2B5EF4-FFF2-40B4-BE49-F238E27FC236}">
                <a16:creationId xmlns:a16="http://schemas.microsoft.com/office/drawing/2014/main" id="{61194BFB-D27B-920D-74B8-57C808E4FA93}"/>
              </a:ext>
            </a:extLst>
          </p:cNvPr>
          <p:cNvGrpSpPr/>
          <p:nvPr userDrawn="1"/>
        </p:nvGrpSpPr>
        <p:grpSpPr>
          <a:xfrm>
            <a:off x="611054" y="6471298"/>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AC5C86C1-C392-36A2-6546-4A09981EA1D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5" name="Freeform 2">
              <a:extLst>
                <a:ext uri="{FF2B5EF4-FFF2-40B4-BE49-F238E27FC236}">
                  <a16:creationId xmlns:a16="http://schemas.microsoft.com/office/drawing/2014/main" id="{343CBC0E-2DBE-62B0-9B1C-4D8BBADC2D66}"/>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3">
              <a:extLst>
                <a:ext uri="{FF2B5EF4-FFF2-40B4-BE49-F238E27FC236}">
                  <a16:creationId xmlns:a16="http://schemas.microsoft.com/office/drawing/2014/main" id="{FB80F17E-95EC-7B10-BC00-6178F4F6A332}"/>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4">
              <a:extLst>
                <a:ext uri="{FF2B5EF4-FFF2-40B4-BE49-F238E27FC236}">
                  <a16:creationId xmlns:a16="http://schemas.microsoft.com/office/drawing/2014/main" id="{CF6797D6-A716-17CF-82BC-4315C9AE4381}"/>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5">
              <a:extLst>
                <a:ext uri="{FF2B5EF4-FFF2-40B4-BE49-F238E27FC236}">
                  <a16:creationId xmlns:a16="http://schemas.microsoft.com/office/drawing/2014/main" id="{7D08D7A3-64E8-352C-169B-B9A70DAB31AC}"/>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6">
              <a:extLst>
                <a:ext uri="{FF2B5EF4-FFF2-40B4-BE49-F238E27FC236}">
                  <a16:creationId xmlns:a16="http://schemas.microsoft.com/office/drawing/2014/main" id="{5B36EF8D-4ED4-82C1-CD1B-4D894391B03B}"/>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w="9525" cap="flat">
              <a:noFill/>
              <a:bevel/>
              <a:headEnd/>
              <a:tailEnd/>
            </a:ln>
            <a:effectLst/>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0" name="Footer Placeholder 14">
            <a:extLst>
              <a:ext uri="{FF2B5EF4-FFF2-40B4-BE49-F238E27FC236}">
                <a16:creationId xmlns:a16="http://schemas.microsoft.com/office/drawing/2014/main" id="{5279BD19-CFA9-AB26-7A53-838847998BC3}"/>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spTree>
    <p:extLst>
      <p:ext uri="{BB962C8B-B14F-4D97-AF65-F5344CB8AC3E}">
        <p14:creationId xmlns:p14="http://schemas.microsoft.com/office/powerpoint/2010/main" val="22563859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Columns with subtitles">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3A517F72-13C6-5418-B0CB-46BAB6B8D27B}"/>
              </a:ext>
            </a:extLst>
          </p:cNvPr>
          <p:cNvSpPr>
            <a:spLocks noGrp="1"/>
          </p:cNvSpPr>
          <p:nvPr>
            <p:ph type="body" sz="quarter" idx="16" hasCustomPrompt="1"/>
          </p:nvPr>
        </p:nvSpPr>
        <p:spPr>
          <a:xfrm>
            <a:off x="647700" y="2698291"/>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a:t>
            </a:r>
          </a:p>
        </p:txBody>
      </p:sp>
      <p:sp>
        <p:nvSpPr>
          <p:cNvPr id="4" name="Text Placeholder 4">
            <a:extLst>
              <a:ext uri="{FF2B5EF4-FFF2-40B4-BE49-F238E27FC236}">
                <a16:creationId xmlns:a16="http://schemas.microsoft.com/office/drawing/2014/main" id="{3A39EDEA-D9AD-90C0-00E7-933A0BCD218E}"/>
              </a:ext>
            </a:extLst>
          </p:cNvPr>
          <p:cNvSpPr>
            <a:spLocks noGrp="1"/>
          </p:cNvSpPr>
          <p:nvPr>
            <p:ph type="body" sz="quarter" idx="26" hasCustomPrompt="1"/>
          </p:nvPr>
        </p:nvSpPr>
        <p:spPr>
          <a:xfrm>
            <a:off x="647700"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7" name="Text Placeholder 4">
            <a:extLst>
              <a:ext uri="{FF2B5EF4-FFF2-40B4-BE49-F238E27FC236}">
                <a16:creationId xmlns:a16="http://schemas.microsoft.com/office/drawing/2014/main" id="{D33771BF-0A2C-CB01-D9AB-ED1F3FC63EB4}"/>
              </a:ext>
            </a:extLst>
          </p:cNvPr>
          <p:cNvSpPr>
            <a:spLocks noGrp="1"/>
          </p:cNvSpPr>
          <p:nvPr>
            <p:ph type="body" sz="quarter" idx="27" hasCustomPrompt="1"/>
          </p:nvPr>
        </p:nvSpPr>
        <p:spPr>
          <a:xfrm>
            <a:off x="6272784" y="2698291"/>
            <a:ext cx="4648200" cy="177862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a:t>
            </a:r>
          </a:p>
        </p:txBody>
      </p:sp>
      <p:sp>
        <p:nvSpPr>
          <p:cNvPr id="9" name="Text Placeholder 4">
            <a:extLst>
              <a:ext uri="{FF2B5EF4-FFF2-40B4-BE49-F238E27FC236}">
                <a16:creationId xmlns:a16="http://schemas.microsoft.com/office/drawing/2014/main" id="{9D7B04DC-2792-21A9-52B1-97306B134505}"/>
              </a:ext>
            </a:extLst>
          </p:cNvPr>
          <p:cNvSpPr>
            <a:spLocks noGrp="1"/>
          </p:cNvSpPr>
          <p:nvPr>
            <p:ph type="body" sz="quarter" idx="28" hasCustomPrompt="1"/>
          </p:nvPr>
        </p:nvSpPr>
        <p:spPr>
          <a:xfrm>
            <a:off x="6272784"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10" name="Title 1">
            <a:extLst>
              <a:ext uri="{FF2B5EF4-FFF2-40B4-BE49-F238E27FC236}">
                <a16:creationId xmlns:a16="http://schemas.microsoft.com/office/drawing/2014/main" id="{1BE06380-29B7-9F04-503F-4794E16816AC}"/>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3" name="Text Placeholder 10">
            <a:extLst>
              <a:ext uri="{FF2B5EF4-FFF2-40B4-BE49-F238E27FC236}">
                <a16:creationId xmlns:a16="http://schemas.microsoft.com/office/drawing/2014/main" id="{1A3BBB03-6CCE-7692-A0BD-FCB439EC8012}"/>
              </a:ext>
            </a:extLst>
          </p:cNvPr>
          <p:cNvSpPr>
            <a:spLocks noGrp="1"/>
          </p:cNvSpPr>
          <p:nvPr>
            <p:ph type="body" sz="quarter" idx="29"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628114401"/>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Column_Text">
    <p:bg>
      <p:bgPr>
        <a:solidFill>
          <a:schemeClr val="tx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700" y="2698291"/>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2" name="Text Placeholder 4">
            <a:extLst>
              <a:ext uri="{FF2B5EF4-FFF2-40B4-BE49-F238E27FC236}">
                <a16:creationId xmlns:a16="http://schemas.microsoft.com/office/drawing/2014/main" id="{2D5963C9-D5D1-84E3-AF7B-5BFA6D21DC39}"/>
              </a:ext>
            </a:extLst>
          </p:cNvPr>
          <p:cNvSpPr>
            <a:spLocks noGrp="1"/>
          </p:cNvSpPr>
          <p:nvPr>
            <p:ph type="body" sz="quarter" idx="27" hasCustomPrompt="1"/>
          </p:nvPr>
        </p:nvSpPr>
        <p:spPr>
          <a:xfrm>
            <a:off x="6272784" y="2698291"/>
            <a:ext cx="4648200" cy="177862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a:t>
            </a:r>
          </a:p>
        </p:txBody>
      </p:sp>
      <p:sp>
        <p:nvSpPr>
          <p:cNvPr id="4" name="Text Placeholder 4">
            <a:extLst>
              <a:ext uri="{FF2B5EF4-FFF2-40B4-BE49-F238E27FC236}">
                <a16:creationId xmlns:a16="http://schemas.microsoft.com/office/drawing/2014/main" id="{8205CA7F-D6DB-04A0-EA4C-4787388D3583}"/>
              </a:ext>
            </a:extLst>
          </p:cNvPr>
          <p:cNvSpPr>
            <a:spLocks noGrp="1"/>
          </p:cNvSpPr>
          <p:nvPr>
            <p:ph type="body" sz="quarter" idx="28" hasCustomPrompt="1"/>
          </p:nvPr>
        </p:nvSpPr>
        <p:spPr>
          <a:xfrm>
            <a:off x="6272784"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5" name="Title 1">
            <a:extLst>
              <a:ext uri="{FF2B5EF4-FFF2-40B4-BE49-F238E27FC236}">
                <a16:creationId xmlns:a16="http://schemas.microsoft.com/office/drawing/2014/main" id="{1DB770F9-5141-EF17-34F8-816AC75504FD}"/>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8" name="Text Placeholder 10">
            <a:extLst>
              <a:ext uri="{FF2B5EF4-FFF2-40B4-BE49-F238E27FC236}">
                <a16:creationId xmlns:a16="http://schemas.microsoft.com/office/drawing/2014/main" id="{5A247005-8D95-F9E8-E145-F5A6E17A2992}"/>
              </a:ext>
            </a:extLst>
          </p:cNvPr>
          <p:cNvSpPr>
            <a:spLocks noGrp="1"/>
          </p:cNvSpPr>
          <p:nvPr>
            <p:ph type="body" sz="quarter" idx="29"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9BD7309F-2A10-4132-236E-E244FA3F320D}"/>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FFAA6817-9B3E-E313-8957-E8873E885B02}"/>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2">
              <a:extLst>
                <a:ext uri="{FF2B5EF4-FFF2-40B4-BE49-F238E27FC236}">
                  <a16:creationId xmlns:a16="http://schemas.microsoft.com/office/drawing/2014/main" id="{1AE1C1A8-CB9B-6D3D-4806-B2DC0C6F9FDE}"/>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3">
              <a:extLst>
                <a:ext uri="{FF2B5EF4-FFF2-40B4-BE49-F238E27FC236}">
                  <a16:creationId xmlns:a16="http://schemas.microsoft.com/office/drawing/2014/main" id="{7522EC0A-0230-018A-336C-E2CE816B4966}"/>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4">
              <a:extLst>
                <a:ext uri="{FF2B5EF4-FFF2-40B4-BE49-F238E27FC236}">
                  <a16:creationId xmlns:a16="http://schemas.microsoft.com/office/drawing/2014/main" id="{2A2BE236-9369-2026-BCC4-C759754676C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5">
              <a:extLst>
                <a:ext uri="{FF2B5EF4-FFF2-40B4-BE49-F238E27FC236}">
                  <a16:creationId xmlns:a16="http://schemas.microsoft.com/office/drawing/2014/main" id="{90E930F7-EC2F-50BA-E43B-92F24C4238E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6">
              <a:extLst>
                <a:ext uri="{FF2B5EF4-FFF2-40B4-BE49-F238E27FC236}">
                  <a16:creationId xmlns:a16="http://schemas.microsoft.com/office/drawing/2014/main" id="{A78F1116-5C4F-286E-78AA-BE123AD6CBCC}"/>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5" name="Footer Placeholder 14">
            <a:extLst>
              <a:ext uri="{FF2B5EF4-FFF2-40B4-BE49-F238E27FC236}">
                <a16:creationId xmlns:a16="http://schemas.microsoft.com/office/drawing/2014/main" id="{FC52D9B4-7CE5-88D0-0082-025C1FDFBB9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8" name="Graphic 17">
            <a:extLst>
              <a:ext uri="{FF2B5EF4-FFF2-40B4-BE49-F238E27FC236}">
                <a16:creationId xmlns:a16="http://schemas.microsoft.com/office/drawing/2014/main" id="{9033DDED-1FA6-AAD1-3D0B-5C45F6BC82D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1276207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Columns with subtitles">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2E2944DF-2B21-98CE-CD60-C3C4CE3FDD89}"/>
              </a:ext>
            </a:extLst>
          </p:cNvPr>
          <p:cNvSpPr>
            <a:spLocks noGrp="1"/>
          </p:cNvSpPr>
          <p:nvPr>
            <p:ph type="body" sz="quarter" idx="16" hasCustomPrompt="1"/>
          </p:nvPr>
        </p:nvSpPr>
        <p:spPr>
          <a:xfrm>
            <a:off x="647700"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4" name="Text Placeholder 4">
            <a:extLst>
              <a:ext uri="{FF2B5EF4-FFF2-40B4-BE49-F238E27FC236}">
                <a16:creationId xmlns:a16="http://schemas.microsoft.com/office/drawing/2014/main" id="{6CA494FF-1DA9-D11E-77E1-3A2A367218B3}"/>
              </a:ext>
            </a:extLst>
          </p:cNvPr>
          <p:cNvSpPr>
            <a:spLocks noGrp="1"/>
          </p:cNvSpPr>
          <p:nvPr>
            <p:ph type="body" sz="quarter" idx="26" hasCustomPrompt="1"/>
          </p:nvPr>
        </p:nvSpPr>
        <p:spPr>
          <a:xfrm>
            <a:off x="64770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71776F66-C10A-80FE-4600-5082AB28FC24}"/>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7" name="Text Placeholder 4">
            <a:extLst>
              <a:ext uri="{FF2B5EF4-FFF2-40B4-BE49-F238E27FC236}">
                <a16:creationId xmlns:a16="http://schemas.microsoft.com/office/drawing/2014/main" id="{76286362-AF3E-9904-0BA5-18619CBF5DE9}"/>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8" name="Text Placeholder 4">
            <a:extLst>
              <a:ext uri="{FF2B5EF4-FFF2-40B4-BE49-F238E27FC236}">
                <a16:creationId xmlns:a16="http://schemas.microsoft.com/office/drawing/2014/main" id="{31EAACDC-042B-CDAF-3204-CAF86F3E458D}"/>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5" name="Text Placeholder 4">
            <a:extLst>
              <a:ext uri="{FF2B5EF4-FFF2-40B4-BE49-F238E27FC236}">
                <a16:creationId xmlns:a16="http://schemas.microsoft.com/office/drawing/2014/main" id="{1A0C9F60-C909-8005-B457-95C7A8BD9B6C}"/>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6" name="Title 1">
            <a:extLst>
              <a:ext uri="{FF2B5EF4-FFF2-40B4-BE49-F238E27FC236}">
                <a16:creationId xmlns:a16="http://schemas.microsoft.com/office/drawing/2014/main" id="{6832DFE5-B2DF-F9FF-D966-15E468F83789}"/>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7" name="Text Placeholder 10">
            <a:extLst>
              <a:ext uri="{FF2B5EF4-FFF2-40B4-BE49-F238E27FC236}">
                <a16:creationId xmlns:a16="http://schemas.microsoft.com/office/drawing/2014/main" id="{FBF8892B-9E8C-EB7F-4C58-128E88367DB0}"/>
              </a:ext>
            </a:extLst>
          </p:cNvPr>
          <p:cNvSpPr>
            <a:spLocks noGrp="1"/>
          </p:cNvSpPr>
          <p:nvPr>
            <p:ph type="body" sz="quarter" idx="31"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87890786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Subsection_Divider_B">
    <p:bg>
      <p:bgPr>
        <a:solidFill>
          <a:schemeClr val="tx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700"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 name="Title 1">
            <a:extLst>
              <a:ext uri="{FF2B5EF4-FFF2-40B4-BE49-F238E27FC236}">
                <a16:creationId xmlns:a16="http://schemas.microsoft.com/office/drawing/2014/main" id="{FB50A04B-6ED7-84B1-A455-59E35403B3DB}"/>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CBA07CCD-45C6-E061-58AE-27BDB670ACBE}"/>
              </a:ext>
            </a:extLst>
          </p:cNvPr>
          <p:cNvSpPr>
            <a:spLocks noGrp="1"/>
          </p:cNvSpPr>
          <p:nvPr>
            <p:ph type="body" sz="quarter" idx="31"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4EE9FC88-DE09-078B-269B-618A5C926052}"/>
              </a:ext>
            </a:extLst>
          </p:cNvPr>
          <p:cNvGrpSpPr/>
          <p:nvPr userDrawn="1"/>
        </p:nvGrpSpPr>
        <p:grpSpPr>
          <a:xfrm>
            <a:off x="610888" y="6472556"/>
            <a:ext cx="372834" cy="131175"/>
            <a:chOff x="14288" y="2035175"/>
            <a:chExt cx="10039350" cy="3532188"/>
          </a:xfrm>
          <a:solidFill>
            <a:schemeClr val="bg1"/>
          </a:solidFill>
        </p:grpSpPr>
        <p:sp>
          <p:nvSpPr>
            <p:cNvPr id="5" name="Freeform 1">
              <a:extLst>
                <a:ext uri="{FF2B5EF4-FFF2-40B4-BE49-F238E27FC236}">
                  <a16:creationId xmlns:a16="http://schemas.microsoft.com/office/drawing/2014/main" id="{AF213018-295B-C9D1-F5FD-20D38B161C72}"/>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2">
              <a:extLst>
                <a:ext uri="{FF2B5EF4-FFF2-40B4-BE49-F238E27FC236}">
                  <a16:creationId xmlns:a16="http://schemas.microsoft.com/office/drawing/2014/main" id="{725C692D-036B-54DD-B4D3-EEBC1419462C}"/>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AF3FA770-C5C3-6571-E8BC-56AC1F8A9BB3}"/>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4">
              <a:extLst>
                <a:ext uri="{FF2B5EF4-FFF2-40B4-BE49-F238E27FC236}">
                  <a16:creationId xmlns:a16="http://schemas.microsoft.com/office/drawing/2014/main" id="{1F0E52A9-2FCF-090E-DCF8-AF21DF0A12A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4F51781C-8884-B078-A5FA-DA416B509502}"/>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6">
              <a:extLst>
                <a:ext uri="{FF2B5EF4-FFF2-40B4-BE49-F238E27FC236}">
                  <a16:creationId xmlns:a16="http://schemas.microsoft.com/office/drawing/2014/main" id="{5CE18227-3981-EFC5-5AA3-BDB3BBE08328}"/>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A891170D-969D-09A4-4623-4432841E0A73}"/>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0" name="Graphic 19">
            <a:extLst>
              <a:ext uri="{FF2B5EF4-FFF2-40B4-BE49-F238E27FC236}">
                <a16:creationId xmlns:a16="http://schemas.microsoft.com/office/drawing/2014/main" id="{EBF72C83-E54B-9277-AEBB-9C53863044F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22145033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Quote+Image">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49224" y="420624"/>
            <a:ext cx="3732914" cy="153888"/>
          </a:xfrm>
          <a:prstGeom prst="rect">
            <a:avLst/>
          </a:prstGeom>
        </p:spPr>
        <p:txBody>
          <a:bodyPr wrap="square">
            <a:spAutoFit/>
          </a:bodyPr>
          <a:lstStyle>
            <a:lvl1pPr>
              <a:lnSpc>
                <a:spcPct val="100000"/>
              </a:lnSpc>
              <a:spcBef>
                <a:spcPts val="0"/>
              </a:spcBef>
              <a:defRPr sz="1000" b="0" spc="300">
                <a:solidFill>
                  <a:srgbClr val="000000"/>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rgbClr val="000000"/>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rgbClr val="000000"/>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55449" y="1562100"/>
            <a:ext cx="3726051" cy="4100476"/>
          </a:xfrm>
          <a:prstGeom prst="rect">
            <a:avLst/>
          </a:prstGeom>
        </p:spPr>
        <p:txBody>
          <a:bodyPr/>
          <a:lstStyle>
            <a:lvl1pPr>
              <a:defRPr>
                <a:solidFill>
                  <a:srgbClr val="000000"/>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t>“</a:t>
            </a:r>
          </a:p>
        </p:txBody>
      </p:sp>
      <p:grpSp>
        <p:nvGrpSpPr>
          <p:cNvPr id="6" name="Group 5">
            <a:extLst>
              <a:ext uri="{FF2B5EF4-FFF2-40B4-BE49-F238E27FC236}">
                <a16:creationId xmlns:a16="http://schemas.microsoft.com/office/drawing/2014/main" id="{7091C008-6948-E4D2-DA17-EB059B8F5916}"/>
              </a:ext>
            </a:extLst>
          </p:cNvPr>
          <p:cNvGrpSpPr/>
          <p:nvPr userDrawn="1"/>
        </p:nvGrpSpPr>
        <p:grpSpPr>
          <a:xfrm>
            <a:off x="611054" y="6471298"/>
            <a:ext cx="372834" cy="131175"/>
            <a:chOff x="14288" y="2035175"/>
            <a:chExt cx="10039350" cy="3532188"/>
          </a:xfrm>
          <a:solidFill>
            <a:schemeClr val="tx1"/>
          </a:solidFill>
        </p:grpSpPr>
        <p:sp>
          <p:nvSpPr>
            <p:cNvPr id="7" name="Freeform 1">
              <a:extLst>
                <a:ext uri="{FF2B5EF4-FFF2-40B4-BE49-F238E27FC236}">
                  <a16:creationId xmlns:a16="http://schemas.microsoft.com/office/drawing/2014/main" id="{CAB917DA-C13C-0F8D-643A-0E084B7361F6}"/>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2">
              <a:extLst>
                <a:ext uri="{FF2B5EF4-FFF2-40B4-BE49-F238E27FC236}">
                  <a16:creationId xmlns:a16="http://schemas.microsoft.com/office/drawing/2014/main" id="{4E454772-17C3-3E2C-74BF-F7443A4DC6DF}"/>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3">
              <a:extLst>
                <a:ext uri="{FF2B5EF4-FFF2-40B4-BE49-F238E27FC236}">
                  <a16:creationId xmlns:a16="http://schemas.microsoft.com/office/drawing/2014/main" id="{BAF0EE8A-AABC-9E66-4136-F7BAB9A64B40}"/>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4">
              <a:extLst>
                <a:ext uri="{FF2B5EF4-FFF2-40B4-BE49-F238E27FC236}">
                  <a16:creationId xmlns:a16="http://schemas.microsoft.com/office/drawing/2014/main" id="{E15F5B2E-0FA6-D726-1D87-EA10242E2630}"/>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5ECD451E-C56E-05F0-AF02-688D993EDCE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6">
              <a:extLst>
                <a:ext uri="{FF2B5EF4-FFF2-40B4-BE49-F238E27FC236}">
                  <a16:creationId xmlns:a16="http://schemas.microsoft.com/office/drawing/2014/main" id="{BD400F32-B75B-DF6E-0D2F-45A177572405}"/>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30A72066-E53B-F794-E5C7-D39D7420D224}"/>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4" name="Graphic 3">
            <a:extLst>
              <a:ext uri="{FF2B5EF4-FFF2-40B4-BE49-F238E27FC236}">
                <a16:creationId xmlns:a16="http://schemas.microsoft.com/office/drawing/2014/main" id="{A7801FED-F6F5-E54C-4AA1-1BE7E21F382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154200355"/>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Image_Black">
    <p:bg>
      <p:bgPr>
        <a:solidFill>
          <a:schemeClr val="tx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25474" y="420624"/>
            <a:ext cx="3732914" cy="153888"/>
          </a:xfrm>
          <a:prstGeom prst="rect">
            <a:avLst/>
          </a:prstGeom>
        </p:spPr>
        <p:txBody>
          <a:bodyPr wrap="square">
            <a:spAutoFit/>
          </a:bodyPr>
          <a:lstStyle>
            <a:lvl1pPr>
              <a:lnSpc>
                <a:spcPct val="100000"/>
              </a:lnSpc>
              <a:spcBef>
                <a:spcPts val="0"/>
              </a:spcBef>
              <a:defRPr sz="1000" b="1"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bg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19824" y="1562100"/>
            <a:ext cx="3726051" cy="4100476"/>
          </a:xfrm>
          <a:prstGeom prst="rect">
            <a:avLst/>
          </a:prstGeom>
        </p:spPr>
        <p:txBody>
          <a:bodyPr/>
          <a:lstStyle>
            <a:lvl1pPr>
              <a:defRPr>
                <a:solidFill>
                  <a:schemeClr val="bg1"/>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bg1"/>
                </a:solidFill>
              </a:rPr>
              <a:t>“</a:t>
            </a:r>
          </a:p>
        </p:txBody>
      </p:sp>
      <p:grpSp>
        <p:nvGrpSpPr>
          <p:cNvPr id="3" name="Group 2">
            <a:extLst>
              <a:ext uri="{FF2B5EF4-FFF2-40B4-BE49-F238E27FC236}">
                <a16:creationId xmlns:a16="http://schemas.microsoft.com/office/drawing/2014/main" id="{081461AB-B8FC-8BBC-BF3B-547D97DD8C9C}"/>
              </a:ext>
            </a:extLst>
          </p:cNvPr>
          <p:cNvGrpSpPr/>
          <p:nvPr userDrawn="1"/>
        </p:nvGrpSpPr>
        <p:grpSpPr>
          <a:xfrm>
            <a:off x="610888" y="6472556"/>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612BBA0A-B4EF-BC91-91B4-461C7F66D784}"/>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5" name="Freeform 2">
              <a:extLst>
                <a:ext uri="{FF2B5EF4-FFF2-40B4-BE49-F238E27FC236}">
                  <a16:creationId xmlns:a16="http://schemas.microsoft.com/office/drawing/2014/main" id="{AC4F0109-4CD9-F0FE-7473-898861550D26}"/>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3">
              <a:extLst>
                <a:ext uri="{FF2B5EF4-FFF2-40B4-BE49-F238E27FC236}">
                  <a16:creationId xmlns:a16="http://schemas.microsoft.com/office/drawing/2014/main" id="{E49751BC-AF2A-9987-D301-D47CD4149B74}"/>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4">
              <a:extLst>
                <a:ext uri="{FF2B5EF4-FFF2-40B4-BE49-F238E27FC236}">
                  <a16:creationId xmlns:a16="http://schemas.microsoft.com/office/drawing/2014/main" id="{25F67BE6-636D-528C-094E-B7919D71EE8E}"/>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5">
              <a:extLst>
                <a:ext uri="{FF2B5EF4-FFF2-40B4-BE49-F238E27FC236}">
                  <a16:creationId xmlns:a16="http://schemas.microsoft.com/office/drawing/2014/main" id="{C7CB1470-D9C6-B437-8323-C7AA68E2E135}"/>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6">
              <a:extLst>
                <a:ext uri="{FF2B5EF4-FFF2-40B4-BE49-F238E27FC236}">
                  <a16:creationId xmlns:a16="http://schemas.microsoft.com/office/drawing/2014/main" id="{130EC7D6-AFD4-5945-38E9-373B01A18C1A}"/>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0" name="Footer Placeholder 14">
            <a:extLst>
              <a:ext uri="{FF2B5EF4-FFF2-40B4-BE49-F238E27FC236}">
                <a16:creationId xmlns:a16="http://schemas.microsoft.com/office/drawing/2014/main" id="{1A1E9E0A-6366-8302-EC61-FA103EF9DDD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7" name="Graphic 16">
            <a:extLst>
              <a:ext uri="{FF2B5EF4-FFF2-40B4-BE49-F238E27FC236}">
                <a16:creationId xmlns:a16="http://schemas.microsoft.com/office/drawing/2014/main" id="{7BD8CAB7-1554-C848-A94F-B0B5FE46B2F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518364194"/>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A959DAE7-B533-7C26-06A9-299565EE084B}"/>
              </a:ext>
            </a:extLst>
          </p:cNvPr>
          <p:cNvSpPr>
            <a:spLocks noGrp="1"/>
          </p:cNvSpPr>
          <p:nvPr>
            <p:ph type="body" sz="quarter" idx="27" hasCustomPrompt="1"/>
          </p:nvPr>
        </p:nvSpPr>
        <p:spPr>
          <a:xfrm>
            <a:off x="647700" y="1448687"/>
            <a:ext cx="10877993" cy="480060"/>
          </a:xfrm>
          <a:prstGeom prst="rect">
            <a:avLst/>
          </a:prstGeom>
        </p:spPr>
        <p:txBody>
          <a:bodyPr/>
          <a:lstStyle>
            <a:lvl1pPr>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2" name="Title 1">
            <a:extLst>
              <a:ext uri="{FF2B5EF4-FFF2-40B4-BE49-F238E27FC236}">
                <a16:creationId xmlns:a16="http://schemas.microsoft.com/office/drawing/2014/main" id="{E89CA500-D370-52E9-7C84-63911723C774}"/>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8500256B-E87B-3621-CB3B-AAAFA7AD9F8F}"/>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81C0CBC4-1AC6-BFD8-1409-629859F7A228}"/>
              </a:ext>
            </a:extLst>
          </p:cNvPr>
          <p:cNvGrpSpPr/>
          <p:nvPr userDrawn="1"/>
        </p:nvGrpSpPr>
        <p:grpSpPr>
          <a:xfrm>
            <a:off x="610888" y="6472556"/>
            <a:ext cx="372834" cy="131175"/>
            <a:chOff x="14288" y="2035175"/>
            <a:chExt cx="10039350" cy="3532188"/>
          </a:xfrm>
          <a:solidFill>
            <a:schemeClr val="bg1"/>
          </a:solidFill>
        </p:grpSpPr>
        <p:sp>
          <p:nvSpPr>
            <p:cNvPr id="5" name="Freeform 1">
              <a:extLst>
                <a:ext uri="{FF2B5EF4-FFF2-40B4-BE49-F238E27FC236}">
                  <a16:creationId xmlns:a16="http://schemas.microsoft.com/office/drawing/2014/main" id="{66ACA554-C1C5-67D5-57B2-F595A1C563D2}"/>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2">
              <a:extLst>
                <a:ext uri="{FF2B5EF4-FFF2-40B4-BE49-F238E27FC236}">
                  <a16:creationId xmlns:a16="http://schemas.microsoft.com/office/drawing/2014/main" id="{3DF39D14-7782-1A2A-5247-9C8CA2E041D5}"/>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A87D05A3-DEA1-7407-3651-E72D1EADC562}"/>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C2BFF9DC-8FB6-EFA9-E0C4-9024B4EBD6FE}"/>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5">
              <a:extLst>
                <a:ext uri="{FF2B5EF4-FFF2-40B4-BE49-F238E27FC236}">
                  <a16:creationId xmlns:a16="http://schemas.microsoft.com/office/drawing/2014/main" id="{59D5AB19-68B8-D023-D549-BD20EE3747C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6">
              <a:extLst>
                <a:ext uri="{FF2B5EF4-FFF2-40B4-BE49-F238E27FC236}">
                  <a16:creationId xmlns:a16="http://schemas.microsoft.com/office/drawing/2014/main" id="{82D7ED6D-1BA1-A656-A62E-673BDB4A11B5}"/>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2" name="Footer Placeholder 14">
            <a:extLst>
              <a:ext uri="{FF2B5EF4-FFF2-40B4-BE49-F238E27FC236}">
                <a16:creationId xmlns:a16="http://schemas.microsoft.com/office/drawing/2014/main" id="{01AE70F9-C57B-971B-81B5-20B8C811D816}"/>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5" name="Graphic 14">
            <a:extLst>
              <a:ext uri="{FF2B5EF4-FFF2-40B4-BE49-F238E27FC236}">
                <a16:creationId xmlns:a16="http://schemas.microsoft.com/office/drawing/2014/main" id="{381A1AA8-407F-EDB5-0A3F-9BF6E386171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245336968"/>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Small_Text">
    <p:bg>
      <p:bgPr>
        <a:solidFill>
          <a:schemeClr val="tx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1455701-65C9-97B2-64E0-82F53FA37756}"/>
              </a:ext>
            </a:extLst>
          </p:cNvPr>
          <p:cNvSpPr>
            <a:spLocks noGrp="1"/>
          </p:cNvSpPr>
          <p:nvPr>
            <p:ph type="body" sz="quarter" idx="26" hasCustomPrompt="1"/>
          </p:nvPr>
        </p:nvSpPr>
        <p:spPr>
          <a:xfrm>
            <a:off x="623950" y="1714501"/>
            <a:ext cx="10896600" cy="480060"/>
          </a:xfrm>
          <a:prstGeom prst="rect">
            <a:avLst/>
          </a:prstGeom>
        </p:spPr>
        <p:txBody>
          <a:bodyPr/>
          <a:lstStyle>
            <a:lvl1pPr>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5" name="Text Placeholder 3">
            <a:extLst>
              <a:ext uri="{FF2B5EF4-FFF2-40B4-BE49-F238E27FC236}">
                <a16:creationId xmlns:a16="http://schemas.microsoft.com/office/drawing/2014/main" id="{7F93B36D-BA2E-1899-D9F4-FEAD1083B619}"/>
              </a:ext>
            </a:extLst>
          </p:cNvPr>
          <p:cNvSpPr>
            <a:spLocks noGrp="1"/>
          </p:cNvSpPr>
          <p:nvPr>
            <p:ph type="body" sz="quarter" idx="27" hasCustomPrompt="1"/>
          </p:nvPr>
        </p:nvSpPr>
        <p:spPr>
          <a:xfrm>
            <a:off x="623950" y="2252472"/>
            <a:ext cx="10896600" cy="1136904"/>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When you just have a bunch of type and don’t want to try too hard. Lorem ipsum diam fames </a:t>
            </a:r>
            <a:r>
              <a:rPr lang="en-US" err="1"/>
              <a:t>augue</a:t>
            </a:r>
            <a:r>
              <a:rPr lang="en-US"/>
              <a:t> in </a:t>
            </a:r>
            <a:r>
              <a:rPr lang="en-US" err="1"/>
              <a:t>habitasse</a:t>
            </a:r>
            <a:r>
              <a:rPr lang="en-US"/>
              <a:t> </a:t>
            </a:r>
            <a:r>
              <a:rPr lang="en-US" err="1"/>
              <a:t>tempor</a:t>
            </a:r>
            <a:r>
              <a:rPr lang="en-US"/>
              <a:t> porta, </a:t>
            </a:r>
            <a:r>
              <a:rPr lang="en-US" err="1"/>
              <a:t>eleifend</a:t>
            </a:r>
            <a:r>
              <a:rPr lang="en-US"/>
              <a:t>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 vestibulum </a:t>
            </a:r>
            <a:r>
              <a:rPr lang="en-US" err="1"/>
              <a:t>eu</a:t>
            </a:r>
            <a:r>
              <a:rPr lang="en-US"/>
              <a:t> ac integer, </a:t>
            </a:r>
            <a:r>
              <a:rPr lang="en-US" err="1"/>
              <a:t>tellus</a:t>
            </a:r>
            <a:r>
              <a:rPr lang="en-US"/>
              <a:t> pharetra </a:t>
            </a:r>
            <a:r>
              <a:rPr lang="en-US" err="1"/>
              <a:t>dictumst</a:t>
            </a:r>
            <a:r>
              <a:rPr lang="en-US"/>
              <a:t> </a:t>
            </a:r>
            <a:r>
              <a:rPr lang="en-US" err="1"/>
              <a:t>fusce</a:t>
            </a:r>
            <a:r>
              <a:rPr lang="en-US"/>
              <a:t> </a:t>
            </a:r>
            <a:r>
              <a:rPr lang="en-US" err="1"/>
              <a:t>condimentum</a:t>
            </a:r>
            <a:r>
              <a:rPr lang="en-US"/>
              <a:t> ad </a:t>
            </a:r>
            <a:r>
              <a:rPr lang="en-US" err="1"/>
              <a:t>facilisis</a:t>
            </a:r>
            <a:r>
              <a:rPr lang="en-US"/>
              <a:t>.</a:t>
            </a:r>
          </a:p>
        </p:txBody>
      </p:sp>
      <p:sp>
        <p:nvSpPr>
          <p:cNvPr id="2" name="Title 1">
            <a:extLst>
              <a:ext uri="{FF2B5EF4-FFF2-40B4-BE49-F238E27FC236}">
                <a16:creationId xmlns:a16="http://schemas.microsoft.com/office/drawing/2014/main" id="{4CF63D28-0E5E-0062-2D58-0DFB24370CFB}"/>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7" name="Text Placeholder 10">
            <a:extLst>
              <a:ext uri="{FF2B5EF4-FFF2-40B4-BE49-F238E27FC236}">
                <a16:creationId xmlns:a16="http://schemas.microsoft.com/office/drawing/2014/main" id="{ED30C1D1-EF63-DCB9-32C1-35C115A05511}"/>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94B82A39-EAB6-D2C1-A0A4-FE437D2FA45B}"/>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91AD9C15-C81F-D06C-ED84-5439735CEE8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2">
              <a:extLst>
                <a:ext uri="{FF2B5EF4-FFF2-40B4-BE49-F238E27FC236}">
                  <a16:creationId xmlns:a16="http://schemas.microsoft.com/office/drawing/2014/main" id="{ADEC4FA4-5FD6-970F-0181-11F032C4A123}"/>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3">
              <a:extLst>
                <a:ext uri="{FF2B5EF4-FFF2-40B4-BE49-F238E27FC236}">
                  <a16:creationId xmlns:a16="http://schemas.microsoft.com/office/drawing/2014/main" id="{91F8FF27-0555-CFA1-577F-15AAA092990D}"/>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4">
              <a:extLst>
                <a:ext uri="{FF2B5EF4-FFF2-40B4-BE49-F238E27FC236}">
                  <a16:creationId xmlns:a16="http://schemas.microsoft.com/office/drawing/2014/main" id="{65D3B93F-03EC-009F-2E84-CCE803D7779B}"/>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5">
              <a:extLst>
                <a:ext uri="{FF2B5EF4-FFF2-40B4-BE49-F238E27FC236}">
                  <a16:creationId xmlns:a16="http://schemas.microsoft.com/office/drawing/2014/main" id="{0F6B5EE9-656D-FAEC-39A9-CC7D30021F07}"/>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6">
              <a:extLst>
                <a:ext uri="{FF2B5EF4-FFF2-40B4-BE49-F238E27FC236}">
                  <a16:creationId xmlns:a16="http://schemas.microsoft.com/office/drawing/2014/main" id="{EF641EC1-1304-0F0C-F776-589D3BDC6A9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3" name="Footer Placeholder 14">
            <a:extLst>
              <a:ext uri="{FF2B5EF4-FFF2-40B4-BE49-F238E27FC236}">
                <a16:creationId xmlns:a16="http://schemas.microsoft.com/office/drawing/2014/main" id="{FC80093A-BAD2-643E-A63B-C5095F499EDA}"/>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6" name="Graphic 15">
            <a:extLst>
              <a:ext uri="{FF2B5EF4-FFF2-40B4-BE49-F238E27FC236}">
                <a16:creationId xmlns:a16="http://schemas.microsoft.com/office/drawing/2014/main" id="{EE33A9C9-D696-102B-1C47-58B47603291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641746538"/>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columns+photos_LM">
    <p:bg>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700"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 name="Picture Placeholder 3">
            <a:extLst>
              <a:ext uri="{FF2B5EF4-FFF2-40B4-BE49-F238E27FC236}">
                <a16:creationId xmlns:a16="http://schemas.microsoft.com/office/drawing/2014/main" id="{A4DF3F84-AB7D-CCBF-CE9C-8622CDB3301D}"/>
              </a:ext>
            </a:extLst>
          </p:cNvPr>
          <p:cNvSpPr>
            <a:spLocks noGrp="1"/>
          </p:cNvSpPr>
          <p:nvPr>
            <p:ph type="pic" sz="quarter" idx="31"/>
          </p:nvPr>
        </p:nvSpPr>
        <p:spPr>
          <a:xfrm>
            <a:off x="647699" y="1726692"/>
            <a:ext cx="3361476" cy="1917192"/>
          </a:xfrm>
          <a:prstGeom prst="rect">
            <a:avLst/>
          </a:prstGeom>
        </p:spPr>
        <p:txBody>
          <a:bodyPr/>
          <a:lstStyle>
            <a:lvl1pPr>
              <a:defRPr>
                <a:solidFill>
                  <a:schemeClr val="tx1"/>
                </a:solidFill>
              </a:defRPr>
            </a:lvl1pPr>
          </a:lstStyle>
          <a:p>
            <a:endParaRPr lang="en-US"/>
          </a:p>
        </p:txBody>
      </p:sp>
      <p:sp>
        <p:nvSpPr>
          <p:cNvPr id="4" name="Text Placeholder 4">
            <a:extLst>
              <a:ext uri="{FF2B5EF4-FFF2-40B4-BE49-F238E27FC236}">
                <a16:creationId xmlns:a16="http://schemas.microsoft.com/office/drawing/2014/main" id="{A5B9E3B6-606B-4386-3178-88031FBF9117}"/>
              </a:ext>
            </a:extLst>
          </p:cNvPr>
          <p:cNvSpPr>
            <a:spLocks noGrp="1"/>
          </p:cNvSpPr>
          <p:nvPr>
            <p:ph type="body" sz="quarter" idx="32" hasCustomPrompt="1"/>
          </p:nvPr>
        </p:nvSpPr>
        <p:spPr>
          <a:xfrm>
            <a:off x="4395217"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5" name="Text Placeholder 4">
            <a:extLst>
              <a:ext uri="{FF2B5EF4-FFF2-40B4-BE49-F238E27FC236}">
                <a16:creationId xmlns:a16="http://schemas.microsoft.com/office/drawing/2014/main" id="{3E3A954E-DE2D-00F0-C4ED-0008C326ECA3}"/>
              </a:ext>
            </a:extLst>
          </p:cNvPr>
          <p:cNvSpPr>
            <a:spLocks noGrp="1"/>
          </p:cNvSpPr>
          <p:nvPr>
            <p:ph type="body" sz="quarter" idx="33" hasCustomPrompt="1"/>
          </p:nvPr>
        </p:nvSpPr>
        <p:spPr>
          <a:xfrm>
            <a:off x="4395217"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8" name="Picture Placeholder 3">
            <a:extLst>
              <a:ext uri="{FF2B5EF4-FFF2-40B4-BE49-F238E27FC236}">
                <a16:creationId xmlns:a16="http://schemas.microsoft.com/office/drawing/2014/main" id="{197F8596-9B60-0E1E-695B-F159BEA9E3DD}"/>
              </a:ext>
            </a:extLst>
          </p:cNvPr>
          <p:cNvSpPr>
            <a:spLocks noGrp="1"/>
          </p:cNvSpPr>
          <p:nvPr>
            <p:ph type="pic" sz="quarter" idx="34"/>
          </p:nvPr>
        </p:nvSpPr>
        <p:spPr>
          <a:xfrm>
            <a:off x="4395216" y="1726692"/>
            <a:ext cx="3361476" cy="1917192"/>
          </a:xfrm>
          <a:prstGeom prst="rect">
            <a:avLst/>
          </a:prstGeom>
        </p:spPr>
        <p:txBody>
          <a:bodyPr/>
          <a:lstStyle>
            <a:lvl1pPr>
              <a:defRPr>
                <a:solidFill>
                  <a:schemeClr val="tx1"/>
                </a:solidFill>
              </a:defRPr>
            </a:lvl1pPr>
          </a:lstStyle>
          <a:p>
            <a:endParaRPr lang="en-US"/>
          </a:p>
        </p:txBody>
      </p:sp>
      <p:sp>
        <p:nvSpPr>
          <p:cNvPr id="14" name="Text Placeholder 4">
            <a:extLst>
              <a:ext uri="{FF2B5EF4-FFF2-40B4-BE49-F238E27FC236}">
                <a16:creationId xmlns:a16="http://schemas.microsoft.com/office/drawing/2014/main" id="{9BB6C83D-C556-0782-5061-97C7DD672F22}"/>
              </a:ext>
            </a:extLst>
          </p:cNvPr>
          <p:cNvSpPr>
            <a:spLocks noGrp="1"/>
          </p:cNvSpPr>
          <p:nvPr>
            <p:ph type="body" sz="quarter" idx="35" hasCustomPrompt="1"/>
          </p:nvPr>
        </p:nvSpPr>
        <p:spPr>
          <a:xfrm>
            <a:off x="8141209"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5" name="Text Placeholder 4">
            <a:extLst>
              <a:ext uri="{FF2B5EF4-FFF2-40B4-BE49-F238E27FC236}">
                <a16:creationId xmlns:a16="http://schemas.microsoft.com/office/drawing/2014/main" id="{A4D25C29-AD3E-1278-B083-FCE0D4540152}"/>
              </a:ext>
            </a:extLst>
          </p:cNvPr>
          <p:cNvSpPr>
            <a:spLocks noGrp="1"/>
          </p:cNvSpPr>
          <p:nvPr>
            <p:ph type="body" sz="quarter" idx="36" hasCustomPrompt="1"/>
          </p:nvPr>
        </p:nvSpPr>
        <p:spPr>
          <a:xfrm>
            <a:off x="8141209"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6" name="Picture Placeholder 3">
            <a:extLst>
              <a:ext uri="{FF2B5EF4-FFF2-40B4-BE49-F238E27FC236}">
                <a16:creationId xmlns:a16="http://schemas.microsoft.com/office/drawing/2014/main" id="{66AB8C86-9C9A-0BF1-5545-731713F1DF92}"/>
              </a:ext>
            </a:extLst>
          </p:cNvPr>
          <p:cNvSpPr>
            <a:spLocks noGrp="1"/>
          </p:cNvSpPr>
          <p:nvPr>
            <p:ph type="pic" sz="quarter" idx="37"/>
          </p:nvPr>
        </p:nvSpPr>
        <p:spPr>
          <a:xfrm>
            <a:off x="8141208" y="1726692"/>
            <a:ext cx="3361476" cy="1917192"/>
          </a:xfrm>
          <a:prstGeom prst="rect">
            <a:avLst/>
          </a:prstGeom>
        </p:spPr>
        <p:txBody>
          <a:bodyPr/>
          <a:lstStyle>
            <a:lvl1pPr>
              <a:defRPr>
                <a:solidFill>
                  <a:schemeClr val="tx1"/>
                </a:solidFill>
              </a:defRPr>
            </a:lvl1pPr>
          </a:lstStyle>
          <a:p>
            <a:endParaRPr lang="en-US"/>
          </a:p>
        </p:txBody>
      </p:sp>
      <p:sp>
        <p:nvSpPr>
          <p:cNvPr id="13" name="Title 1">
            <a:extLst>
              <a:ext uri="{FF2B5EF4-FFF2-40B4-BE49-F238E27FC236}">
                <a16:creationId xmlns:a16="http://schemas.microsoft.com/office/drawing/2014/main" id="{B93A80DB-E513-CACD-FC9E-FDC411C1F82B}"/>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7" name="Text Placeholder 10">
            <a:extLst>
              <a:ext uri="{FF2B5EF4-FFF2-40B4-BE49-F238E27FC236}">
                <a16:creationId xmlns:a16="http://schemas.microsoft.com/office/drawing/2014/main" id="{4F3496D3-1E8A-6F7A-E217-4313185C8D82}"/>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416399861"/>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columns+photos">
    <p:bg>
      <p:bgPr>
        <a:solidFill>
          <a:schemeClr val="tx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700"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 name="Picture Placeholder 3">
            <a:extLst>
              <a:ext uri="{FF2B5EF4-FFF2-40B4-BE49-F238E27FC236}">
                <a16:creationId xmlns:a16="http://schemas.microsoft.com/office/drawing/2014/main" id="{A4DF3F84-AB7D-CCBF-CE9C-8622CDB3301D}"/>
              </a:ext>
            </a:extLst>
          </p:cNvPr>
          <p:cNvSpPr>
            <a:spLocks noGrp="1"/>
          </p:cNvSpPr>
          <p:nvPr>
            <p:ph type="pic" sz="quarter" idx="31"/>
          </p:nvPr>
        </p:nvSpPr>
        <p:spPr>
          <a:xfrm>
            <a:off x="647699" y="1726692"/>
            <a:ext cx="3361476" cy="1917192"/>
          </a:xfrm>
          <a:prstGeom prst="rect">
            <a:avLst/>
          </a:prstGeom>
        </p:spPr>
        <p:txBody>
          <a:bodyPr/>
          <a:lstStyle/>
          <a:p>
            <a:endParaRPr lang="en-US"/>
          </a:p>
        </p:txBody>
      </p:sp>
      <p:sp>
        <p:nvSpPr>
          <p:cNvPr id="4" name="Text Placeholder 4">
            <a:extLst>
              <a:ext uri="{FF2B5EF4-FFF2-40B4-BE49-F238E27FC236}">
                <a16:creationId xmlns:a16="http://schemas.microsoft.com/office/drawing/2014/main" id="{A5B9E3B6-606B-4386-3178-88031FBF9117}"/>
              </a:ext>
            </a:extLst>
          </p:cNvPr>
          <p:cNvSpPr>
            <a:spLocks noGrp="1"/>
          </p:cNvSpPr>
          <p:nvPr>
            <p:ph type="body" sz="quarter" idx="32" hasCustomPrompt="1"/>
          </p:nvPr>
        </p:nvSpPr>
        <p:spPr>
          <a:xfrm>
            <a:off x="4395217"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5" name="Text Placeholder 4">
            <a:extLst>
              <a:ext uri="{FF2B5EF4-FFF2-40B4-BE49-F238E27FC236}">
                <a16:creationId xmlns:a16="http://schemas.microsoft.com/office/drawing/2014/main" id="{3E3A954E-DE2D-00F0-C4ED-0008C326ECA3}"/>
              </a:ext>
            </a:extLst>
          </p:cNvPr>
          <p:cNvSpPr>
            <a:spLocks noGrp="1"/>
          </p:cNvSpPr>
          <p:nvPr>
            <p:ph type="body" sz="quarter" idx="33" hasCustomPrompt="1"/>
          </p:nvPr>
        </p:nvSpPr>
        <p:spPr>
          <a:xfrm>
            <a:off x="4395217"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8" name="Picture Placeholder 3">
            <a:extLst>
              <a:ext uri="{FF2B5EF4-FFF2-40B4-BE49-F238E27FC236}">
                <a16:creationId xmlns:a16="http://schemas.microsoft.com/office/drawing/2014/main" id="{197F8596-9B60-0E1E-695B-F159BEA9E3DD}"/>
              </a:ext>
            </a:extLst>
          </p:cNvPr>
          <p:cNvSpPr>
            <a:spLocks noGrp="1"/>
          </p:cNvSpPr>
          <p:nvPr>
            <p:ph type="pic" sz="quarter" idx="34"/>
          </p:nvPr>
        </p:nvSpPr>
        <p:spPr>
          <a:xfrm>
            <a:off x="4395216" y="1726692"/>
            <a:ext cx="3361476" cy="1917192"/>
          </a:xfrm>
          <a:prstGeom prst="rect">
            <a:avLst/>
          </a:prstGeom>
        </p:spPr>
        <p:txBody>
          <a:bodyPr/>
          <a:lstStyle/>
          <a:p>
            <a:endParaRPr lang="en-US"/>
          </a:p>
        </p:txBody>
      </p:sp>
      <p:sp>
        <p:nvSpPr>
          <p:cNvPr id="14" name="Text Placeholder 4">
            <a:extLst>
              <a:ext uri="{FF2B5EF4-FFF2-40B4-BE49-F238E27FC236}">
                <a16:creationId xmlns:a16="http://schemas.microsoft.com/office/drawing/2014/main" id="{9BB6C83D-C556-0782-5061-97C7DD672F22}"/>
              </a:ext>
            </a:extLst>
          </p:cNvPr>
          <p:cNvSpPr>
            <a:spLocks noGrp="1"/>
          </p:cNvSpPr>
          <p:nvPr>
            <p:ph type="body" sz="quarter" idx="35" hasCustomPrompt="1"/>
          </p:nvPr>
        </p:nvSpPr>
        <p:spPr>
          <a:xfrm>
            <a:off x="8141209"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5" name="Text Placeholder 4">
            <a:extLst>
              <a:ext uri="{FF2B5EF4-FFF2-40B4-BE49-F238E27FC236}">
                <a16:creationId xmlns:a16="http://schemas.microsoft.com/office/drawing/2014/main" id="{A4D25C29-AD3E-1278-B083-FCE0D4540152}"/>
              </a:ext>
            </a:extLst>
          </p:cNvPr>
          <p:cNvSpPr>
            <a:spLocks noGrp="1"/>
          </p:cNvSpPr>
          <p:nvPr>
            <p:ph type="body" sz="quarter" idx="36" hasCustomPrompt="1"/>
          </p:nvPr>
        </p:nvSpPr>
        <p:spPr>
          <a:xfrm>
            <a:off x="8141209"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6" name="Picture Placeholder 3">
            <a:extLst>
              <a:ext uri="{FF2B5EF4-FFF2-40B4-BE49-F238E27FC236}">
                <a16:creationId xmlns:a16="http://schemas.microsoft.com/office/drawing/2014/main" id="{66AB8C86-9C9A-0BF1-5545-731713F1DF92}"/>
              </a:ext>
            </a:extLst>
          </p:cNvPr>
          <p:cNvSpPr>
            <a:spLocks noGrp="1"/>
          </p:cNvSpPr>
          <p:nvPr>
            <p:ph type="pic" sz="quarter" idx="37"/>
          </p:nvPr>
        </p:nvSpPr>
        <p:spPr>
          <a:xfrm>
            <a:off x="8141208" y="1726692"/>
            <a:ext cx="3361476" cy="1917192"/>
          </a:xfrm>
          <a:prstGeom prst="rect">
            <a:avLst/>
          </a:prstGeom>
        </p:spPr>
        <p:txBody>
          <a:bodyPr/>
          <a:lstStyle/>
          <a:p>
            <a:endParaRPr lang="en-US"/>
          </a:p>
        </p:txBody>
      </p:sp>
      <p:sp>
        <p:nvSpPr>
          <p:cNvPr id="10" name="Title 1">
            <a:extLst>
              <a:ext uri="{FF2B5EF4-FFF2-40B4-BE49-F238E27FC236}">
                <a16:creationId xmlns:a16="http://schemas.microsoft.com/office/drawing/2014/main" id="{5F5E470F-F86B-CBD2-28BC-A054B75813AA}"/>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1" name="Text Placeholder 10">
            <a:extLst>
              <a:ext uri="{FF2B5EF4-FFF2-40B4-BE49-F238E27FC236}">
                <a16:creationId xmlns:a16="http://schemas.microsoft.com/office/drawing/2014/main" id="{EF3CE6A5-BFC5-9D79-F7DA-7A7A537B45A6}"/>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82845736-B929-6752-72A4-9ABE42FBA2CA}"/>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1D3913A9-8637-A357-7F9C-3778BBDAAA32}"/>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2">
              <a:extLst>
                <a:ext uri="{FF2B5EF4-FFF2-40B4-BE49-F238E27FC236}">
                  <a16:creationId xmlns:a16="http://schemas.microsoft.com/office/drawing/2014/main" id="{0D57BED9-EDCD-F125-689C-14E3E8101622}"/>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3">
              <a:extLst>
                <a:ext uri="{FF2B5EF4-FFF2-40B4-BE49-F238E27FC236}">
                  <a16:creationId xmlns:a16="http://schemas.microsoft.com/office/drawing/2014/main" id="{079D1940-D81B-36BD-0AFF-A22863D67EA2}"/>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7" name="Freeform 4">
              <a:extLst>
                <a:ext uri="{FF2B5EF4-FFF2-40B4-BE49-F238E27FC236}">
                  <a16:creationId xmlns:a16="http://schemas.microsoft.com/office/drawing/2014/main" id="{A1695757-04A8-19C8-3C5D-BBE4A967162C}"/>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8" name="Freeform 5">
              <a:extLst>
                <a:ext uri="{FF2B5EF4-FFF2-40B4-BE49-F238E27FC236}">
                  <a16:creationId xmlns:a16="http://schemas.microsoft.com/office/drawing/2014/main" id="{6F3E64CA-A5B5-4C1D-5E41-A54DF0D61448}"/>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9" name="Freeform 6">
              <a:extLst>
                <a:ext uri="{FF2B5EF4-FFF2-40B4-BE49-F238E27FC236}">
                  <a16:creationId xmlns:a16="http://schemas.microsoft.com/office/drawing/2014/main" id="{7E9FE5AB-E08C-4219-4E3E-FB954C32DFF5}"/>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0" name="Footer Placeholder 14">
            <a:extLst>
              <a:ext uri="{FF2B5EF4-FFF2-40B4-BE49-F238E27FC236}">
                <a16:creationId xmlns:a16="http://schemas.microsoft.com/office/drawing/2014/main" id="{F369679F-2BF0-B53F-A0B0-9BFF32BF30F7}"/>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3" name="Graphic 22">
            <a:extLst>
              <a:ext uri="{FF2B5EF4-FFF2-40B4-BE49-F238E27FC236}">
                <a16:creationId xmlns:a16="http://schemas.microsoft.com/office/drawing/2014/main" id="{A22B308C-0BBA-A421-A667-8C8137560C2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89941596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Columns + pictures">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70651C10-E6D0-184A-4CCE-B537C25CD2C2}"/>
              </a:ext>
            </a:extLst>
          </p:cNvPr>
          <p:cNvSpPr>
            <a:spLocks noGrp="1"/>
          </p:cNvSpPr>
          <p:nvPr>
            <p:ph type="body" sz="quarter" idx="26" hasCustomPrompt="1"/>
          </p:nvPr>
        </p:nvSpPr>
        <p:spPr>
          <a:xfrm>
            <a:off x="647700" y="342351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1" name="Text Placeholder 4">
            <a:extLst>
              <a:ext uri="{FF2B5EF4-FFF2-40B4-BE49-F238E27FC236}">
                <a16:creationId xmlns:a16="http://schemas.microsoft.com/office/drawing/2014/main" id="{A7813D84-3CE5-9D8C-404E-15FB381BA3CC}"/>
              </a:ext>
            </a:extLst>
          </p:cNvPr>
          <p:cNvSpPr>
            <a:spLocks noGrp="1"/>
          </p:cNvSpPr>
          <p:nvPr>
            <p:ph type="body" sz="quarter" idx="27" hasCustomPrompt="1"/>
          </p:nvPr>
        </p:nvSpPr>
        <p:spPr>
          <a:xfrm>
            <a:off x="647700" y="4153711"/>
            <a:ext cx="2400300" cy="1598771"/>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a:t>
            </a:r>
          </a:p>
        </p:txBody>
      </p:sp>
      <p:sp>
        <p:nvSpPr>
          <p:cNvPr id="22" name="Picture Placeholder 3">
            <a:extLst>
              <a:ext uri="{FF2B5EF4-FFF2-40B4-BE49-F238E27FC236}">
                <a16:creationId xmlns:a16="http://schemas.microsoft.com/office/drawing/2014/main" id="{A62CCDE8-5A44-EA8E-2C4E-42BC870A3105}"/>
              </a:ext>
            </a:extLst>
          </p:cNvPr>
          <p:cNvSpPr>
            <a:spLocks noGrp="1"/>
          </p:cNvSpPr>
          <p:nvPr>
            <p:ph type="pic" sz="quarter" idx="31"/>
          </p:nvPr>
        </p:nvSpPr>
        <p:spPr>
          <a:xfrm>
            <a:off x="647700" y="1752600"/>
            <a:ext cx="2404872" cy="1371600"/>
          </a:xfrm>
          <a:prstGeom prst="rect">
            <a:avLst/>
          </a:prstGeom>
        </p:spPr>
        <p:txBody>
          <a:bodyPr/>
          <a:lstStyle>
            <a:lvl1pPr>
              <a:defRPr>
                <a:solidFill>
                  <a:schemeClr val="tx1"/>
                </a:solidFill>
              </a:defRPr>
            </a:lvl1pPr>
          </a:lstStyle>
          <a:p>
            <a:endParaRPr lang="en-US"/>
          </a:p>
        </p:txBody>
      </p:sp>
      <p:sp>
        <p:nvSpPr>
          <p:cNvPr id="23" name="Text Placeholder 4">
            <a:extLst>
              <a:ext uri="{FF2B5EF4-FFF2-40B4-BE49-F238E27FC236}">
                <a16:creationId xmlns:a16="http://schemas.microsoft.com/office/drawing/2014/main" id="{724051B0-CDDF-A2A1-C779-981883FCB294}"/>
              </a:ext>
            </a:extLst>
          </p:cNvPr>
          <p:cNvSpPr>
            <a:spLocks noGrp="1"/>
          </p:cNvSpPr>
          <p:nvPr>
            <p:ph type="body" sz="quarter" idx="32" hasCustomPrompt="1"/>
          </p:nvPr>
        </p:nvSpPr>
        <p:spPr>
          <a:xfrm>
            <a:off x="3453384" y="342351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8" name="Text Placeholder 4">
            <a:extLst>
              <a:ext uri="{FF2B5EF4-FFF2-40B4-BE49-F238E27FC236}">
                <a16:creationId xmlns:a16="http://schemas.microsoft.com/office/drawing/2014/main" id="{17CC9F5A-2D56-4168-1379-DE68E1C18011}"/>
              </a:ext>
            </a:extLst>
          </p:cNvPr>
          <p:cNvSpPr>
            <a:spLocks noGrp="1"/>
          </p:cNvSpPr>
          <p:nvPr>
            <p:ph type="body" sz="quarter" idx="33" hasCustomPrompt="1"/>
          </p:nvPr>
        </p:nvSpPr>
        <p:spPr>
          <a:xfrm>
            <a:off x="3453384" y="4153711"/>
            <a:ext cx="2400300" cy="1598771"/>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a:t>
            </a:r>
          </a:p>
        </p:txBody>
      </p:sp>
      <p:sp>
        <p:nvSpPr>
          <p:cNvPr id="29" name="Picture Placeholder 3">
            <a:extLst>
              <a:ext uri="{FF2B5EF4-FFF2-40B4-BE49-F238E27FC236}">
                <a16:creationId xmlns:a16="http://schemas.microsoft.com/office/drawing/2014/main" id="{18E9ADD5-127B-9C70-81D7-63958604995E}"/>
              </a:ext>
            </a:extLst>
          </p:cNvPr>
          <p:cNvSpPr>
            <a:spLocks noGrp="1"/>
          </p:cNvSpPr>
          <p:nvPr>
            <p:ph type="pic" sz="quarter" idx="34"/>
          </p:nvPr>
        </p:nvSpPr>
        <p:spPr>
          <a:xfrm>
            <a:off x="3453384" y="1752600"/>
            <a:ext cx="2404872" cy="1371600"/>
          </a:xfrm>
          <a:prstGeom prst="rect">
            <a:avLst/>
          </a:prstGeom>
        </p:spPr>
        <p:txBody>
          <a:bodyPr/>
          <a:lstStyle>
            <a:lvl1pPr>
              <a:defRPr>
                <a:solidFill>
                  <a:schemeClr val="tx1"/>
                </a:solidFill>
              </a:defRPr>
            </a:lvl1pPr>
          </a:lstStyle>
          <a:p>
            <a:endParaRPr lang="en-US"/>
          </a:p>
        </p:txBody>
      </p:sp>
      <p:sp>
        <p:nvSpPr>
          <p:cNvPr id="30" name="Text Placeholder 4">
            <a:extLst>
              <a:ext uri="{FF2B5EF4-FFF2-40B4-BE49-F238E27FC236}">
                <a16:creationId xmlns:a16="http://schemas.microsoft.com/office/drawing/2014/main" id="{FC2A8712-0672-4EF8-0EFF-28786D5E1DC7}"/>
              </a:ext>
            </a:extLst>
          </p:cNvPr>
          <p:cNvSpPr>
            <a:spLocks noGrp="1"/>
          </p:cNvSpPr>
          <p:nvPr>
            <p:ph type="body" sz="quarter" idx="35" hasCustomPrompt="1"/>
          </p:nvPr>
        </p:nvSpPr>
        <p:spPr>
          <a:xfrm>
            <a:off x="6272784" y="342351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31" name="Text Placeholder 4">
            <a:extLst>
              <a:ext uri="{FF2B5EF4-FFF2-40B4-BE49-F238E27FC236}">
                <a16:creationId xmlns:a16="http://schemas.microsoft.com/office/drawing/2014/main" id="{4431CAEC-1F68-EECF-616E-FFB2851E5F83}"/>
              </a:ext>
            </a:extLst>
          </p:cNvPr>
          <p:cNvSpPr>
            <a:spLocks noGrp="1"/>
          </p:cNvSpPr>
          <p:nvPr>
            <p:ph type="body" sz="quarter" idx="36" hasCustomPrompt="1"/>
          </p:nvPr>
        </p:nvSpPr>
        <p:spPr>
          <a:xfrm>
            <a:off x="6272784" y="4153711"/>
            <a:ext cx="2400300" cy="1367939"/>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a:t>
            </a:r>
          </a:p>
        </p:txBody>
      </p:sp>
      <p:sp>
        <p:nvSpPr>
          <p:cNvPr id="32" name="Picture Placeholder 3">
            <a:extLst>
              <a:ext uri="{FF2B5EF4-FFF2-40B4-BE49-F238E27FC236}">
                <a16:creationId xmlns:a16="http://schemas.microsoft.com/office/drawing/2014/main" id="{A130B46C-A975-0693-4E58-1B798597C63C}"/>
              </a:ext>
            </a:extLst>
          </p:cNvPr>
          <p:cNvSpPr>
            <a:spLocks noGrp="1"/>
          </p:cNvSpPr>
          <p:nvPr>
            <p:ph type="pic" sz="quarter" idx="37"/>
          </p:nvPr>
        </p:nvSpPr>
        <p:spPr>
          <a:xfrm>
            <a:off x="6272784" y="1752600"/>
            <a:ext cx="2404872" cy="1371600"/>
          </a:xfrm>
          <a:prstGeom prst="rect">
            <a:avLst/>
          </a:prstGeom>
        </p:spPr>
        <p:txBody>
          <a:bodyPr/>
          <a:lstStyle>
            <a:lvl1pPr>
              <a:defRPr>
                <a:solidFill>
                  <a:schemeClr val="tx1"/>
                </a:solidFill>
              </a:defRPr>
            </a:lvl1pPr>
          </a:lstStyle>
          <a:p>
            <a:endParaRPr lang="en-US"/>
          </a:p>
        </p:txBody>
      </p:sp>
      <p:sp>
        <p:nvSpPr>
          <p:cNvPr id="33" name="Text Placeholder 4">
            <a:extLst>
              <a:ext uri="{FF2B5EF4-FFF2-40B4-BE49-F238E27FC236}">
                <a16:creationId xmlns:a16="http://schemas.microsoft.com/office/drawing/2014/main" id="{5489BE05-F5D4-D692-2737-A031D19E8F7C}"/>
              </a:ext>
            </a:extLst>
          </p:cNvPr>
          <p:cNvSpPr>
            <a:spLocks noGrp="1"/>
          </p:cNvSpPr>
          <p:nvPr>
            <p:ph type="body" sz="quarter" idx="38" hasCustomPrompt="1"/>
          </p:nvPr>
        </p:nvSpPr>
        <p:spPr>
          <a:xfrm>
            <a:off x="9055608" y="342351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34" name="Text Placeholder 4">
            <a:extLst>
              <a:ext uri="{FF2B5EF4-FFF2-40B4-BE49-F238E27FC236}">
                <a16:creationId xmlns:a16="http://schemas.microsoft.com/office/drawing/2014/main" id="{E7D9DAC9-CD4E-AC01-7AFF-53A067526108}"/>
              </a:ext>
            </a:extLst>
          </p:cNvPr>
          <p:cNvSpPr>
            <a:spLocks noGrp="1"/>
          </p:cNvSpPr>
          <p:nvPr>
            <p:ph type="body" sz="quarter" idx="39" hasCustomPrompt="1"/>
          </p:nvPr>
        </p:nvSpPr>
        <p:spPr>
          <a:xfrm>
            <a:off x="9055608" y="4153711"/>
            <a:ext cx="2400300" cy="1367939"/>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endParaRPr lang="en-US"/>
          </a:p>
        </p:txBody>
      </p:sp>
      <p:sp>
        <p:nvSpPr>
          <p:cNvPr id="35" name="Picture Placeholder 3">
            <a:extLst>
              <a:ext uri="{FF2B5EF4-FFF2-40B4-BE49-F238E27FC236}">
                <a16:creationId xmlns:a16="http://schemas.microsoft.com/office/drawing/2014/main" id="{8864BB58-D0FC-A84E-6645-2015C47992DF}"/>
              </a:ext>
            </a:extLst>
          </p:cNvPr>
          <p:cNvSpPr>
            <a:spLocks noGrp="1"/>
          </p:cNvSpPr>
          <p:nvPr>
            <p:ph type="pic" sz="quarter" idx="40"/>
          </p:nvPr>
        </p:nvSpPr>
        <p:spPr>
          <a:xfrm>
            <a:off x="9055608" y="1752600"/>
            <a:ext cx="2404872" cy="1371600"/>
          </a:xfrm>
          <a:prstGeom prst="rect">
            <a:avLst/>
          </a:prstGeom>
        </p:spPr>
        <p:txBody>
          <a:bodyPr/>
          <a:lstStyle>
            <a:lvl1pPr>
              <a:defRPr>
                <a:solidFill>
                  <a:schemeClr val="tx1"/>
                </a:solidFill>
              </a:defRPr>
            </a:lvl1pPr>
          </a:lstStyle>
          <a:p>
            <a:endParaRPr lang="en-US"/>
          </a:p>
        </p:txBody>
      </p:sp>
      <p:sp>
        <p:nvSpPr>
          <p:cNvPr id="36" name="TextBox 35">
            <a:extLst>
              <a:ext uri="{FF2B5EF4-FFF2-40B4-BE49-F238E27FC236}">
                <a16:creationId xmlns:a16="http://schemas.microsoft.com/office/drawing/2014/main" id="{4A45DFC6-6067-D9E4-45B1-0794AF4DB612}"/>
              </a:ext>
            </a:extLst>
          </p:cNvPr>
          <p:cNvSpPr txBox="1"/>
          <p:nvPr userDrawn="1"/>
        </p:nvSpPr>
        <p:spPr>
          <a:xfrm>
            <a:off x="355600" y="12700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37" name="Title 1">
            <a:extLst>
              <a:ext uri="{FF2B5EF4-FFF2-40B4-BE49-F238E27FC236}">
                <a16:creationId xmlns:a16="http://schemas.microsoft.com/office/drawing/2014/main" id="{A4C6AE97-3EF6-342A-73F5-8CAE83849603}"/>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38" name="Text Placeholder 10">
            <a:extLst>
              <a:ext uri="{FF2B5EF4-FFF2-40B4-BE49-F238E27FC236}">
                <a16:creationId xmlns:a16="http://schemas.microsoft.com/office/drawing/2014/main" id="{61F69F81-79F3-DBE8-1E3C-BD7CA8218B8F}"/>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345438515"/>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columns with images">
    <p:bg>
      <p:bgPr>
        <a:solidFill>
          <a:schemeClr val="tx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3185407"/>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47700" y="3915606"/>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47700" y="1514495"/>
            <a:ext cx="2404872" cy="1371600"/>
          </a:xfrm>
          <a:prstGeom prst="rect">
            <a:avLst/>
          </a:prstGeom>
        </p:spPr>
        <p:txBody>
          <a:bodyPr/>
          <a:lstStyle/>
          <a:p>
            <a:endParaRPr lang="en-US"/>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53384" y="3185407"/>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53384" y="3915606"/>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7" name="Picture Placeholder 3">
            <a:extLst>
              <a:ext uri="{FF2B5EF4-FFF2-40B4-BE49-F238E27FC236}">
                <a16:creationId xmlns:a16="http://schemas.microsoft.com/office/drawing/2014/main" id="{5D3BEB48-F134-5C30-6B6D-9CE9C41CC7FD}"/>
              </a:ext>
            </a:extLst>
          </p:cNvPr>
          <p:cNvSpPr>
            <a:spLocks noGrp="1"/>
          </p:cNvSpPr>
          <p:nvPr>
            <p:ph type="pic" sz="quarter" idx="34"/>
          </p:nvPr>
        </p:nvSpPr>
        <p:spPr>
          <a:xfrm>
            <a:off x="3453384" y="1514495"/>
            <a:ext cx="2404872" cy="1371600"/>
          </a:xfrm>
          <a:prstGeom prst="rect">
            <a:avLst/>
          </a:prstGeom>
        </p:spPr>
        <p:txBody>
          <a:bodyPr/>
          <a:lstStyle/>
          <a:p>
            <a:endParaRPr lang="en-US"/>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72784" y="3185407"/>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72784" y="3915606"/>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5" name="Picture Placeholder 3">
            <a:extLst>
              <a:ext uri="{FF2B5EF4-FFF2-40B4-BE49-F238E27FC236}">
                <a16:creationId xmlns:a16="http://schemas.microsoft.com/office/drawing/2014/main" id="{0BA6217C-C15D-5705-1523-51C7EE9D2745}"/>
              </a:ext>
            </a:extLst>
          </p:cNvPr>
          <p:cNvSpPr>
            <a:spLocks noGrp="1"/>
          </p:cNvSpPr>
          <p:nvPr>
            <p:ph type="pic" sz="quarter" idx="37"/>
          </p:nvPr>
        </p:nvSpPr>
        <p:spPr>
          <a:xfrm>
            <a:off x="6272784" y="1514495"/>
            <a:ext cx="2404872" cy="1371600"/>
          </a:xfrm>
          <a:prstGeom prst="rect">
            <a:avLst/>
          </a:prstGeom>
        </p:spPr>
        <p:txBody>
          <a:bodyPr/>
          <a:lstStyle/>
          <a:p>
            <a:endParaRPr lang="en-US"/>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3185407"/>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3915606"/>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8" name="Picture Placeholder 3">
            <a:extLst>
              <a:ext uri="{FF2B5EF4-FFF2-40B4-BE49-F238E27FC236}">
                <a16:creationId xmlns:a16="http://schemas.microsoft.com/office/drawing/2014/main" id="{10FD9B17-7D3A-73D7-A51D-A3A5FF8DA3BC}"/>
              </a:ext>
            </a:extLst>
          </p:cNvPr>
          <p:cNvSpPr>
            <a:spLocks noGrp="1"/>
          </p:cNvSpPr>
          <p:nvPr>
            <p:ph type="pic" sz="quarter" idx="40"/>
          </p:nvPr>
        </p:nvSpPr>
        <p:spPr>
          <a:xfrm>
            <a:off x="9055608" y="1514495"/>
            <a:ext cx="2404872" cy="1371600"/>
          </a:xfrm>
          <a:prstGeom prst="rect">
            <a:avLst/>
          </a:prstGeom>
        </p:spPr>
        <p:txBody>
          <a:bodyPr/>
          <a:lstStyle/>
          <a:p>
            <a:endParaRPr lang="en-US"/>
          </a:p>
        </p:txBody>
      </p:sp>
      <p:sp>
        <p:nvSpPr>
          <p:cNvPr id="11" name="Title 1">
            <a:extLst>
              <a:ext uri="{FF2B5EF4-FFF2-40B4-BE49-F238E27FC236}">
                <a16:creationId xmlns:a16="http://schemas.microsoft.com/office/drawing/2014/main" id="{C757573A-2E3E-A30C-D95D-AAC6A59ECF45}"/>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2" name="Text Placeholder 10">
            <a:extLst>
              <a:ext uri="{FF2B5EF4-FFF2-40B4-BE49-F238E27FC236}">
                <a16:creationId xmlns:a16="http://schemas.microsoft.com/office/drawing/2014/main" id="{283163BB-DE9A-940B-8DCA-5B0E1392B072}"/>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8EA3D33B-9AF2-AE2A-BE82-FE57F6BBB701}"/>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A72E6A5F-D67F-9581-8D00-D9CF6832D8FB}"/>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2">
              <a:extLst>
                <a:ext uri="{FF2B5EF4-FFF2-40B4-BE49-F238E27FC236}">
                  <a16:creationId xmlns:a16="http://schemas.microsoft.com/office/drawing/2014/main" id="{03DCE5C9-77EF-F14A-2998-878504D9A73D}"/>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9" name="Freeform 3">
              <a:extLst>
                <a:ext uri="{FF2B5EF4-FFF2-40B4-BE49-F238E27FC236}">
                  <a16:creationId xmlns:a16="http://schemas.microsoft.com/office/drawing/2014/main" id="{CAA1EDB7-FF4F-C5B6-D5A1-3873CB3F7C48}"/>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0" name="Freeform 4">
              <a:extLst>
                <a:ext uri="{FF2B5EF4-FFF2-40B4-BE49-F238E27FC236}">
                  <a16:creationId xmlns:a16="http://schemas.microsoft.com/office/drawing/2014/main" id="{942D6DC7-58F1-6297-1C4B-96E91142EA81}"/>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5">
              <a:extLst>
                <a:ext uri="{FF2B5EF4-FFF2-40B4-BE49-F238E27FC236}">
                  <a16:creationId xmlns:a16="http://schemas.microsoft.com/office/drawing/2014/main" id="{21A808F1-6531-C955-6713-56373013A2A2}"/>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6">
              <a:extLst>
                <a:ext uri="{FF2B5EF4-FFF2-40B4-BE49-F238E27FC236}">
                  <a16:creationId xmlns:a16="http://schemas.microsoft.com/office/drawing/2014/main" id="{A08AD016-744B-E9C0-2B4F-C768C138668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3" name="Footer Placeholder 14">
            <a:extLst>
              <a:ext uri="{FF2B5EF4-FFF2-40B4-BE49-F238E27FC236}">
                <a16:creationId xmlns:a16="http://schemas.microsoft.com/office/drawing/2014/main" id="{084ED5BE-D18C-F194-4149-77B2ED4F943F}"/>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6" name="Graphic 25">
            <a:extLst>
              <a:ext uri="{FF2B5EF4-FFF2-40B4-BE49-F238E27FC236}">
                <a16:creationId xmlns:a16="http://schemas.microsoft.com/office/drawing/2014/main" id="{77CFE5E6-A3D8-1B22-0D6B-9CC9FC99AF9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038846018"/>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column_text_LM">
    <p:bg>
      <p:bgPr>
        <a:solidFill>
          <a:schemeClr val="bg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47700"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533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533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727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727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2" name="Title 1">
            <a:extLst>
              <a:ext uri="{FF2B5EF4-FFF2-40B4-BE49-F238E27FC236}">
                <a16:creationId xmlns:a16="http://schemas.microsoft.com/office/drawing/2014/main" id="{31F95F3A-7B10-D333-C597-76CA219379DE}"/>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3" name="Text Placeholder 10">
            <a:extLst>
              <a:ext uri="{FF2B5EF4-FFF2-40B4-BE49-F238E27FC236}">
                <a16:creationId xmlns:a16="http://schemas.microsoft.com/office/drawing/2014/main" id="{8B3584CA-4A15-8168-99B7-4B007706728F}"/>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7465419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column_text">
    <p:bg>
      <p:bgPr>
        <a:solidFill>
          <a:schemeClr val="tx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47700"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533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533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727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727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4" name="Title 1">
            <a:extLst>
              <a:ext uri="{FF2B5EF4-FFF2-40B4-BE49-F238E27FC236}">
                <a16:creationId xmlns:a16="http://schemas.microsoft.com/office/drawing/2014/main" id="{509AEB2E-B10F-EAEA-3116-5F545829842C}"/>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7" name="Text Placeholder 10">
            <a:extLst>
              <a:ext uri="{FF2B5EF4-FFF2-40B4-BE49-F238E27FC236}">
                <a16:creationId xmlns:a16="http://schemas.microsoft.com/office/drawing/2014/main" id="{079054C7-4A34-8441-0C85-61DD276EFC21}"/>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9CC8E5F9-D9E6-F585-D94C-8122E06146E0}"/>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8BA3206A-F0E8-EB4C-B2DA-8234F9D98263}"/>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2">
              <a:extLst>
                <a:ext uri="{FF2B5EF4-FFF2-40B4-BE49-F238E27FC236}">
                  <a16:creationId xmlns:a16="http://schemas.microsoft.com/office/drawing/2014/main" id="{799FCC17-2431-A157-4B66-B981AB2955E2}"/>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3">
              <a:extLst>
                <a:ext uri="{FF2B5EF4-FFF2-40B4-BE49-F238E27FC236}">
                  <a16:creationId xmlns:a16="http://schemas.microsoft.com/office/drawing/2014/main" id="{774A4960-ED5F-6430-09AE-D94689F280E7}"/>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4">
              <a:extLst>
                <a:ext uri="{FF2B5EF4-FFF2-40B4-BE49-F238E27FC236}">
                  <a16:creationId xmlns:a16="http://schemas.microsoft.com/office/drawing/2014/main" id="{2B8F30A1-B916-309D-1686-5E2FA6C9F4B3}"/>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5C2DA645-FACA-3538-9B53-6999687D1327}"/>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8" name="Freeform 6">
              <a:extLst>
                <a:ext uri="{FF2B5EF4-FFF2-40B4-BE49-F238E27FC236}">
                  <a16:creationId xmlns:a16="http://schemas.microsoft.com/office/drawing/2014/main" id="{464CCA50-30C7-11E9-568B-59036016A0A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9" name="Footer Placeholder 14">
            <a:extLst>
              <a:ext uri="{FF2B5EF4-FFF2-40B4-BE49-F238E27FC236}">
                <a16:creationId xmlns:a16="http://schemas.microsoft.com/office/drawing/2014/main" id="{F2334471-9E1B-0D9C-64E3-DE2DBF6BE37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2" name="Graphic 21">
            <a:extLst>
              <a:ext uri="{FF2B5EF4-FFF2-40B4-BE49-F238E27FC236}">
                <a16:creationId xmlns:a16="http://schemas.microsoft.com/office/drawing/2014/main" id="{49EECED6-A168-19F8-A97C-C60A86D7CF6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670134021"/>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Col_1_Photo_LM">
    <p:bg>
      <p:bgPr>
        <a:solidFill>
          <a:schemeClr val="bg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47700" y="2682874"/>
            <a:ext cx="3363468" cy="3035173"/>
          </a:xfrm>
          <a:prstGeom prst="rect">
            <a:avLst/>
          </a:prstGeom>
        </p:spPr>
        <p:txBody>
          <a:bodyPr/>
          <a:lstStyle>
            <a:lvl1pPr>
              <a:defRPr>
                <a:solidFill>
                  <a:schemeClr val="tx1"/>
                </a:solidFill>
              </a:defRPr>
            </a:lvl1pPr>
          </a:lstStyle>
          <a:p>
            <a:endParaRPr lang="en-US"/>
          </a:p>
        </p:txBody>
      </p:sp>
      <p:sp>
        <p:nvSpPr>
          <p:cNvPr id="8" name="Title 1">
            <a:extLst>
              <a:ext uri="{FF2B5EF4-FFF2-40B4-BE49-F238E27FC236}">
                <a16:creationId xmlns:a16="http://schemas.microsoft.com/office/drawing/2014/main" id="{3C16A624-76E5-7B65-73F9-EF183C0B1CC0}"/>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4" name="Text Placeholder 10">
            <a:extLst>
              <a:ext uri="{FF2B5EF4-FFF2-40B4-BE49-F238E27FC236}">
                <a16:creationId xmlns:a16="http://schemas.microsoft.com/office/drawing/2014/main" id="{1BDA0EF3-2E19-B1E3-F43E-F974A7CC6473}"/>
              </a:ext>
            </a:extLst>
          </p:cNvPr>
          <p:cNvSpPr>
            <a:spLocks noGrp="1"/>
          </p:cNvSpPr>
          <p:nvPr>
            <p:ph type="body" sz="quarter" idx="32"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247605597"/>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Col_1_Photo">
    <p:bg>
      <p:bgPr>
        <a:solidFill>
          <a:schemeClr val="tx1"/>
        </a:solidFill>
        <a:effectLst/>
      </p:bgPr>
    </p:bg>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47700" y="2682874"/>
            <a:ext cx="3363468" cy="3035173"/>
          </a:xfrm>
          <a:prstGeom prst="rect">
            <a:avLst/>
          </a:prstGeom>
        </p:spPr>
        <p:txBody>
          <a:bodyPr/>
          <a:lstStyle/>
          <a:p>
            <a:endParaRPr lang="en-US"/>
          </a:p>
        </p:txBody>
      </p:sp>
      <p:sp>
        <p:nvSpPr>
          <p:cNvPr id="2" name="Title 1">
            <a:extLst>
              <a:ext uri="{FF2B5EF4-FFF2-40B4-BE49-F238E27FC236}">
                <a16:creationId xmlns:a16="http://schemas.microsoft.com/office/drawing/2014/main" id="{44C80FE0-8C3B-E337-3609-18863A276E66}"/>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BFD32104-A8C4-B02A-0AFB-283FD2A4E7E9}"/>
              </a:ext>
            </a:extLst>
          </p:cNvPr>
          <p:cNvSpPr>
            <a:spLocks noGrp="1"/>
          </p:cNvSpPr>
          <p:nvPr>
            <p:ph type="body" sz="quarter" idx="32"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2F3C6C3D-0A8F-EAC7-0534-17ADB47E3558}"/>
              </a:ext>
            </a:extLst>
          </p:cNvPr>
          <p:cNvGrpSpPr/>
          <p:nvPr userDrawn="1"/>
        </p:nvGrpSpPr>
        <p:grpSpPr>
          <a:xfrm>
            <a:off x="610888" y="6472556"/>
            <a:ext cx="372834" cy="131175"/>
            <a:chOff x="14288" y="2035175"/>
            <a:chExt cx="10039350" cy="3532188"/>
          </a:xfrm>
          <a:solidFill>
            <a:schemeClr val="bg1"/>
          </a:solidFill>
        </p:grpSpPr>
        <p:sp>
          <p:nvSpPr>
            <p:cNvPr id="6" name="Freeform 1">
              <a:extLst>
                <a:ext uri="{FF2B5EF4-FFF2-40B4-BE49-F238E27FC236}">
                  <a16:creationId xmlns:a16="http://schemas.microsoft.com/office/drawing/2014/main" id="{971318CA-9CF2-A3BD-9F43-135E9617A722}"/>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BFD13609-4ED5-A5E5-7AF7-1988DD305D56}"/>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709FCF19-C1DD-08BD-1675-2CB5904EB108}"/>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4">
              <a:extLst>
                <a:ext uri="{FF2B5EF4-FFF2-40B4-BE49-F238E27FC236}">
                  <a16:creationId xmlns:a16="http://schemas.microsoft.com/office/drawing/2014/main" id="{6ABA3164-8724-104F-8773-AA4F8E5E2F60}"/>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5">
              <a:extLst>
                <a:ext uri="{FF2B5EF4-FFF2-40B4-BE49-F238E27FC236}">
                  <a16:creationId xmlns:a16="http://schemas.microsoft.com/office/drawing/2014/main" id="{3F688234-BE63-381F-8E58-8A8DD397DE4A}"/>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6" name="Freeform 6">
              <a:extLst>
                <a:ext uri="{FF2B5EF4-FFF2-40B4-BE49-F238E27FC236}">
                  <a16:creationId xmlns:a16="http://schemas.microsoft.com/office/drawing/2014/main" id="{0112DEC1-A5DA-2AC6-3131-C0C3036C2D38}"/>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5F7E5528-2198-FAC3-03B2-DA9DB4EEB606}"/>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0" name="Graphic 19">
            <a:extLst>
              <a:ext uri="{FF2B5EF4-FFF2-40B4-BE49-F238E27FC236}">
                <a16:creationId xmlns:a16="http://schemas.microsoft.com/office/drawing/2014/main" id="{AEACF2AA-163F-A584-54A6-FA4342F5BA5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208319673"/>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_photos_varied_blur">
    <p:bg>
      <p:bgPr>
        <a:solidFill>
          <a:schemeClr val="bg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2700596"/>
            <a:ext cx="2616200" cy="2605088"/>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2828666" y="1286134"/>
            <a:ext cx="3923414" cy="4370387"/>
          </a:xfrm>
          <a:prstGeom prst="rect">
            <a:avLst/>
          </a:prstGeom>
        </p:spPr>
        <p:txBody>
          <a:bodyPr/>
          <a:lstStyle/>
          <a:p>
            <a:endParaRPr lang="en-US"/>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6964546" y="2179896"/>
            <a:ext cx="2179638" cy="2614613"/>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9356651" y="1775084"/>
            <a:ext cx="2835349" cy="3413125"/>
          </a:xfrm>
          <a:prstGeom prst="rect">
            <a:avLst/>
          </a:prstGeom>
        </p:spPr>
        <p:txBody>
          <a:bodyPr/>
          <a:lstStyle/>
          <a:p>
            <a:endParaRPr lang="en-US"/>
          </a:p>
        </p:txBody>
      </p:sp>
      <p:sp>
        <p:nvSpPr>
          <p:cNvPr id="7" name="Title 1">
            <a:extLst>
              <a:ext uri="{FF2B5EF4-FFF2-40B4-BE49-F238E27FC236}">
                <a16:creationId xmlns:a16="http://schemas.microsoft.com/office/drawing/2014/main" id="{04AD1B3A-1106-508C-C1EE-402BC1616D36}"/>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8" name="Text Placeholder 10">
            <a:extLst>
              <a:ext uri="{FF2B5EF4-FFF2-40B4-BE49-F238E27FC236}">
                <a16:creationId xmlns:a16="http://schemas.microsoft.com/office/drawing/2014/main" id="{C617CEC1-235A-FC5F-E4B7-BCA873BFF033}"/>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24823217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_photos_varied">
    <p:bg>
      <p:bgPr>
        <a:solidFill>
          <a:schemeClr val="tx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2700596"/>
            <a:ext cx="2616200" cy="2605088"/>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2828666" y="1286134"/>
            <a:ext cx="3923414" cy="4370387"/>
          </a:xfrm>
          <a:prstGeom prst="rect">
            <a:avLst/>
          </a:prstGeom>
        </p:spPr>
        <p:txBody>
          <a:bodyPr/>
          <a:lstStyle/>
          <a:p>
            <a:endParaRPr lang="en-US"/>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6964546" y="2179896"/>
            <a:ext cx="2179638" cy="2614613"/>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9356651" y="1775084"/>
            <a:ext cx="2835349" cy="3413125"/>
          </a:xfrm>
          <a:prstGeom prst="rect">
            <a:avLst/>
          </a:prstGeom>
        </p:spPr>
        <p:txBody>
          <a:bodyPr/>
          <a:lstStyle/>
          <a:p>
            <a:endParaRPr lang="en-US"/>
          </a:p>
        </p:txBody>
      </p:sp>
      <p:sp>
        <p:nvSpPr>
          <p:cNvPr id="2" name="Title 1">
            <a:extLst>
              <a:ext uri="{FF2B5EF4-FFF2-40B4-BE49-F238E27FC236}">
                <a16:creationId xmlns:a16="http://schemas.microsoft.com/office/drawing/2014/main" id="{6CD30DAF-6F83-AC0B-17AE-2C97B151DF10}"/>
              </a:ext>
            </a:extLst>
          </p:cNvPr>
          <p:cNvSpPr>
            <a:spLocks noGrp="1"/>
          </p:cNvSpPr>
          <p:nvPr>
            <p:ph type="title" hasCustomPrompt="1"/>
          </p:nvPr>
        </p:nvSpPr>
        <p:spPr>
          <a:xfrm>
            <a:off x="633632" y="722843"/>
            <a:ext cx="1096305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62A3FE9E-E0D4-BFFE-5B6F-AA54D4AB1E11}"/>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3" name="Group 2">
            <a:extLst>
              <a:ext uri="{FF2B5EF4-FFF2-40B4-BE49-F238E27FC236}">
                <a16:creationId xmlns:a16="http://schemas.microsoft.com/office/drawing/2014/main" id="{CC9B7AEE-AF24-20B5-997B-24C3E347DA3B}"/>
              </a:ext>
            </a:extLst>
          </p:cNvPr>
          <p:cNvGrpSpPr/>
          <p:nvPr userDrawn="1"/>
        </p:nvGrpSpPr>
        <p:grpSpPr>
          <a:xfrm>
            <a:off x="610888" y="6472556"/>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92C22CFB-56FA-DE95-2C73-E6E86E3CAEB3}"/>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2">
              <a:extLst>
                <a:ext uri="{FF2B5EF4-FFF2-40B4-BE49-F238E27FC236}">
                  <a16:creationId xmlns:a16="http://schemas.microsoft.com/office/drawing/2014/main" id="{D5D05C2D-861E-ED67-8B84-60E91823F417}"/>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3">
              <a:extLst>
                <a:ext uri="{FF2B5EF4-FFF2-40B4-BE49-F238E27FC236}">
                  <a16:creationId xmlns:a16="http://schemas.microsoft.com/office/drawing/2014/main" id="{BC6BBBEA-2E0B-151D-BEA2-E9C3C822B2E5}"/>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4">
              <a:extLst>
                <a:ext uri="{FF2B5EF4-FFF2-40B4-BE49-F238E27FC236}">
                  <a16:creationId xmlns:a16="http://schemas.microsoft.com/office/drawing/2014/main" id="{20866D1C-D833-F559-0812-5BE60C5CF041}"/>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5">
              <a:extLst>
                <a:ext uri="{FF2B5EF4-FFF2-40B4-BE49-F238E27FC236}">
                  <a16:creationId xmlns:a16="http://schemas.microsoft.com/office/drawing/2014/main" id="{0C4CA347-AB34-21E7-2265-4E5A6722F98A}"/>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6">
              <a:extLst>
                <a:ext uri="{FF2B5EF4-FFF2-40B4-BE49-F238E27FC236}">
                  <a16:creationId xmlns:a16="http://schemas.microsoft.com/office/drawing/2014/main" id="{05870630-3B7F-F734-67D0-0E8F435F31CF}"/>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1" name="Footer Placeholder 14">
            <a:extLst>
              <a:ext uri="{FF2B5EF4-FFF2-40B4-BE49-F238E27FC236}">
                <a16:creationId xmlns:a16="http://schemas.microsoft.com/office/drawing/2014/main" id="{0BFE6E67-369E-1C8E-9BF5-6647FE618BAE}"/>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6" name="Graphic 15">
            <a:extLst>
              <a:ext uri="{FF2B5EF4-FFF2-40B4-BE49-F238E27FC236}">
                <a16:creationId xmlns:a16="http://schemas.microsoft.com/office/drawing/2014/main" id="{A91E19BB-E7BB-61BE-8C48-B572F2BF537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0708753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14154" y="0"/>
            <a:ext cx="6022081"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Calibri" panose="020F0502020204030204" pitchFamily="34"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55323" y="3152602"/>
            <a:ext cx="6858002" cy="552793"/>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938414CD-ADEE-2A1C-3732-775C2F8A6622}"/>
              </a:ext>
            </a:extLst>
          </p:cNvPr>
          <p:cNvSpPr>
            <a:spLocks noGrp="1"/>
          </p:cNvSpPr>
          <p:nvPr>
            <p:ph type="title"/>
          </p:nvPr>
        </p:nvSpPr>
        <p:spPr>
          <a:xfrm>
            <a:off x="639074" y="731520"/>
            <a:ext cx="4559300"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Click to edit Master title style</a:t>
            </a:r>
          </a:p>
        </p:txBody>
      </p:sp>
      <p:sp>
        <p:nvSpPr>
          <p:cNvPr id="4" name="Text Placeholder 10">
            <a:extLst>
              <a:ext uri="{FF2B5EF4-FFF2-40B4-BE49-F238E27FC236}">
                <a16:creationId xmlns:a16="http://schemas.microsoft.com/office/drawing/2014/main" id="{1E28BCD1-980E-222A-56FB-AF81B1AAA188}"/>
              </a:ext>
            </a:extLst>
          </p:cNvPr>
          <p:cNvSpPr>
            <a:spLocks noGrp="1"/>
          </p:cNvSpPr>
          <p:nvPr>
            <p:ph type="body" sz="quarter" idx="15" hasCustomPrompt="1"/>
          </p:nvPr>
        </p:nvSpPr>
        <p:spPr>
          <a:xfrm>
            <a:off x="639074" y="419100"/>
            <a:ext cx="3611880" cy="225706"/>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grpSp>
        <p:nvGrpSpPr>
          <p:cNvPr id="6" name="Group 5">
            <a:extLst>
              <a:ext uri="{FF2B5EF4-FFF2-40B4-BE49-F238E27FC236}">
                <a16:creationId xmlns:a16="http://schemas.microsoft.com/office/drawing/2014/main" id="{21088888-AF11-6F8F-2BD1-941630B28474}"/>
              </a:ext>
            </a:extLst>
          </p:cNvPr>
          <p:cNvGrpSpPr/>
          <p:nvPr userDrawn="1"/>
        </p:nvGrpSpPr>
        <p:grpSpPr>
          <a:xfrm>
            <a:off x="611054" y="6471298"/>
            <a:ext cx="372834" cy="131175"/>
            <a:chOff x="14288" y="2035175"/>
            <a:chExt cx="10039350" cy="3532188"/>
          </a:xfrm>
          <a:solidFill>
            <a:schemeClr val="tx1"/>
          </a:solidFill>
        </p:grpSpPr>
        <p:sp>
          <p:nvSpPr>
            <p:cNvPr id="8" name="Freeform 1">
              <a:extLst>
                <a:ext uri="{FF2B5EF4-FFF2-40B4-BE49-F238E27FC236}">
                  <a16:creationId xmlns:a16="http://schemas.microsoft.com/office/drawing/2014/main" id="{F29EF596-EBA0-D88B-CBED-6AB9C80A14DF}"/>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2">
              <a:extLst>
                <a:ext uri="{FF2B5EF4-FFF2-40B4-BE49-F238E27FC236}">
                  <a16:creationId xmlns:a16="http://schemas.microsoft.com/office/drawing/2014/main" id="{C806E74F-B996-9F30-48A8-F55FC21FD85A}"/>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3">
              <a:extLst>
                <a:ext uri="{FF2B5EF4-FFF2-40B4-BE49-F238E27FC236}">
                  <a16:creationId xmlns:a16="http://schemas.microsoft.com/office/drawing/2014/main" id="{43169BDB-F5CC-CA6E-68DA-C607A593A798}"/>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4">
              <a:extLst>
                <a:ext uri="{FF2B5EF4-FFF2-40B4-BE49-F238E27FC236}">
                  <a16:creationId xmlns:a16="http://schemas.microsoft.com/office/drawing/2014/main" id="{170A6A77-ED49-15CF-CC9C-177A67E5F34B}"/>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5">
              <a:extLst>
                <a:ext uri="{FF2B5EF4-FFF2-40B4-BE49-F238E27FC236}">
                  <a16:creationId xmlns:a16="http://schemas.microsoft.com/office/drawing/2014/main" id="{8ECABD07-F623-7614-13FB-17D7744326D7}"/>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6">
              <a:extLst>
                <a:ext uri="{FF2B5EF4-FFF2-40B4-BE49-F238E27FC236}">
                  <a16:creationId xmlns:a16="http://schemas.microsoft.com/office/drawing/2014/main" id="{F7BDCC5B-FD72-FE24-F3A0-524127622795}"/>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4" name="Footer Placeholder 14">
            <a:extLst>
              <a:ext uri="{FF2B5EF4-FFF2-40B4-BE49-F238E27FC236}">
                <a16:creationId xmlns:a16="http://schemas.microsoft.com/office/drawing/2014/main" id="{6F59BBC9-3779-038B-910D-18A792837E0B}"/>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449181313"/>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64E8965-1EA8-8005-A909-76465BA4C0FB}"/>
              </a:ext>
            </a:extLst>
          </p:cNvPr>
          <p:cNvSpPr/>
          <p:nvPr userDrawn="1"/>
        </p:nvSpPr>
        <p:spPr bwMode="auto">
          <a:xfrm>
            <a:off x="9696450" y="0"/>
            <a:ext cx="249555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 name="Title 1">
            <a:extLst>
              <a:ext uri="{FF2B5EF4-FFF2-40B4-BE49-F238E27FC236}">
                <a16:creationId xmlns:a16="http://schemas.microsoft.com/office/drawing/2014/main" id="{7CA1A5DA-E4C1-1856-5847-AE3486592FD5}"/>
              </a:ext>
            </a:extLst>
          </p:cNvPr>
          <p:cNvSpPr>
            <a:spLocks noGrp="1"/>
          </p:cNvSpPr>
          <p:nvPr>
            <p:ph type="title"/>
          </p:nvPr>
        </p:nvSpPr>
        <p:spPr>
          <a:xfrm>
            <a:off x="639074" y="731520"/>
            <a:ext cx="4559300"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Click to edit Master title style</a:t>
            </a:r>
          </a:p>
        </p:txBody>
      </p:sp>
      <p:sp>
        <p:nvSpPr>
          <p:cNvPr id="3" name="Text Placeholder 10">
            <a:extLst>
              <a:ext uri="{FF2B5EF4-FFF2-40B4-BE49-F238E27FC236}">
                <a16:creationId xmlns:a16="http://schemas.microsoft.com/office/drawing/2014/main" id="{AF691A2C-885A-0EB3-797C-EF58AD425AF3}"/>
              </a:ext>
            </a:extLst>
          </p:cNvPr>
          <p:cNvSpPr>
            <a:spLocks noGrp="1"/>
          </p:cNvSpPr>
          <p:nvPr>
            <p:ph type="body" sz="quarter" idx="15" hasCustomPrompt="1"/>
          </p:nvPr>
        </p:nvSpPr>
        <p:spPr>
          <a:xfrm>
            <a:off x="639074" y="419100"/>
            <a:ext cx="3611880" cy="225706"/>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pic>
        <p:nvPicPr>
          <p:cNvPr id="4" name="Graphic 3">
            <a:extLst>
              <a:ext uri="{FF2B5EF4-FFF2-40B4-BE49-F238E27FC236}">
                <a16:creationId xmlns:a16="http://schemas.microsoft.com/office/drawing/2014/main" id="{F58FCF79-C880-E3E7-94CA-A359BADAE63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8283633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 Text - Light_Right_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DBC29F-68B3-4805-9B0F-6C9F4A34CFEB}"/>
              </a:ext>
            </a:extLst>
          </p:cNvPr>
          <p:cNvSpPr/>
          <p:nvPr userDrawn="1"/>
        </p:nvSpPr>
        <p:spPr>
          <a:xfrm>
            <a:off x="7612733" y="1"/>
            <a:ext cx="4579267"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ext Placeholder 4">
            <a:extLst>
              <a:ext uri="{FF2B5EF4-FFF2-40B4-BE49-F238E27FC236}">
                <a16:creationId xmlns:a16="http://schemas.microsoft.com/office/drawing/2014/main" id="{4038D822-9DF0-51E9-1837-22E379BA5C1C}"/>
              </a:ext>
            </a:extLst>
          </p:cNvPr>
          <p:cNvSpPr>
            <a:spLocks noGrp="1"/>
          </p:cNvSpPr>
          <p:nvPr>
            <p:ph type="body" sz="quarter" idx="12" hasCustomPrompt="1"/>
          </p:nvPr>
        </p:nvSpPr>
        <p:spPr>
          <a:xfrm>
            <a:off x="647700" y="419100"/>
            <a:ext cx="3467100" cy="153888"/>
          </a:xfrm>
          <a:prstGeom prst="rect">
            <a:avLst/>
          </a:prstGeom>
        </p:spPr>
        <p:txBody>
          <a:bodyPr wrap="square">
            <a:spAutoFit/>
          </a:bodyPr>
          <a:lstStyle>
            <a:lvl1pPr>
              <a:lnSpc>
                <a:spcPct val="100000"/>
              </a:lnSpc>
              <a:spcBef>
                <a:spcPts val="0"/>
              </a:spcBef>
              <a:defRPr sz="1000" b="0"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8" name="Text Placeholder 4">
            <a:extLst>
              <a:ext uri="{FF2B5EF4-FFF2-40B4-BE49-F238E27FC236}">
                <a16:creationId xmlns:a16="http://schemas.microsoft.com/office/drawing/2014/main" id="{EC9CE76E-83D8-43FB-7D6D-EF3235198C9E}"/>
              </a:ext>
            </a:extLst>
          </p:cNvPr>
          <p:cNvSpPr>
            <a:spLocks noGrp="1"/>
          </p:cNvSpPr>
          <p:nvPr>
            <p:ph type="body" sz="quarter" idx="25" hasCustomPrompt="1"/>
          </p:nvPr>
        </p:nvSpPr>
        <p:spPr>
          <a:xfrm>
            <a:off x="647700" y="722843"/>
            <a:ext cx="6618073" cy="338554"/>
          </a:xfrm>
          <a:prstGeom prst="rect">
            <a:avLst/>
          </a:prstGeom>
        </p:spPr>
        <p:txBody>
          <a:bodyPr wrap="square">
            <a:spAutoFit/>
          </a:bodyPr>
          <a:lstStyle>
            <a:lvl1pPr>
              <a:lnSpc>
                <a:spcPct val="100000"/>
              </a:lnSpc>
              <a:spcBef>
                <a:spcPts val="0"/>
              </a:spcBef>
              <a:defRPr sz="22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Title Goes Here</a:t>
            </a:r>
            <a:endParaRPr lang="en-US"/>
          </a:p>
        </p:txBody>
      </p:sp>
      <p:pic>
        <p:nvPicPr>
          <p:cNvPr id="2" name="Graphic 1">
            <a:extLst>
              <a:ext uri="{FF2B5EF4-FFF2-40B4-BE49-F238E27FC236}">
                <a16:creationId xmlns:a16="http://schemas.microsoft.com/office/drawing/2014/main" id="{21F72A91-F4CC-41E1-AA07-4BF13CA0165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24024641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 Placeholder 10">
            <a:extLst>
              <a:ext uri="{FF2B5EF4-FFF2-40B4-BE49-F238E27FC236}">
                <a16:creationId xmlns:a16="http://schemas.microsoft.com/office/drawing/2014/main" id="{D73BBE54-935A-F733-5BB6-178ECB8D87C3}"/>
              </a:ext>
            </a:extLst>
          </p:cNvPr>
          <p:cNvSpPr>
            <a:spLocks noGrp="1"/>
          </p:cNvSpPr>
          <p:nvPr>
            <p:ph type="body" sz="quarter" idx="10" hasCustomPrompt="1"/>
          </p:nvPr>
        </p:nvSpPr>
        <p:spPr>
          <a:xfrm>
            <a:off x="6582021" y="820579"/>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4" name="Text Placeholder 10">
            <a:extLst>
              <a:ext uri="{FF2B5EF4-FFF2-40B4-BE49-F238E27FC236}">
                <a16:creationId xmlns:a16="http://schemas.microsoft.com/office/drawing/2014/main" id="{03F61F34-24B3-F29C-3B0D-FE20C0A4F4F2}"/>
              </a:ext>
            </a:extLst>
          </p:cNvPr>
          <p:cNvSpPr>
            <a:spLocks noGrp="1"/>
          </p:cNvSpPr>
          <p:nvPr>
            <p:ph type="body" sz="quarter" idx="18" hasCustomPrompt="1"/>
          </p:nvPr>
        </p:nvSpPr>
        <p:spPr>
          <a:xfrm>
            <a:off x="6582020" y="3200114"/>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5" name="Title 1">
            <a:extLst>
              <a:ext uri="{FF2B5EF4-FFF2-40B4-BE49-F238E27FC236}">
                <a16:creationId xmlns:a16="http://schemas.microsoft.com/office/drawing/2014/main" id="{3BC89279-934C-4E6E-A89D-34B0B28430F6}"/>
              </a:ext>
            </a:extLst>
          </p:cNvPr>
          <p:cNvSpPr>
            <a:spLocks noGrp="1"/>
          </p:cNvSpPr>
          <p:nvPr>
            <p:ph type="title" hasCustomPrompt="1"/>
          </p:nvPr>
        </p:nvSpPr>
        <p:spPr>
          <a:xfrm>
            <a:off x="633632" y="722843"/>
            <a:ext cx="4654331"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718E955D-C366-DB4E-03AE-019BC1B7D0F9}"/>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pic>
        <p:nvPicPr>
          <p:cNvPr id="8" name="Graphic 7">
            <a:extLst>
              <a:ext uri="{FF2B5EF4-FFF2-40B4-BE49-F238E27FC236}">
                <a16:creationId xmlns:a16="http://schemas.microsoft.com/office/drawing/2014/main" id="{4D4A43D3-2DE2-6DE0-67BF-EA66C799A70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3135635216"/>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 Text - L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812354-CF5E-BB4A-8675-0AD7D954331E}"/>
              </a:ext>
            </a:extLst>
          </p:cNvPr>
          <p:cNvSpPr/>
          <p:nvPr userDrawn="1"/>
        </p:nvSpPr>
        <p:spPr bwMode="auto">
          <a:xfrm>
            <a:off x="6096000" y="0"/>
            <a:ext cx="6096000" cy="6858000"/>
          </a:xfrm>
          <a:prstGeom prst="rect">
            <a:avLst/>
          </a:prstGeom>
          <a:solidFill>
            <a:schemeClr val="bg1">
              <a:lumMod val="95000"/>
            </a:schemeClr>
          </a:solidFill>
          <a:ln>
            <a:noFill/>
          </a:ln>
          <a:effectLst/>
        </p:spPr>
        <p:txBody>
          <a:bodyPr wrap="none" rtlCol="0" anchor="ctr"/>
          <a:lstStyle/>
          <a:p>
            <a:pPr algn="ctr"/>
            <a:endParaRPr lang="en-GB"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E59A39E1-B3B2-A535-4860-EACC178F0FFD}"/>
              </a:ext>
            </a:extLst>
          </p:cNvPr>
          <p:cNvSpPr>
            <a:spLocks noGrp="1"/>
          </p:cNvSpPr>
          <p:nvPr>
            <p:ph type="title" hasCustomPrompt="1"/>
          </p:nvPr>
        </p:nvSpPr>
        <p:spPr>
          <a:xfrm>
            <a:off x="633632" y="722843"/>
            <a:ext cx="4654331"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8DCFC8D1-9383-9627-F7B5-E8BB33E677B3}"/>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
        <p:nvSpPr>
          <p:cNvPr id="6" name="Picture Placeholder 2">
            <a:extLst>
              <a:ext uri="{FF2B5EF4-FFF2-40B4-BE49-F238E27FC236}">
                <a16:creationId xmlns:a16="http://schemas.microsoft.com/office/drawing/2014/main" id="{C3A29C5F-119C-0B51-F478-E7B4E0857E71}"/>
              </a:ext>
            </a:extLst>
          </p:cNvPr>
          <p:cNvSpPr>
            <a:spLocks noGrp="1"/>
          </p:cNvSpPr>
          <p:nvPr>
            <p:ph type="pic" sz="quarter" idx="24"/>
          </p:nvPr>
        </p:nvSpPr>
        <p:spPr>
          <a:xfrm>
            <a:off x="6096000" y="0"/>
            <a:ext cx="6096000" cy="6858000"/>
          </a:xfrm>
          <a:prstGeom prst="rect">
            <a:avLst/>
          </a:prstGeom>
          <a:solidFill>
            <a:schemeClr val="bg1">
              <a:lumMod val="95000"/>
            </a:schemeClr>
          </a:solidFill>
        </p:spPr>
        <p:txBody>
          <a:bodyPr/>
          <a:lstStyle/>
          <a:p>
            <a:endParaRPr lang="en-US"/>
          </a:p>
        </p:txBody>
      </p:sp>
      <p:pic>
        <p:nvPicPr>
          <p:cNvPr id="5" name="Graphic 4">
            <a:extLst>
              <a:ext uri="{FF2B5EF4-FFF2-40B4-BE49-F238E27FC236}">
                <a16:creationId xmlns:a16="http://schemas.microsoft.com/office/drawing/2014/main" id="{64835DDB-A3F9-444F-EF1E-CA236588E3C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2088998961"/>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ase_Study_1/2_Picture_LM">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a:solidFill>
            <a:srgbClr val="F3F3F3"/>
          </a:solidFill>
        </p:spPr>
        <p:txBody>
          <a:bodyPr/>
          <a:lstStyle>
            <a:lvl1pPr>
              <a:defRPr>
                <a:solidFill>
                  <a:schemeClr val="tx1"/>
                </a:solidFill>
              </a:defRPr>
            </a:lvl1pPr>
          </a:lstStyle>
          <a:p>
            <a:endParaRPr lang="en-US"/>
          </a:p>
        </p:txBody>
      </p:sp>
      <p:sp>
        <p:nvSpPr>
          <p:cNvPr id="9" name="Text Placeholder 3">
            <a:extLst>
              <a:ext uri="{FF2B5EF4-FFF2-40B4-BE49-F238E27FC236}">
                <a16:creationId xmlns:a16="http://schemas.microsoft.com/office/drawing/2014/main" id="{B005257D-68DF-590D-840E-01D0686329DC}"/>
              </a:ext>
            </a:extLst>
          </p:cNvPr>
          <p:cNvSpPr>
            <a:spLocks noGrp="1"/>
          </p:cNvSpPr>
          <p:nvPr>
            <p:ph type="body" sz="quarter" idx="26" hasCustomPrompt="1"/>
          </p:nvPr>
        </p:nvSpPr>
        <p:spPr>
          <a:xfrm>
            <a:off x="647700" y="1714501"/>
            <a:ext cx="4648200" cy="480060"/>
          </a:xfrm>
          <a:prstGeom prst="rect">
            <a:avLst/>
          </a:prstGeom>
        </p:spPr>
        <p:txBody>
          <a:bodyPr/>
          <a:lstStyle>
            <a:lvl1pPr>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8" name="Title 1">
            <a:extLst>
              <a:ext uri="{FF2B5EF4-FFF2-40B4-BE49-F238E27FC236}">
                <a16:creationId xmlns:a16="http://schemas.microsoft.com/office/drawing/2014/main" id="{9D97527A-454B-7C78-0789-5D01C538BBEA}"/>
              </a:ext>
            </a:extLst>
          </p:cNvPr>
          <p:cNvSpPr>
            <a:spLocks noGrp="1"/>
          </p:cNvSpPr>
          <p:nvPr>
            <p:ph type="title" hasCustomPrompt="1"/>
          </p:nvPr>
        </p:nvSpPr>
        <p:spPr>
          <a:xfrm>
            <a:off x="633633" y="722843"/>
            <a:ext cx="4662268"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11" name="Text Placeholder 10">
            <a:extLst>
              <a:ext uri="{FF2B5EF4-FFF2-40B4-BE49-F238E27FC236}">
                <a16:creationId xmlns:a16="http://schemas.microsoft.com/office/drawing/2014/main" id="{E1C4794A-3319-73CA-0D80-8398CC1ADF07}"/>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pic>
        <p:nvPicPr>
          <p:cNvPr id="4" name="Graphic 3">
            <a:extLst>
              <a:ext uri="{FF2B5EF4-FFF2-40B4-BE49-F238E27FC236}">
                <a16:creationId xmlns:a16="http://schemas.microsoft.com/office/drawing/2014/main" id="{1AB97218-3902-63FD-AC91-4D420E723BF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1029143023"/>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se Study-L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F4DFDD4E-87F2-E40E-50B8-11909F143DB6}"/>
              </a:ext>
            </a:extLst>
          </p:cNvPr>
          <p:cNvSpPr>
            <a:spLocks noGrp="1"/>
          </p:cNvSpPr>
          <p:nvPr>
            <p:ph type="title" hasCustomPrompt="1"/>
          </p:nvPr>
        </p:nvSpPr>
        <p:spPr>
          <a:xfrm>
            <a:off x="633633" y="722843"/>
            <a:ext cx="628310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18326D61-CF42-7CEB-26E7-2C80F1884434}"/>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5" name="Group 4">
            <a:extLst>
              <a:ext uri="{FF2B5EF4-FFF2-40B4-BE49-F238E27FC236}">
                <a16:creationId xmlns:a16="http://schemas.microsoft.com/office/drawing/2014/main" id="{E158BC85-03AD-FBF5-61A4-8D95A0E11E8B}"/>
              </a:ext>
            </a:extLst>
          </p:cNvPr>
          <p:cNvGrpSpPr/>
          <p:nvPr userDrawn="1"/>
        </p:nvGrpSpPr>
        <p:grpSpPr>
          <a:xfrm>
            <a:off x="611054" y="6471298"/>
            <a:ext cx="372834" cy="131175"/>
            <a:chOff x="14288" y="2035175"/>
            <a:chExt cx="10039350" cy="3532188"/>
          </a:xfrm>
          <a:solidFill>
            <a:schemeClr val="tx1"/>
          </a:solidFill>
        </p:grpSpPr>
        <p:sp>
          <p:nvSpPr>
            <p:cNvPr id="6" name="Freeform 1">
              <a:extLst>
                <a:ext uri="{FF2B5EF4-FFF2-40B4-BE49-F238E27FC236}">
                  <a16:creationId xmlns:a16="http://schemas.microsoft.com/office/drawing/2014/main" id="{287E5025-B60B-0B55-C076-FB97BFE9F6E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5B84D68B-C2C8-1BBE-615A-4F40A5EBEBD5}"/>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44301975-C7AD-1908-66EC-4DF681ED284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C5BFC6A7-8D8D-C9E0-F761-400806CE99DD}"/>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5">
              <a:extLst>
                <a:ext uri="{FF2B5EF4-FFF2-40B4-BE49-F238E27FC236}">
                  <a16:creationId xmlns:a16="http://schemas.microsoft.com/office/drawing/2014/main" id="{9E53637C-4B04-4CF6-E949-71AFE61C584B}"/>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6">
              <a:extLst>
                <a:ext uri="{FF2B5EF4-FFF2-40B4-BE49-F238E27FC236}">
                  <a16:creationId xmlns:a16="http://schemas.microsoft.com/office/drawing/2014/main" id="{41E95276-E05A-544E-AFD7-6DC0B93034AA}"/>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5" name="Footer Placeholder 14">
            <a:extLst>
              <a:ext uri="{FF2B5EF4-FFF2-40B4-BE49-F238E27FC236}">
                <a16:creationId xmlns:a16="http://schemas.microsoft.com/office/drawing/2014/main" id="{001841EC-11E6-98DC-FAFD-A97CA838574B}"/>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1472169390"/>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mall description + Big Image - L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C4EAFE5-8CC8-D074-5D3A-EECB2EC761B7}"/>
              </a:ext>
            </a:extLst>
          </p:cNvPr>
          <p:cNvSpPr/>
          <p:nvPr userDrawn="1"/>
        </p:nvSpPr>
        <p:spPr bwMode="auto">
          <a:xfrm>
            <a:off x="0" y="0"/>
            <a:ext cx="3429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13">
            <a:extLst>
              <a:ext uri="{FF2B5EF4-FFF2-40B4-BE49-F238E27FC236}">
                <a16:creationId xmlns:a16="http://schemas.microsoft.com/office/drawing/2014/main" id="{8C51537F-E5E5-C646-8EA7-62625B5F033C}"/>
              </a:ext>
            </a:extLst>
          </p:cNvPr>
          <p:cNvSpPr>
            <a:spLocks noGrp="1"/>
          </p:cNvSpPr>
          <p:nvPr>
            <p:ph type="pic" sz="quarter" idx="10"/>
          </p:nvPr>
        </p:nvSpPr>
        <p:spPr>
          <a:xfrm>
            <a:off x="3402760" y="0"/>
            <a:ext cx="8789239" cy="6858000"/>
          </a:xfrm>
          <a:prstGeom prst="rect">
            <a:avLst/>
          </a:prstGeom>
        </p:spPr>
        <p:txBody>
          <a:bodyPr/>
          <a:lstStyle>
            <a:lvl1pPr>
              <a:defRPr b="0" i="0"/>
            </a:lvl1pPr>
          </a:lstStyle>
          <a:p>
            <a:r>
              <a:rPr lang="en-GB"/>
              <a:t>Click icon to add picture</a:t>
            </a:r>
            <a:endParaRPr lang="en-US"/>
          </a:p>
        </p:txBody>
      </p:sp>
      <p:sp>
        <p:nvSpPr>
          <p:cNvPr id="5" name="Title 1">
            <a:extLst>
              <a:ext uri="{FF2B5EF4-FFF2-40B4-BE49-F238E27FC236}">
                <a16:creationId xmlns:a16="http://schemas.microsoft.com/office/drawing/2014/main" id="{CB4A4608-F306-6423-E802-34652E92D92E}"/>
              </a:ext>
            </a:extLst>
          </p:cNvPr>
          <p:cNvSpPr>
            <a:spLocks noGrp="1"/>
          </p:cNvSpPr>
          <p:nvPr>
            <p:ph type="title" hasCustomPrompt="1"/>
          </p:nvPr>
        </p:nvSpPr>
        <p:spPr>
          <a:xfrm>
            <a:off x="639074" y="731520"/>
            <a:ext cx="254227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6" name="Text Placeholder 10">
            <a:extLst>
              <a:ext uri="{FF2B5EF4-FFF2-40B4-BE49-F238E27FC236}">
                <a16:creationId xmlns:a16="http://schemas.microsoft.com/office/drawing/2014/main" id="{E3D6BF20-36CE-0BE2-E03A-5743E1E57B2B}"/>
              </a:ext>
            </a:extLst>
          </p:cNvPr>
          <p:cNvSpPr>
            <a:spLocks noGrp="1"/>
          </p:cNvSpPr>
          <p:nvPr>
            <p:ph type="body" sz="quarter" idx="15" hasCustomPrompt="1"/>
          </p:nvPr>
        </p:nvSpPr>
        <p:spPr>
          <a:xfrm>
            <a:off x="639074" y="419100"/>
            <a:ext cx="2542276" cy="223451"/>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grpSp>
        <p:nvGrpSpPr>
          <p:cNvPr id="29" name="Group 28">
            <a:extLst>
              <a:ext uri="{FF2B5EF4-FFF2-40B4-BE49-F238E27FC236}">
                <a16:creationId xmlns:a16="http://schemas.microsoft.com/office/drawing/2014/main" id="{C1CFF085-A085-519A-E060-436AFE357D77}"/>
              </a:ext>
            </a:extLst>
          </p:cNvPr>
          <p:cNvGrpSpPr/>
          <p:nvPr userDrawn="1"/>
        </p:nvGrpSpPr>
        <p:grpSpPr>
          <a:xfrm>
            <a:off x="611054" y="6471298"/>
            <a:ext cx="372834" cy="131175"/>
            <a:chOff x="14288" y="2035175"/>
            <a:chExt cx="10039350" cy="3532188"/>
          </a:xfrm>
          <a:solidFill>
            <a:schemeClr val="tx1"/>
          </a:solidFill>
        </p:grpSpPr>
        <p:sp>
          <p:nvSpPr>
            <p:cNvPr id="30" name="Freeform 1">
              <a:extLst>
                <a:ext uri="{FF2B5EF4-FFF2-40B4-BE49-F238E27FC236}">
                  <a16:creationId xmlns:a16="http://schemas.microsoft.com/office/drawing/2014/main" id="{762FE1E5-C65B-72D7-02C4-398590595EC0}"/>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1" name="Freeform 2">
              <a:extLst>
                <a:ext uri="{FF2B5EF4-FFF2-40B4-BE49-F238E27FC236}">
                  <a16:creationId xmlns:a16="http://schemas.microsoft.com/office/drawing/2014/main" id="{1E9A529A-0398-6072-A0DF-ABB9BEFB8A35}"/>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2" name="Freeform 3">
              <a:extLst>
                <a:ext uri="{FF2B5EF4-FFF2-40B4-BE49-F238E27FC236}">
                  <a16:creationId xmlns:a16="http://schemas.microsoft.com/office/drawing/2014/main" id="{DD419CE1-39CE-E9A2-29A2-07100F63D4D4}"/>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3" name="Freeform 4">
              <a:extLst>
                <a:ext uri="{FF2B5EF4-FFF2-40B4-BE49-F238E27FC236}">
                  <a16:creationId xmlns:a16="http://schemas.microsoft.com/office/drawing/2014/main" id="{550AEB33-DA18-AD6B-12B2-6B779D949286}"/>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4" name="Freeform 5">
              <a:extLst>
                <a:ext uri="{FF2B5EF4-FFF2-40B4-BE49-F238E27FC236}">
                  <a16:creationId xmlns:a16="http://schemas.microsoft.com/office/drawing/2014/main" id="{97D60CEB-5259-BB91-6EE4-0CA64E5D51B0}"/>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5" name="Freeform 6">
              <a:extLst>
                <a:ext uri="{FF2B5EF4-FFF2-40B4-BE49-F238E27FC236}">
                  <a16:creationId xmlns:a16="http://schemas.microsoft.com/office/drawing/2014/main" id="{A96E93F8-42B3-DC21-6D7D-C50B09D3C39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36" name="Footer Placeholder 14">
            <a:extLst>
              <a:ext uri="{FF2B5EF4-FFF2-40B4-BE49-F238E27FC236}">
                <a16:creationId xmlns:a16="http://schemas.microsoft.com/office/drawing/2014/main" id="{B361FE3E-4D99-73F7-6E4B-ED07AFC40EBA}"/>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39301126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hase Activities - 2">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7E4BD90-ED57-5E4C-9FED-6E10CC4D07AE}"/>
              </a:ext>
            </a:extLst>
          </p:cNvPr>
          <p:cNvSpPr/>
          <p:nvPr userDrawn="1"/>
        </p:nvSpPr>
        <p:spPr bwMode="auto">
          <a:xfrm>
            <a:off x="0" y="0"/>
            <a:ext cx="4502727" cy="6858000"/>
          </a:xfrm>
          <a:prstGeom prst="rect">
            <a:avLst/>
          </a:prstGeom>
          <a:solidFill>
            <a:schemeClr val="bg1">
              <a:lumMod val="95000"/>
            </a:schemeClr>
          </a:solidFill>
          <a:ln>
            <a:noFill/>
          </a:ln>
          <a:effectLst/>
        </p:spPr>
        <p:txBody>
          <a:bodyPr wrap="none" rtlCol="0" anchor="ctr"/>
          <a:lstStyle/>
          <a:p>
            <a:pPr algn="ctr"/>
            <a:endParaRPr lang="en-GB" sz="2400" err="1">
              <a:solidFill>
                <a:schemeClr val="bg1"/>
              </a:solidFill>
              <a:latin typeface="Calibri Light" panose="020F0302020204030204" pitchFamily="34" charset="0"/>
              <a:ea typeface="Human Sans ExtraLight" charset="0"/>
              <a:cs typeface="Human Sans ExtraLight" charset="0"/>
            </a:endParaRPr>
          </a:p>
        </p:txBody>
      </p:sp>
      <p:sp>
        <p:nvSpPr>
          <p:cNvPr id="10" name="Text Placeholder 9"/>
          <p:cNvSpPr>
            <a:spLocks noGrp="1"/>
          </p:cNvSpPr>
          <p:nvPr>
            <p:ph type="body" sz="quarter" idx="10"/>
          </p:nvPr>
        </p:nvSpPr>
        <p:spPr>
          <a:xfrm>
            <a:off x="621624" y="1140105"/>
            <a:ext cx="3450314" cy="2060293"/>
          </a:xfrm>
          <a:prstGeom prst="rect">
            <a:avLst/>
          </a:prstGeom>
        </p:spPr>
        <p:txBody>
          <a:bodyPr vert="horz" lIns="0" tIns="0" rIns="0" bIns="0" rtlCol="0" anchor="t">
            <a:noAutofit/>
          </a:bodyPr>
          <a:lstStyle>
            <a:lvl1pPr>
              <a:defRPr lang="en-GB" b="0" i="0" smtClean="0">
                <a:latin typeface="Calibri Light" panose="020F0302020204030204" pitchFamily="34" charset="0"/>
                <a:cs typeface="Calibri Light" panose="020F0302020204030204" pitchFamily="34" charset="0"/>
              </a:defRPr>
            </a:lvl1pPr>
          </a:lstStyle>
          <a:p>
            <a:pPr lvl="0">
              <a:tabLst>
                <a:tab pos="457200" algn="l"/>
                <a:tab pos="914400" algn="l"/>
                <a:tab pos="1371600" algn="l"/>
                <a:tab pos="1828800" algn="l"/>
                <a:tab pos="2286000" algn="l"/>
                <a:tab pos="2743200" algn="l"/>
                <a:tab pos="3200400" algn="l"/>
                <a:tab pos="3657600" algn="l"/>
              </a:tabLst>
            </a:pPr>
            <a:r>
              <a:rPr lang="en-GB"/>
              <a:t>Click to edit Master text styles</a:t>
            </a:r>
          </a:p>
        </p:txBody>
      </p:sp>
      <p:sp>
        <p:nvSpPr>
          <p:cNvPr id="11" name="Text Placeholder 9"/>
          <p:cNvSpPr>
            <a:spLocks noGrp="1"/>
          </p:cNvSpPr>
          <p:nvPr>
            <p:ph type="body" sz="quarter" idx="12"/>
          </p:nvPr>
        </p:nvSpPr>
        <p:spPr>
          <a:xfrm>
            <a:off x="4956320" y="1140106"/>
            <a:ext cx="6778480" cy="5032092"/>
          </a:xfrm>
          <a:prstGeom prst="rect">
            <a:avLst/>
          </a:prstGeom>
        </p:spPr>
        <p:txBody>
          <a:bodyPr vert="horz" lIns="0" tIns="0" rIns="0" bIns="0" rtlCol="0" anchor="t">
            <a:noAutofit/>
          </a:bodyPr>
          <a:lstStyle>
            <a:lvl1pPr>
              <a:defRPr lang="en-GB" b="0" i="0" smtClean="0">
                <a:latin typeface="Calibri Light" panose="020F0302020204030204" pitchFamily="34" charset="0"/>
                <a:cs typeface="Calibri Light" panose="020F0302020204030204" pitchFamily="34" charset="0"/>
              </a:defRPr>
            </a:lvl1pPr>
          </a:lstStyle>
          <a:p>
            <a:pPr lvl="0">
              <a:tabLst>
                <a:tab pos="457200" algn="l"/>
                <a:tab pos="914400" algn="l"/>
                <a:tab pos="1371600" algn="l"/>
                <a:tab pos="1828800" algn="l"/>
                <a:tab pos="2286000" algn="l"/>
                <a:tab pos="2743200" algn="l"/>
                <a:tab pos="3200400" algn="l"/>
                <a:tab pos="3657600" algn="l"/>
              </a:tabLst>
            </a:pPr>
            <a:r>
              <a:rPr lang="en-GB"/>
              <a:t>Click to edit Master text styles</a:t>
            </a:r>
          </a:p>
        </p:txBody>
      </p:sp>
      <p:sp>
        <p:nvSpPr>
          <p:cNvPr id="2" name="Title 1">
            <a:extLst>
              <a:ext uri="{FF2B5EF4-FFF2-40B4-BE49-F238E27FC236}">
                <a16:creationId xmlns:a16="http://schemas.microsoft.com/office/drawing/2014/main" id="{714ABE71-D5E1-6A11-80AF-92DDBDB16058}"/>
              </a:ext>
            </a:extLst>
          </p:cNvPr>
          <p:cNvSpPr>
            <a:spLocks noGrp="1"/>
          </p:cNvSpPr>
          <p:nvPr>
            <p:ph type="title" hasCustomPrompt="1"/>
          </p:nvPr>
        </p:nvSpPr>
        <p:spPr>
          <a:xfrm>
            <a:off x="633633" y="722843"/>
            <a:ext cx="2394576" cy="338554"/>
          </a:xfrm>
          <a:prstGeom prst="rect">
            <a:avLst/>
          </a:prstGeom>
        </p:spPr>
        <p:txBody>
          <a:bodyPr/>
          <a:lstStyle>
            <a:lvl1pPr>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3" name="Text Placeholder 10">
            <a:extLst>
              <a:ext uri="{FF2B5EF4-FFF2-40B4-BE49-F238E27FC236}">
                <a16:creationId xmlns:a16="http://schemas.microsoft.com/office/drawing/2014/main" id="{E7C74694-E105-9221-96A4-297A6F4D4BD9}"/>
              </a:ext>
            </a:extLst>
          </p:cNvPr>
          <p:cNvSpPr>
            <a:spLocks noGrp="1"/>
          </p:cNvSpPr>
          <p:nvPr>
            <p:ph type="body" sz="quarter" idx="28" hasCustomPrompt="1"/>
          </p:nvPr>
        </p:nvSpPr>
        <p:spPr>
          <a:xfrm>
            <a:off x="633632" y="419100"/>
            <a:ext cx="2557243" cy="186542"/>
          </a:xfrm>
          <a:prstGeom prst="rect">
            <a:avLst/>
          </a:prstGeom>
        </p:spPr>
        <p:txBody>
          <a:bodyPr/>
          <a:lstStyle>
            <a:lvl1pPr>
              <a:spcBef>
                <a:spcPts val="0"/>
              </a:spcBef>
              <a:defRPr lang="en-US" sz="1000" b="0"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5" name="Group 4">
            <a:extLst>
              <a:ext uri="{FF2B5EF4-FFF2-40B4-BE49-F238E27FC236}">
                <a16:creationId xmlns:a16="http://schemas.microsoft.com/office/drawing/2014/main" id="{FFAB293D-BD22-41DB-4BA3-1B951AD39AD7}"/>
              </a:ext>
            </a:extLst>
          </p:cNvPr>
          <p:cNvGrpSpPr/>
          <p:nvPr userDrawn="1"/>
        </p:nvGrpSpPr>
        <p:grpSpPr>
          <a:xfrm>
            <a:off x="611054" y="6471298"/>
            <a:ext cx="372834" cy="131175"/>
            <a:chOff x="14288" y="2035175"/>
            <a:chExt cx="10039350" cy="3532188"/>
          </a:xfrm>
          <a:solidFill>
            <a:schemeClr val="tx1"/>
          </a:solidFill>
        </p:grpSpPr>
        <p:sp>
          <p:nvSpPr>
            <p:cNvPr id="6" name="Freeform 1">
              <a:extLst>
                <a:ext uri="{FF2B5EF4-FFF2-40B4-BE49-F238E27FC236}">
                  <a16:creationId xmlns:a16="http://schemas.microsoft.com/office/drawing/2014/main" id="{890FD7A3-A8C4-697A-7A99-1385706202EA}"/>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6291B8D9-54C7-3E95-7C41-C65CE961D4F0}"/>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95E50227-2305-1F31-2DF6-0D97702147F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FF760A68-FDAD-5B4E-CEAC-2343122B083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5">
              <a:extLst>
                <a:ext uri="{FF2B5EF4-FFF2-40B4-BE49-F238E27FC236}">
                  <a16:creationId xmlns:a16="http://schemas.microsoft.com/office/drawing/2014/main" id="{E1A02624-CE4E-83B1-86AD-E75850DA6F15}"/>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91B9DBD1-BB3F-E427-57EF-B5234A7B9481}"/>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A563124D-28F2-7DE4-64B6-C407DA8BDED1}"/>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2088920833"/>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52926" y="0"/>
            <a:ext cx="7839074"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52925" y="0"/>
            <a:ext cx="7839075" cy="6858000"/>
          </a:xfrm>
          <a:prstGeom prst="rect">
            <a:avLst/>
          </a:prstGeom>
          <a:solidFill>
            <a:schemeClr val="bg1">
              <a:lumMod val="95000"/>
            </a:schemeClr>
          </a:solidFill>
        </p:spPr>
        <p:txBody>
          <a:bodyPr/>
          <a:lstStyle/>
          <a:p>
            <a:endParaRPr lang="en-US"/>
          </a:p>
        </p:txBody>
      </p:sp>
      <p:sp>
        <p:nvSpPr>
          <p:cNvPr id="6" name="Title 1">
            <a:extLst>
              <a:ext uri="{FF2B5EF4-FFF2-40B4-BE49-F238E27FC236}">
                <a16:creationId xmlns:a16="http://schemas.microsoft.com/office/drawing/2014/main" id="{50445D59-5D09-D8C1-2EC1-A52718159786}"/>
              </a:ext>
            </a:extLst>
          </p:cNvPr>
          <p:cNvSpPr>
            <a:spLocks noGrp="1"/>
          </p:cNvSpPr>
          <p:nvPr>
            <p:ph type="title" hasCustomPrompt="1"/>
          </p:nvPr>
        </p:nvSpPr>
        <p:spPr>
          <a:xfrm>
            <a:off x="639074" y="731520"/>
            <a:ext cx="254227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7" name="Text Placeholder 10">
            <a:extLst>
              <a:ext uri="{FF2B5EF4-FFF2-40B4-BE49-F238E27FC236}">
                <a16:creationId xmlns:a16="http://schemas.microsoft.com/office/drawing/2014/main" id="{77EF2F3C-6015-6E2B-6FDD-5205793AA2FD}"/>
              </a:ext>
            </a:extLst>
          </p:cNvPr>
          <p:cNvSpPr>
            <a:spLocks noGrp="1"/>
          </p:cNvSpPr>
          <p:nvPr>
            <p:ph type="body" sz="quarter" idx="15" hasCustomPrompt="1"/>
          </p:nvPr>
        </p:nvSpPr>
        <p:spPr>
          <a:xfrm>
            <a:off x="639074" y="419100"/>
            <a:ext cx="2542276" cy="223451"/>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pic>
        <p:nvPicPr>
          <p:cNvPr id="3" name="Graphic 2">
            <a:extLst>
              <a:ext uri="{FF2B5EF4-FFF2-40B4-BE49-F238E27FC236}">
                <a16:creationId xmlns:a16="http://schemas.microsoft.com/office/drawing/2014/main" id="{C6597573-C1C5-3281-B2D7-664C4A19F07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2918979145"/>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Case Study_Mockup_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2FD094-0794-063E-2B57-722EE39684F1}"/>
              </a:ext>
            </a:extLst>
          </p:cNvPr>
          <p:cNvSpPr/>
          <p:nvPr userDrawn="1"/>
        </p:nvSpPr>
        <p:spPr bwMode="auto">
          <a:xfrm>
            <a:off x="0" y="0"/>
            <a:ext cx="7143750"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6" name="Title 1">
            <a:extLst>
              <a:ext uri="{FF2B5EF4-FFF2-40B4-BE49-F238E27FC236}">
                <a16:creationId xmlns:a16="http://schemas.microsoft.com/office/drawing/2014/main" id="{5CB865C5-5C2A-A194-F7E1-984E0B642407}"/>
              </a:ext>
            </a:extLst>
          </p:cNvPr>
          <p:cNvSpPr>
            <a:spLocks noGrp="1"/>
          </p:cNvSpPr>
          <p:nvPr>
            <p:ph type="title" hasCustomPrompt="1"/>
          </p:nvPr>
        </p:nvSpPr>
        <p:spPr>
          <a:xfrm>
            <a:off x="639074" y="731520"/>
            <a:ext cx="254227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7" name="Text Placeholder 10">
            <a:extLst>
              <a:ext uri="{FF2B5EF4-FFF2-40B4-BE49-F238E27FC236}">
                <a16:creationId xmlns:a16="http://schemas.microsoft.com/office/drawing/2014/main" id="{4D86B38F-89DD-F114-5F16-98FE8F50CA3D}"/>
              </a:ext>
            </a:extLst>
          </p:cNvPr>
          <p:cNvSpPr>
            <a:spLocks noGrp="1"/>
          </p:cNvSpPr>
          <p:nvPr>
            <p:ph type="body" sz="quarter" idx="15" hasCustomPrompt="1"/>
          </p:nvPr>
        </p:nvSpPr>
        <p:spPr>
          <a:xfrm>
            <a:off x="639074" y="419100"/>
            <a:ext cx="2542276" cy="223451"/>
          </a:xfrm>
          <a:prstGeom prst="rect">
            <a:avLst/>
          </a:prstGeom>
        </p:spPr>
        <p:txBody>
          <a:bodyPr vert="horz" lIns="0" tIns="0" rIns="0" bIns="0" rtlCol="0">
            <a:noAutofit/>
          </a:bodyPr>
          <a:lstStyle>
            <a:lvl1pPr>
              <a:defRPr lang="en-US" sz="1000" b="0" cap="all" spc="300" baseline="0">
                <a:solidFill>
                  <a:schemeClr val="tx1"/>
                </a:solidFill>
                <a:latin typeface="Calibri" panose="020F0502020204030204" pitchFamily="34" charset="0"/>
              </a:defRPr>
            </a:lvl1pPr>
          </a:lstStyle>
          <a:p>
            <a:pPr lvl="0"/>
            <a:r>
              <a:rPr lang="en-US"/>
              <a:t>Click to add section title</a:t>
            </a:r>
          </a:p>
        </p:txBody>
      </p:sp>
      <p:grpSp>
        <p:nvGrpSpPr>
          <p:cNvPr id="2" name="Group 1">
            <a:extLst>
              <a:ext uri="{FF2B5EF4-FFF2-40B4-BE49-F238E27FC236}">
                <a16:creationId xmlns:a16="http://schemas.microsoft.com/office/drawing/2014/main" id="{438CD1E8-8643-37BF-A157-B9B3A242CA96}"/>
              </a:ext>
            </a:extLst>
          </p:cNvPr>
          <p:cNvGrpSpPr/>
          <p:nvPr userDrawn="1"/>
        </p:nvGrpSpPr>
        <p:grpSpPr>
          <a:xfrm>
            <a:off x="611054" y="6471298"/>
            <a:ext cx="372834" cy="131175"/>
            <a:chOff x="14288" y="2035175"/>
            <a:chExt cx="10039350" cy="3532188"/>
          </a:xfrm>
          <a:solidFill>
            <a:schemeClr val="tx1"/>
          </a:solidFill>
        </p:grpSpPr>
        <p:sp>
          <p:nvSpPr>
            <p:cNvPr id="3" name="Freeform 1">
              <a:extLst>
                <a:ext uri="{FF2B5EF4-FFF2-40B4-BE49-F238E27FC236}">
                  <a16:creationId xmlns:a16="http://schemas.microsoft.com/office/drawing/2014/main" id="{3A78BCEF-E5DE-2366-0909-2533CF46343F}"/>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4" name="Freeform 2">
              <a:extLst>
                <a:ext uri="{FF2B5EF4-FFF2-40B4-BE49-F238E27FC236}">
                  <a16:creationId xmlns:a16="http://schemas.microsoft.com/office/drawing/2014/main" id="{9A1F6FC3-8D59-6E48-98D3-9956AB18EDC0}"/>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3">
              <a:extLst>
                <a:ext uri="{FF2B5EF4-FFF2-40B4-BE49-F238E27FC236}">
                  <a16:creationId xmlns:a16="http://schemas.microsoft.com/office/drawing/2014/main" id="{C8E7B689-8988-1BA7-6918-CDFCF00F021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4">
              <a:extLst>
                <a:ext uri="{FF2B5EF4-FFF2-40B4-BE49-F238E27FC236}">
                  <a16:creationId xmlns:a16="http://schemas.microsoft.com/office/drawing/2014/main" id="{87D34BF3-90D1-D684-C4E4-1898ED73622F}"/>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5">
              <a:extLst>
                <a:ext uri="{FF2B5EF4-FFF2-40B4-BE49-F238E27FC236}">
                  <a16:creationId xmlns:a16="http://schemas.microsoft.com/office/drawing/2014/main" id="{65D76B7A-D16B-7737-50A0-A44B46BD9B56}"/>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6">
              <a:extLst>
                <a:ext uri="{FF2B5EF4-FFF2-40B4-BE49-F238E27FC236}">
                  <a16:creationId xmlns:a16="http://schemas.microsoft.com/office/drawing/2014/main" id="{D1FA05E7-D7F7-8B9C-2EEB-50EDDF1B4CE3}"/>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3" name="Footer Placeholder 14">
            <a:extLst>
              <a:ext uri="{FF2B5EF4-FFF2-40B4-BE49-F238E27FC236}">
                <a16:creationId xmlns:a16="http://schemas.microsoft.com/office/drawing/2014/main" id="{229943D8-ECFD-4D7E-FE44-13F52620BA7C}"/>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20271723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ase Study - Light_Left - 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Title 1">
            <a:extLst>
              <a:ext uri="{FF2B5EF4-FFF2-40B4-BE49-F238E27FC236}">
                <a16:creationId xmlns:a16="http://schemas.microsoft.com/office/drawing/2014/main" id="{A89C1B26-E14B-2E25-88BA-71C46492454A}"/>
              </a:ext>
            </a:extLst>
          </p:cNvPr>
          <p:cNvSpPr>
            <a:spLocks noGrp="1"/>
          </p:cNvSpPr>
          <p:nvPr>
            <p:ph type="title"/>
          </p:nvPr>
        </p:nvSpPr>
        <p:spPr>
          <a:xfrm>
            <a:off x="4351341" y="1600200"/>
            <a:ext cx="4797425" cy="338554"/>
          </a:xfrm>
          <a:prstGeom prst="rect">
            <a:avLst/>
          </a:prstGeom>
        </p:spPr>
        <p:txBody>
          <a:bodyPr>
            <a:spAutoFit/>
          </a:bodyPr>
          <a:lstStyle>
            <a:lvl1pPr>
              <a:defRPr sz="2200" b="1" i="0">
                <a:solidFill>
                  <a:schemeClr val="tx1"/>
                </a:solidFill>
                <a:latin typeface="Calibri" panose="020F0502020204030204" pitchFamily="34" charset="0"/>
                <a:cs typeface="Calibri" panose="020F0502020204030204" pitchFamily="34" charset="0"/>
              </a:defRPr>
            </a:lvl1pPr>
          </a:lstStyle>
          <a:p>
            <a:r>
              <a:rPr lang="en-US"/>
              <a:t>Click to edit Master title style</a:t>
            </a:r>
          </a:p>
        </p:txBody>
      </p:sp>
      <p:sp>
        <p:nvSpPr>
          <p:cNvPr id="6" name="Text Placeholder 2">
            <a:extLst>
              <a:ext uri="{FF2B5EF4-FFF2-40B4-BE49-F238E27FC236}">
                <a16:creationId xmlns:a16="http://schemas.microsoft.com/office/drawing/2014/main" id="{77C163D7-2A38-9319-D390-FCAAEBA5DF3D}"/>
              </a:ext>
            </a:extLst>
          </p:cNvPr>
          <p:cNvSpPr>
            <a:spLocks noGrp="1"/>
          </p:cNvSpPr>
          <p:nvPr>
            <p:ph type="body" sz="quarter" idx="17" hasCustomPrompt="1"/>
          </p:nvPr>
        </p:nvSpPr>
        <p:spPr>
          <a:xfrm>
            <a:off x="4363914" y="2286000"/>
            <a:ext cx="4784852" cy="3657600"/>
          </a:xfrm>
          <a:prstGeom prst="rect">
            <a:avLst/>
          </a:prstGeom>
        </p:spPr>
        <p:txBody>
          <a:bodyPr/>
          <a:lstStyle>
            <a:lvl1pPr>
              <a:lnSpc>
                <a:spcPts val="2000"/>
              </a:lnSpc>
              <a:defRPr sz="1400" b="0" i="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p:txBody>
      </p:sp>
      <p:grpSp>
        <p:nvGrpSpPr>
          <p:cNvPr id="7" name="Group 6">
            <a:extLst>
              <a:ext uri="{FF2B5EF4-FFF2-40B4-BE49-F238E27FC236}">
                <a16:creationId xmlns:a16="http://schemas.microsoft.com/office/drawing/2014/main" id="{8EBA63CB-00C8-A226-91E1-9B1BAD3E7C3F}"/>
              </a:ext>
            </a:extLst>
          </p:cNvPr>
          <p:cNvGrpSpPr/>
          <p:nvPr userDrawn="1"/>
        </p:nvGrpSpPr>
        <p:grpSpPr>
          <a:xfrm>
            <a:off x="611054" y="6471298"/>
            <a:ext cx="372834" cy="131175"/>
            <a:chOff x="14288" y="2035175"/>
            <a:chExt cx="10039350" cy="3532188"/>
          </a:xfrm>
          <a:solidFill>
            <a:schemeClr val="tx1"/>
          </a:solidFill>
        </p:grpSpPr>
        <p:sp>
          <p:nvSpPr>
            <p:cNvPr id="8" name="Freeform 1">
              <a:extLst>
                <a:ext uri="{FF2B5EF4-FFF2-40B4-BE49-F238E27FC236}">
                  <a16:creationId xmlns:a16="http://schemas.microsoft.com/office/drawing/2014/main" id="{E458C1C3-1852-F3BF-CC87-15B596B81DCE}"/>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8" name="Freeform 2">
              <a:extLst>
                <a:ext uri="{FF2B5EF4-FFF2-40B4-BE49-F238E27FC236}">
                  <a16:creationId xmlns:a16="http://schemas.microsoft.com/office/drawing/2014/main" id="{40B888D8-4190-94A3-FB87-97E4B115DB6A}"/>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0" name="Freeform 3">
              <a:extLst>
                <a:ext uri="{FF2B5EF4-FFF2-40B4-BE49-F238E27FC236}">
                  <a16:creationId xmlns:a16="http://schemas.microsoft.com/office/drawing/2014/main" id="{E8A5F0B3-852B-EA59-79AA-2D8233351D2D}"/>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4">
              <a:extLst>
                <a:ext uri="{FF2B5EF4-FFF2-40B4-BE49-F238E27FC236}">
                  <a16:creationId xmlns:a16="http://schemas.microsoft.com/office/drawing/2014/main" id="{840BD7D7-C406-B27F-70BE-C994462C8306}"/>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5">
              <a:extLst>
                <a:ext uri="{FF2B5EF4-FFF2-40B4-BE49-F238E27FC236}">
                  <a16:creationId xmlns:a16="http://schemas.microsoft.com/office/drawing/2014/main" id="{4C449152-AE10-3576-E19C-A62DADCD3C08}"/>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6">
              <a:extLst>
                <a:ext uri="{FF2B5EF4-FFF2-40B4-BE49-F238E27FC236}">
                  <a16:creationId xmlns:a16="http://schemas.microsoft.com/office/drawing/2014/main" id="{FD9D9EA1-C760-533A-D8D8-8CD513261227}"/>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4" name="Footer Placeholder 14">
            <a:extLst>
              <a:ext uri="{FF2B5EF4-FFF2-40B4-BE49-F238E27FC236}">
                <a16:creationId xmlns:a16="http://schemas.microsoft.com/office/drawing/2014/main" id="{6B3878D1-5D88-D93F-E688-BBD9B6194015}"/>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Tree>
    <p:extLst>
      <p:ext uri="{BB962C8B-B14F-4D97-AF65-F5344CB8AC3E}">
        <p14:creationId xmlns:p14="http://schemas.microsoft.com/office/powerpoint/2010/main" val="3325016642"/>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ase_Study_2/3_Picture">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4381500" y="0"/>
            <a:ext cx="7810500" cy="6858000"/>
          </a:xfrm>
          <a:prstGeom prst="rect">
            <a:avLst/>
          </a:prstGeom>
        </p:spPr>
        <p:txBody>
          <a:bodyPr/>
          <a:lstStyle/>
          <a:p>
            <a:endParaRPr lang="en-US"/>
          </a:p>
        </p:txBody>
      </p:sp>
      <p:sp>
        <p:nvSpPr>
          <p:cNvPr id="7" name="Title 1">
            <a:extLst>
              <a:ext uri="{FF2B5EF4-FFF2-40B4-BE49-F238E27FC236}">
                <a16:creationId xmlns:a16="http://schemas.microsoft.com/office/drawing/2014/main" id="{87A1E7D4-E665-893A-3F0B-9EC2B35AFD57}"/>
              </a:ext>
            </a:extLst>
          </p:cNvPr>
          <p:cNvSpPr>
            <a:spLocks noGrp="1"/>
          </p:cNvSpPr>
          <p:nvPr>
            <p:ph type="title" hasCustomPrompt="1"/>
          </p:nvPr>
        </p:nvSpPr>
        <p:spPr>
          <a:xfrm>
            <a:off x="633633" y="722843"/>
            <a:ext cx="347640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8" name="Text Placeholder 10">
            <a:extLst>
              <a:ext uri="{FF2B5EF4-FFF2-40B4-BE49-F238E27FC236}">
                <a16:creationId xmlns:a16="http://schemas.microsoft.com/office/drawing/2014/main" id="{5009CBC2-6C96-578F-0FFC-E76D27D9A7E3}"/>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2" name="Group 1">
            <a:extLst>
              <a:ext uri="{FF2B5EF4-FFF2-40B4-BE49-F238E27FC236}">
                <a16:creationId xmlns:a16="http://schemas.microsoft.com/office/drawing/2014/main" id="{BF11BD9A-353A-B270-680B-6CE2ACD6FB5F}"/>
              </a:ext>
            </a:extLst>
          </p:cNvPr>
          <p:cNvGrpSpPr/>
          <p:nvPr userDrawn="1"/>
        </p:nvGrpSpPr>
        <p:grpSpPr>
          <a:xfrm>
            <a:off x="610888" y="6472556"/>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C0B652B9-748C-2E96-0A25-B57F4FFAC490}"/>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5" name="Freeform 2">
              <a:extLst>
                <a:ext uri="{FF2B5EF4-FFF2-40B4-BE49-F238E27FC236}">
                  <a16:creationId xmlns:a16="http://schemas.microsoft.com/office/drawing/2014/main" id="{BD00DBD0-19EE-4E7F-07D9-B400DA8F0311}"/>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3">
              <a:extLst>
                <a:ext uri="{FF2B5EF4-FFF2-40B4-BE49-F238E27FC236}">
                  <a16:creationId xmlns:a16="http://schemas.microsoft.com/office/drawing/2014/main" id="{5233603A-B7D4-FDF9-365D-DA57A70B453D}"/>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A7A67499-B219-50C0-362F-CB335679C3C2}"/>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5">
              <a:extLst>
                <a:ext uri="{FF2B5EF4-FFF2-40B4-BE49-F238E27FC236}">
                  <a16:creationId xmlns:a16="http://schemas.microsoft.com/office/drawing/2014/main" id="{B86F8F02-B0A3-0145-2F85-0E133668895C}"/>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6">
              <a:extLst>
                <a:ext uri="{FF2B5EF4-FFF2-40B4-BE49-F238E27FC236}">
                  <a16:creationId xmlns:a16="http://schemas.microsoft.com/office/drawing/2014/main" id="{2F12B3BE-2E14-4E12-F18F-F71EEF29328B}"/>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2" name="Footer Placeholder 14">
            <a:extLst>
              <a:ext uri="{FF2B5EF4-FFF2-40B4-BE49-F238E27FC236}">
                <a16:creationId xmlns:a16="http://schemas.microsoft.com/office/drawing/2014/main" id="{A4765DFE-04E0-FBB0-087E-0B35EEF7FC38}"/>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5" name="Graphic 14">
            <a:extLst>
              <a:ext uri="{FF2B5EF4-FFF2-40B4-BE49-F238E27FC236}">
                <a16:creationId xmlns:a16="http://schemas.microsoft.com/office/drawing/2014/main" id="{4F1123D6-C119-145D-9455-84A0F5FCD52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40006833"/>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ase Study_Mockup">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52DE14-65C1-7956-7013-27CD9E260F56}"/>
              </a:ext>
            </a:extLst>
          </p:cNvPr>
          <p:cNvSpPr/>
          <p:nvPr userDrawn="1"/>
        </p:nvSpPr>
        <p:spPr bwMode="auto">
          <a:xfrm>
            <a:off x="0" y="0"/>
            <a:ext cx="2489200" cy="6858000"/>
          </a:xfrm>
          <a:prstGeom prst="rect">
            <a:avLst/>
          </a:prstGeom>
          <a:solidFill>
            <a:srgbClr val="2D2D2D"/>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Title 1">
            <a:extLst>
              <a:ext uri="{FF2B5EF4-FFF2-40B4-BE49-F238E27FC236}">
                <a16:creationId xmlns:a16="http://schemas.microsoft.com/office/drawing/2014/main" id="{EAF94430-52EF-289A-6B5B-96C63479C8AD}"/>
              </a:ext>
            </a:extLst>
          </p:cNvPr>
          <p:cNvSpPr>
            <a:spLocks noGrp="1"/>
          </p:cNvSpPr>
          <p:nvPr>
            <p:ph type="title"/>
          </p:nvPr>
        </p:nvSpPr>
        <p:spPr>
          <a:xfrm>
            <a:off x="4375092" y="1600200"/>
            <a:ext cx="4797425" cy="338554"/>
          </a:xfrm>
          <a:prstGeom prst="rect">
            <a:avLst/>
          </a:prstGeom>
        </p:spPr>
        <p:txBody>
          <a:bodyPr>
            <a:spAutoFit/>
          </a:bodyPr>
          <a:lstStyle>
            <a:lvl1pPr>
              <a:defRPr sz="2200" b="1" i="0">
                <a:solidFill>
                  <a:schemeClr val="bg1"/>
                </a:solidFill>
                <a:latin typeface="Calibri" panose="020F0502020204030204" pitchFamily="34" charset="0"/>
                <a:cs typeface="Calibri" panose="020F0502020204030204" pitchFamily="34" charset="0"/>
              </a:defRPr>
            </a:lvl1pPr>
          </a:lstStyle>
          <a:p>
            <a:r>
              <a:rPr lang="en-US"/>
              <a:t>Click to edit Master title style</a:t>
            </a:r>
          </a:p>
        </p:txBody>
      </p:sp>
      <p:sp>
        <p:nvSpPr>
          <p:cNvPr id="6" name="Text Placeholder 2">
            <a:extLst>
              <a:ext uri="{FF2B5EF4-FFF2-40B4-BE49-F238E27FC236}">
                <a16:creationId xmlns:a16="http://schemas.microsoft.com/office/drawing/2014/main" id="{79C365B7-BDA2-A1BA-99C3-FAE4F63E6178}"/>
              </a:ext>
            </a:extLst>
          </p:cNvPr>
          <p:cNvSpPr>
            <a:spLocks noGrp="1"/>
          </p:cNvSpPr>
          <p:nvPr>
            <p:ph type="body" sz="quarter" idx="17" hasCustomPrompt="1"/>
          </p:nvPr>
        </p:nvSpPr>
        <p:spPr>
          <a:xfrm>
            <a:off x="4387665" y="2286000"/>
            <a:ext cx="4784852" cy="3657600"/>
          </a:xfrm>
          <a:prstGeom prst="rect">
            <a:avLst/>
          </a:prstGeom>
        </p:spPr>
        <p:txBody>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p:txBody>
      </p:sp>
      <p:grpSp>
        <p:nvGrpSpPr>
          <p:cNvPr id="3" name="Group 2">
            <a:extLst>
              <a:ext uri="{FF2B5EF4-FFF2-40B4-BE49-F238E27FC236}">
                <a16:creationId xmlns:a16="http://schemas.microsoft.com/office/drawing/2014/main" id="{EAC351B5-D1D1-7F76-0440-54FC9FC1F6C4}"/>
              </a:ext>
            </a:extLst>
          </p:cNvPr>
          <p:cNvGrpSpPr/>
          <p:nvPr userDrawn="1"/>
        </p:nvGrpSpPr>
        <p:grpSpPr>
          <a:xfrm>
            <a:off x="610888" y="6472556"/>
            <a:ext cx="372834" cy="131175"/>
            <a:chOff x="14288" y="2035175"/>
            <a:chExt cx="10039350" cy="3532188"/>
          </a:xfrm>
          <a:solidFill>
            <a:schemeClr val="bg1"/>
          </a:solidFill>
        </p:grpSpPr>
        <p:sp>
          <p:nvSpPr>
            <p:cNvPr id="4" name="Freeform 1">
              <a:extLst>
                <a:ext uri="{FF2B5EF4-FFF2-40B4-BE49-F238E27FC236}">
                  <a16:creationId xmlns:a16="http://schemas.microsoft.com/office/drawing/2014/main" id="{42019034-45AD-5B0A-C723-54860B845978}"/>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E4763306-F1E4-D9B9-4BF0-88C31CF8303F}"/>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538D9816-1C84-7A92-9AB6-BD95A992994A}"/>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9AF008A7-529E-D25F-4F84-82DCCAFF908E}"/>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5">
              <a:extLst>
                <a:ext uri="{FF2B5EF4-FFF2-40B4-BE49-F238E27FC236}">
                  <a16:creationId xmlns:a16="http://schemas.microsoft.com/office/drawing/2014/main" id="{1AD5B8F0-7829-2BBF-C5ED-B16E8203C0E1}"/>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6">
              <a:extLst>
                <a:ext uri="{FF2B5EF4-FFF2-40B4-BE49-F238E27FC236}">
                  <a16:creationId xmlns:a16="http://schemas.microsoft.com/office/drawing/2014/main" id="{C20226BB-EBD8-5F4C-E55B-BD8452EB15C4}"/>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3" name="Footer Placeholder 14">
            <a:extLst>
              <a:ext uri="{FF2B5EF4-FFF2-40B4-BE49-F238E27FC236}">
                <a16:creationId xmlns:a16="http://schemas.microsoft.com/office/drawing/2014/main" id="{FB6F5598-ED6B-0344-9CD4-7C6715158EE0}"/>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11" name="Graphic 10">
            <a:extLst>
              <a:ext uri="{FF2B5EF4-FFF2-40B4-BE49-F238E27FC236}">
                <a16:creationId xmlns:a16="http://schemas.microsoft.com/office/drawing/2014/main" id="{AF0C2FCA-F3B3-85B7-DF10-B609ED5406D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88397592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mall description + Big Image - Dar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D0D318-DA15-4643-AA98-F0CD1AB9AA3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57200" y="6378575"/>
            <a:ext cx="2044173" cy="257518"/>
          </a:xfrm>
          <a:prstGeom prst="rect">
            <a:avLst/>
          </a:prstGeom>
        </p:spPr>
      </p:pic>
      <p:sp>
        <p:nvSpPr>
          <p:cNvPr id="10" name="Rectangle 9">
            <a:extLst>
              <a:ext uri="{FF2B5EF4-FFF2-40B4-BE49-F238E27FC236}">
                <a16:creationId xmlns:a16="http://schemas.microsoft.com/office/drawing/2014/main" id="{E9B0530B-2CF0-2B45-9E31-2D14CB34CC97}"/>
              </a:ext>
            </a:extLst>
          </p:cNvPr>
          <p:cNvSpPr/>
          <p:nvPr userDrawn="1"/>
        </p:nvSpPr>
        <p:spPr bwMode="auto">
          <a:xfrm>
            <a:off x="0" y="0"/>
            <a:ext cx="3196910" cy="6858000"/>
          </a:xfrm>
          <a:prstGeom prst="rect">
            <a:avLst/>
          </a:prstGeom>
          <a:solidFill>
            <a:schemeClr val="accent1"/>
          </a:solidFill>
          <a:ln>
            <a:noFill/>
          </a:ln>
          <a:effectLst/>
        </p:spPr>
        <p:txBody>
          <a:bodyPr wrap="none" rtlCol="0" anchor="ctr"/>
          <a:lstStyle/>
          <a:p>
            <a:pPr algn="ctr"/>
            <a:endParaRPr lang="en-US" sz="2400" b="0" i="0">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13">
            <a:extLst>
              <a:ext uri="{FF2B5EF4-FFF2-40B4-BE49-F238E27FC236}">
                <a16:creationId xmlns:a16="http://schemas.microsoft.com/office/drawing/2014/main" id="{8C51537F-E5E5-C646-8EA7-62625B5F033C}"/>
              </a:ext>
            </a:extLst>
          </p:cNvPr>
          <p:cNvSpPr>
            <a:spLocks noGrp="1"/>
          </p:cNvSpPr>
          <p:nvPr>
            <p:ph type="pic" sz="quarter" idx="10"/>
          </p:nvPr>
        </p:nvSpPr>
        <p:spPr>
          <a:xfrm>
            <a:off x="3196910" y="0"/>
            <a:ext cx="8995090" cy="6858000"/>
          </a:xfrm>
          <a:prstGeom prst="rect">
            <a:avLst/>
          </a:prstGeom>
        </p:spPr>
        <p:txBody>
          <a:bodyPr/>
          <a:lstStyle>
            <a:lvl1pPr>
              <a:defRPr b="0" i="0"/>
            </a:lvl1pPr>
          </a:lstStyle>
          <a:p>
            <a:r>
              <a:rPr lang="en-GB"/>
              <a:t>Click icon to add picture</a:t>
            </a:r>
            <a:endParaRPr lang="en-US"/>
          </a:p>
        </p:txBody>
      </p:sp>
      <p:sp>
        <p:nvSpPr>
          <p:cNvPr id="5" name="Title 1">
            <a:extLst>
              <a:ext uri="{FF2B5EF4-FFF2-40B4-BE49-F238E27FC236}">
                <a16:creationId xmlns:a16="http://schemas.microsoft.com/office/drawing/2014/main" id="{C84856B7-148D-E1E7-3F34-5D2E2DF9F15C}"/>
              </a:ext>
            </a:extLst>
          </p:cNvPr>
          <p:cNvSpPr>
            <a:spLocks noGrp="1"/>
          </p:cNvSpPr>
          <p:nvPr>
            <p:ph type="title" hasCustomPrompt="1"/>
          </p:nvPr>
        </p:nvSpPr>
        <p:spPr>
          <a:xfrm>
            <a:off x="633633" y="722843"/>
            <a:ext cx="2323324"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0081F455-FCFB-C236-B7B8-F9D5D063F1B2}"/>
              </a:ext>
            </a:extLst>
          </p:cNvPr>
          <p:cNvSpPr>
            <a:spLocks noGrp="1"/>
          </p:cNvSpPr>
          <p:nvPr>
            <p:ph type="body" sz="quarter" idx="28" hasCustomPrompt="1"/>
          </p:nvPr>
        </p:nvSpPr>
        <p:spPr>
          <a:xfrm>
            <a:off x="633632" y="419099"/>
            <a:ext cx="2557243" cy="303743"/>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27" name="Group 26">
            <a:extLst>
              <a:ext uri="{FF2B5EF4-FFF2-40B4-BE49-F238E27FC236}">
                <a16:creationId xmlns:a16="http://schemas.microsoft.com/office/drawing/2014/main" id="{BF608023-271C-CD8F-B310-1963E1451AA5}"/>
              </a:ext>
            </a:extLst>
          </p:cNvPr>
          <p:cNvGrpSpPr/>
          <p:nvPr userDrawn="1"/>
        </p:nvGrpSpPr>
        <p:grpSpPr>
          <a:xfrm>
            <a:off x="610888" y="6472556"/>
            <a:ext cx="372834" cy="131175"/>
            <a:chOff x="14288" y="2035175"/>
            <a:chExt cx="10039350" cy="3532188"/>
          </a:xfrm>
          <a:solidFill>
            <a:schemeClr val="bg1"/>
          </a:solidFill>
        </p:grpSpPr>
        <p:sp>
          <p:nvSpPr>
            <p:cNvPr id="28" name="Freeform 1">
              <a:extLst>
                <a:ext uri="{FF2B5EF4-FFF2-40B4-BE49-F238E27FC236}">
                  <a16:creationId xmlns:a16="http://schemas.microsoft.com/office/drawing/2014/main" id="{E2892E38-6F11-376F-83E1-960380EA2DC8}"/>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9" name="Freeform 2">
              <a:extLst>
                <a:ext uri="{FF2B5EF4-FFF2-40B4-BE49-F238E27FC236}">
                  <a16:creationId xmlns:a16="http://schemas.microsoft.com/office/drawing/2014/main" id="{8048F85A-2CCA-C8DD-209B-850519D3AB2D}"/>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0" name="Freeform 3">
              <a:extLst>
                <a:ext uri="{FF2B5EF4-FFF2-40B4-BE49-F238E27FC236}">
                  <a16:creationId xmlns:a16="http://schemas.microsoft.com/office/drawing/2014/main" id="{0868632A-74F3-A0C9-E1CE-FCD80907930F}"/>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1" name="Freeform 4">
              <a:extLst>
                <a:ext uri="{FF2B5EF4-FFF2-40B4-BE49-F238E27FC236}">
                  <a16:creationId xmlns:a16="http://schemas.microsoft.com/office/drawing/2014/main" id="{FD13F21A-D834-1B28-C2D8-CFE6BCED723F}"/>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2" name="Freeform 5">
              <a:extLst>
                <a:ext uri="{FF2B5EF4-FFF2-40B4-BE49-F238E27FC236}">
                  <a16:creationId xmlns:a16="http://schemas.microsoft.com/office/drawing/2014/main" id="{684EE84A-3AA5-D07D-F607-E42F464C342E}"/>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3" name="Freeform 6">
              <a:extLst>
                <a:ext uri="{FF2B5EF4-FFF2-40B4-BE49-F238E27FC236}">
                  <a16:creationId xmlns:a16="http://schemas.microsoft.com/office/drawing/2014/main" id="{33C1BCA3-3C3F-C688-58A3-4B4294836D59}"/>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34" name="Footer Placeholder 14">
            <a:extLst>
              <a:ext uri="{FF2B5EF4-FFF2-40B4-BE49-F238E27FC236}">
                <a16:creationId xmlns:a16="http://schemas.microsoft.com/office/drawing/2014/main" id="{87A52AC7-F562-3490-E2C2-BEBB1981F520}"/>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 name="Graphic 1">
            <a:extLst>
              <a:ext uri="{FF2B5EF4-FFF2-40B4-BE49-F238E27FC236}">
                <a16:creationId xmlns:a16="http://schemas.microsoft.com/office/drawing/2014/main" id="{641B1C40-B6BE-125D-798F-D4D80BFEAC0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80221495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ase Study_Mockup_Left">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A393A3-BED5-A4B8-2CC9-68028E8F7DD4}"/>
              </a:ext>
            </a:extLst>
          </p:cNvPr>
          <p:cNvSpPr/>
          <p:nvPr userDrawn="1"/>
        </p:nvSpPr>
        <p:spPr bwMode="auto">
          <a:xfrm>
            <a:off x="0" y="0"/>
            <a:ext cx="7178040" cy="6858000"/>
          </a:xfrm>
          <a:prstGeom prst="rect">
            <a:avLst/>
          </a:prstGeom>
          <a:solidFill>
            <a:srgbClr val="2D2D2D"/>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Title 1">
            <a:extLst>
              <a:ext uri="{FF2B5EF4-FFF2-40B4-BE49-F238E27FC236}">
                <a16:creationId xmlns:a16="http://schemas.microsoft.com/office/drawing/2014/main" id="{5F090927-59AD-FC1B-5B75-8561C818E783}"/>
              </a:ext>
            </a:extLst>
          </p:cNvPr>
          <p:cNvSpPr>
            <a:spLocks noGrp="1"/>
          </p:cNvSpPr>
          <p:nvPr>
            <p:ph type="title" hasCustomPrompt="1"/>
          </p:nvPr>
        </p:nvSpPr>
        <p:spPr>
          <a:xfrm>
            <a:off x="633633" y="722843"/>
            <a:ext cx="6283106"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9" name="Text Placeholder 10">
            <a:extLst>
              <a:ext uri="{FF2B5EF4-FFF2-40B4-BE49-F238E27FC236}">
                <a16:creationId xmlns:a16="http://schemas.microsoft.com/office/drawing/2014/main" id="{305DDE91-2B4D-84F1-987C-42BE8E145D92}"/>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2" name="Group 1">
            <a:extLst>
              <a:ext uri="{FF2B5EF4-FFF2-40B4-BE49-F238E27FC236}">
                <a16:creationId xmlns:a16="http://schemas.microsoft.com/office/drawing/2014/main" id="{309C7AB2-C0E1-E4A5-331D-A2C2AD2D1CC2}"/>
              </a:ext>
            </a:extLst>
          </p:cNvPr>
          <p:cNvGrpSpPr/>
          <p:nvPr userDrawn="1"/>
        </p:nvGrpSpPr>
        <p:grpSpPr>
          <a:xfrm>
            <a:off x="610888" y="6472556"/>
            <a:ext cx="372834" cy="131175"/>
            <a:chOff x="14288" y="2035175"/>
            <a:chExt cx="10039350" cy="3532188"/>
          </a:xfrm>
          <a:solidFill>
            <a:schemeClr val="bg1"/>
          </a:solidFill>
        </p:grpSpPr>
        <p:sp>
          <p:nvSpPr>
            <p:cNvPr id="3" name="Freeform 1">
              <a:extLst>
                <a:ext uri="{FF2B5EF4-FFF2-40B4-BE49-F238E27FC236}">
                  <a16:creationId xmlns:a16="http://schemas.microsoft.com/office/drawing/2014/main" id="{15680953-F6AA-0170-836B-F2A93A8DDFE7}"/>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4" name="Freeform 2">
              <a:extLst>
                <a:ext uri="{FF2B5EF4-FFF2-40B4-BE49-F238E27FC236}">
                  <a16:creationId xmlns:a16="http://schemas.microsoft.com/office/drawing/2014/main" id="{C7D26896-E049-153F-B200-4A8BD67E5A96}"/>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3">
              <a:extLst>
                <a:ext uri="{FF2B5EF4-FFF2-40B4-BE49-F238E27FC236}">
                  <a16:creationId xmlns:a16="http://schemas.microsoft.com/office/drawing/2014/main" id="{BFC0D571-7CF5-9244-6762-353A53CFCDD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4">
              <a:extLst>
                <a:ext uri="{FF2B5EF4-FFF2-40B4-BE49-F238E27FC236}">
                  <a16:creationId xmlns:a16="http://schemas.microsoft.com/office/drawing/2014/main" id="{E9EB2120-3C44-C319-CE97-3B42C80C7327}"/>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5">
              <a:extLst>
                <a:ext uri="{FF2B5EF4-FFF2-40B4-BE49-F238E27FC236}">
                  <a16:creationId xmlns:a16="http://schemas.microsoft.com/office/drawing/2014/main" id="{FD09F79E-ABA0-0776-5E9E-A299B3FB00AF}"/>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6">
              <a:extLst>
                <a:ext uri="{FF2B5EF4-FFF2-40B4-BE49-F238E27FC236}">
                  <a16:creationId xmlns:a16="http://schemas.microsoft.com/office/drawing/2014/main" id="{454B6994-B5CE-E177-B4F3-28FFB74BEFAB}"/>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3" name="Footer Placeholder 14">
            <a:extLst>
              <a:ext uri="{FF2B5EF4-FFF2-40B4-BE49-F238E27FC236}">
                <a16:creationId xmlns:a16="http://schemas.microsoft.com/office/drawing/2014/main" id="{929E0947-84CA-482C-AC16-3CB8B5C351E9}"/>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5" name="Graphic 4">
            <a:extLst>
              <a:ext uri="{FF2B5EF4-FFF2-40B4-BE49-F238E27FC236}">
                <a16:creationId xmlns:a16="http://schemas.microsoft.com/office/drawing/2014/main" id="{DC875630-D749-8B0A-3A16-4B2547E75AE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08098587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 Small description - Dark">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accent1"/>
          </a:solidFill>
          <a:ln>
            <a:noFill/>
          </a:ln>
          <a:effectLst/>
        </p:spPr>
        <p:txBody>
          <a:bodyPr wrap="none" rtlCol="0" anchor="ctr"/>
          <a:lstStyle/>
          <a:p>
            <a:pPr algn="ctr"/>
            <a:endParaRPr lang="en-US" sz="2400" err="1">
              <a:solidFill>
                <a:schemeClr val="tx2"/>
              </a:solidFill>
              <a:latin typeface="Calibri Light" panose="020F0302020204030204" pitchFamily="34" charset="0"/>
              <a:ea typeface="Human Sans ExtraLight" charset="0"/>
              <a:cs typeface="Human Sans ExtraLight" charset="0"/>
            </a:endParaRPr>
          </a:p>
        </p:txBody>
      </p:sp>
      <p:sp>
        <p:nvSpPr>
          <p:cNvPr id="4" name="Title 1">
            <a:extLst>
              <a:ext uri="{FF2B5EF4-FFF2-40B4-BE49-F238E27FC236}">
                <a16:creationId xmlns:a16="http://schemas.microsoft.com/office/drawing/2014/main" id="{84506441-8274-B705-B947-1FDEB9C249C0}"/>
              </a:ext>
            </a:extLst>
          </p:cNvPr>
          <p:cNvSpPr>
            <a:spLocks noGrp="1"/>
          </p:cNvSpPr>
          <p:nvPr>
            <p:ph type="title" hasCustomPrompt="1"/>
          </p:nvPr>
        </p:nvSpPr>
        <p:spPr>
          <a:xfrm>
            <a:off x="633632" y="722843"/>
            <a:ext cx="4654331"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79C77CF3-CB4A-9744-D0FB-71EAA09DD2E9}"/>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6" name="Group 5">
            <a:extLst>
              <a:ext uri="{FF2B5EF4-FFF2-40B4-BE49-F238E27FC236}">
                <a16:creationId xmlns:a16="http://schemas.microsoft.com/office/drawing/2014/main" id="{3235A6C5-D15B-71E1-A0DC-BC5BAE5451B1}"/>
              </a:ext>
            </a:extLst>
          </p:cNvPr>
          <p:cNvGrpSpPr/>
          <p:nvPr userDrawn="1"/>
        </p:nvGrpSpPr>
        <p:grpSpPr>
          <a:xfrm>
            <a:off x="610888" y="6472556"/>
            <a:ext cx="372834" cy="131175"/>
            <a:chOff x="14288" y="2035175"/>
            <a:chExt cx="10039350" cy="3532188"/>
          </a:xfrm>
          <a:solidFill>
            <a:schemeClr val="bg1"/>
          </a:solidFill>
        </p:grpSpPr>
        <p:sp>
          <p:nvSpPr>
            <p:cNvPr id="7" name="Freeform 1">
              <a:extLst>
                <a:ext uri="{FF2B5EF4-FFF2-40B4-BE49-F238E27FC236}">
                  <a16:creationId xmlns:a16="http://schemas.microsoft.com/office/drawing/2014/main" id="{4380767D-1DDE-7346-A237-CD4B4C7CA271}"/>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2">
              <a:extLst>
                <a:ext uri="{FF2B5EF4-FFF2-40B4-BE49-F238E27FC236}">
                  <a16:creationId xmlns:a16="http://schemas.microsoft.com/office/drawing/2014/main" id="{7214E0FF-220F-D57C-45E2-7551EE871E7F}"/>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3">
              <a:extLst>
                <a:ext uri="{FF2B5EF4-FFF2-40B4-BE49-F238E27FC236}">
                  <a16:creationId xmlns:a16="http://schemas.microsoft.com/office/drawing/2014/main" id="{D69F1031-CBC1-2AFD-7285-EF245268615F}"/>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4">
              <a:extLst>
                <a:ext uri="{FF2B5EF4-FFF2-40B4-BE49-F238E27FC236}">
                  <a16:creationId xmlns:a16="http://schemas.microsoft.com/office/drawing/2014/main" id="{2AC82D0B-8AA2-917F-DA78-B7058591D998}"/>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5">
              <a:extLst>
                <a:ext uri="{FF2B5EF4-FFF2-40B4-BE49-F238E27FC236}">
                  <a16:creationId xmlns:a16="http://schemas.microsoft.com/office/drawing/2014/main" id="{FF32CFB9-48D7-F988-E3F7-A2B11530F193}"/>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4" name="Freeform 6">
              <a:extLst>
                <a:ext uri="{FF2B5EF4-FFF2-40B4-BE49-F238E27FC236}">
                  <a16:creationId xmlns:a16="http://schemas.microsoft.com/office/drawing/2014/main" id="{FB0C7BE8-3D95-3B92-464A-2F07819DCB74}"/>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5" name="Footer Placeholder 14">
            <a:extLst>
              <a:ext uri="{FF2B5EF4-FFF2-40B4-BE49-F238E27FC236}">
                <a16:creationId xmlns:a16="http://schemas.microsoft.com/office/drawing/2014/main" id="{DC2FC6D0-831B-DABC-0C59-1DD4BD72AB0F}"/>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3" name="Graphic 2">
            <a:extLst>
              <a:ext uri="{FF2B5EF4-FFF2-40B4-BE49-F238E27FC236}">
                <a16:creationId xmlns:a16="http://schemas.microsoft.com/office/drawing/2014/main" id="{83840F61-8179-4AFE-37AE-E91B1B46DD9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236178342"/>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 Text - Dark_Right_1/3">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9B22695-8560-29A7-6983-15688BAD9CFE}"/>
              </a:ext>
            </a:extLst>
          </p:cNvPr>
          <p:cNvSpPr/>
          <p:nvPr userDrawn="1"/>
        </p:nvSpPr>
        <p:spPr bwMode="auto">
          <a:xfrm>
            <a:off x="7856538" y="0"/>
            <a:ext cx="4340322"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6" name="Title 1">
            <a:extLst>
              <a:ext uri="{FF2B5EF4-FFF2-40B4-BE49-F238E27FC236}">
                <a16:creationId xmlns:a16="http://schemas.microsoft.com/office/drawing/2014/main" id="{9EE44A30-1227-E561-E85C-0898AB89FF75}"/>
              </a:ext>
            </a:extLst>
          </p:cNvPr>
          <p:cNvSpPr>
            <a:spLocks noGrp="1"/>
          </p:cNvSpPr>
          <p:nvPr>
            <p:ph type="title" hasCustomPrompt="1"/>
          </p:nvPr>
        </p:nvSpPr>
        <p:spPr>
          <a:xfrm>
            <a:off x="633632" y="722843"/>
            <a:ext cx="6522818"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7" name="Text Placeholder 10">
            <a:extLst>
              <a:ext uri="{FF2B5EF4-FFF2-40B4-BE49-F238E27FC236}">
                <a16:creationId xmlns:a16="http://schemas.microsoft.com/office/drawing/2014/main" id="{23FC0684-9279-4C89-6950-9DAFE8BBEE83}"/>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8" name="Group 7">
            <a:extLst>
              <a:ext uri="{FF2B5EF4-FFF2-40B4-BE49-F238E27FC236}">
                <a16:creationId xmlns:a16="http://schemas.microsoft.com/office/drawing/2014/main" id="{549E870F-70FE-63E4-6202-1C7EE173EEF0}"/>
              </a:ext>
            </a:extLst>
          </p:cNvPr>
          <p:cNvGrpSpPr/>
          <p:nvPr userDrawn="1"/>
        </p:nvGrpSpPr>
        <p:grpSpPr>
          <a:xfrm>
            <a:off x="610888" y="6472556"/>
            <a:ext cx="372834" cy="131175"/>
            <a:chOff x="14288" y="2035175"/>
            <a:chExt cx="10039350" cy="3532188"/>
          </a:xfrm>
          <a:solidFill>
            <a:schemeClr val="bg1"/>
          </a:solidFill>
        </p:grpSpPr>
        <p:sp>
          <p:nvSpPr>
            <p:cNvPr id="9" name="Freeform 1">
              <a:extLst>
                <a:ext uri="{FF2B5EF4-FFF2-40B4-BE49-F238E27FC236}">
                  <a16:creationId xmlns:a16="http://schemas.microsoft.com/office/drawing/2014/main" id="{6BA35DD0-CABE-9186-6280-B28DCAB4A690}"/>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2">
              <a:extLst>
                <a:ext uri="{FF2B5EF4-FFF2-40B4-BE49-F238E27FC236}">
                  <a16:creationId xmlns:a16="http://schemas.microsoft.com/office/drawing/2014/main" id="{B8695064-42CE-5ACC-AD51-D46E3E5884F4}"/>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3">
              <a:extLst>
                <a:ext uri="{FF2B5EF4-FFF2-40B4-BE49-F238E27FC236}">
                  <a16:creationId xmlns:a16="http://schemas.microsoft.com/office/drawing/2014/main" id="{48BB0FA1-02DA-9164-9F5B-39C39CB77820}"/>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4">
              <a:extLst>
                <a:ext uri="{FF2B5EF4-FFF2-40B4-BE49-F238E27FC236}">
                  <a16:creationId xmlns:a16="http://schemas.microsoft.com/office/drawing/2014/main" id="{3A3D4BE0-351B-3D33-9B08-5CA3911F28A2}"/>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5">
              <a:extLst>
                <a:ext uri="{FF2B5EF4-FFF2-40B4-BE49-F238E27FC236}">
                  <a16:creationId xmlns:a16="http://schemas.microsoft.com/office/drawing/2014/main" id="{A2F2B53C-11A4-9D11-BBDE-12181DFDEA68}"/>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5" name="Freeform 6">
              <a:extLst>
                <a:ext uri="{FF2B5EF4-FFF2-40B4-BE49-F238E27FC236}">
                  <a16:creationId xmlns:a16="http://schemas.microsoft.com/office/drawing/2014/main" id="{5BFDC304-75D7-C9C2-B197-328CE0E908AD}"/>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7" name="Footer Placeholder 14">
            <a:extLst>
              <a:ext uri="{FF2B5EF4-FFF2-40B4-BE49-F238E27FC236}">
                <a16:creationId xmlns:a16="http://schemas.microsoft.com/office/drawing/2014/main" id="{2EDDDEB7-A6B6-68BA-F09E-290E357BBA66}"/>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 name="Graphic 1">
            <a:extLst>
              <a:ext uri="{FF2B5EF4-FFF2-40B4-BE49-F238E27FC236}">
                <a16:creationId xmlns:a16="http://schemas.microsoft.com/office/drawing/2014/main" id="{8F37AA4A-0368-EC75-4662-A138EC6FF77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296307744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Small Text - Dark_BG">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143AD08-7200-43C1-759F-ECBF3FD2C1D2}"/>
              </a:ext>
            </a:extLst>
          </p:cNvPr>
          <p:cNvSpPr>
            <a:spLocks noGrp="1"/>
          </p:cNvSpPr>
          <p:nvPr>
            <p:ph type="title" hasCustomPrompt="1"/>
          </p:nvPr>
        </p:nvSpPr>
        <p:spPr>
          <a:xfrm>
            <a:off x="633632" y="722843"/>
            <a:ext cx="4654331"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9215F0D0-AF54-2FDD-2340-6772D1837C63}"/>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grpSp>
        <p:nvGrpSpPr>
          <p:cNvPr id="24" name="Group 23">
            <a:extLst>
              <a:ext uri="{FF2B5EF4-FFF2-40B4-BE49-F238E27FC236}">
                <a16:creationId xmlns:a16="http://schemas.microsoft.com/office/drawing/2014/main" id="{718CF8F6-315E-F1DE-F982-A689F840B3DE}"/>
              </a:ext>
            </a:extLst>
          </p:cNvPr>
          <p:cNvGrpSpPr/>
          <p:nvPr userDrawn="1"/>
        </p:nvGrpSpPr>
        <p:grpSpPr>
          <a:xfrm>
            <a:off x="610888" y="6472556"/>
            <a:ext cx="372834" cy="131175"/>
            <a:chOff x="14288" y="2035175"/>
            <a:chExt cx="10039350" cy="3532188"/>
          </a:xfrm>
          <a:solidFill>
            <a:schemeClr val="bg1"/>
          </a:solidFill>
        </p:grpSpPr>
        <p:sp>
          <p:nvSpPr>
            <p:cNvPr id="25" name="Freeform 1">
              <a:extLst>
                <a:ext uri="{FF2B5EF4-FFF2-40B4-BE49-F238E27FC236}">
                  <a16:creationId xmlns:a16="http://schemas.microsoft.com/office/drawing/2014/main" id="{0C41D0B7-A970-8F24-6DD8-95C52776B2D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6" name="Freeform 2">
              <a:extLst>
                <a:ext uri="{FF2B5EF4-FFF2-40B4-BE49-F238E27FC236}">
                  <a16:creationId xmlns:a16="http://schemas.microsoft.com/office/drawing/2014/main" id="{85A1A193-AFEA-9707-24C9-C97B0A85FE2C}"/>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7" name="Freeform 3">
              <a:extLst>
                <a:ext uri="{FF2B5EF4-FFF2-40B4-BE49-F238E27FC236}">
                  <a16:creationId xmlns:a16="http://schemas.microsoft.com/office/drawing/2014/main" id="{47B71725-C69A-2460-6CFE-D6171771F844}"/>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8" name="Freeform 4">
              <a:extLst>
                <a:ext uri="{FF2B5EF4-FFF2-40B4-BE49-F238E27FC236}">
                  <a16:creationId xmlns:a16="http://schemas.microsoft.com/office/drawing/2014/main" id="{0B2355A8-8A49-1E72-0F02-8D57FB8FECEF}"/>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9" name="Freeform 5">
              <a:extLst>
                <a:ext uri="{FF2B5EF4-FFF2-40B4-BE49-F238E27FC236}">
                  <a16:creationId xmlns:a16="http://schemas.microsoft.com/office/drawing/2014/main" id="{EBEB0854-4AE2-A415-AB21-E7A2FD83D685}"/>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0" name="Freeform 6">
              <a:extLst>
                <a:ext uri="{FF2B5EF4-FFF2-40B4-BE49-F238E27FC236}">
                  <a16:creationId xmlns:a16="http://schemas.microsoft.com/office/drawing/2014/main" id="{72BD637D-2AEE-3F9D-9E11-13F08F2A4B6F}"/>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31" name="Footer Placeholder 14">
            <a:extLst>
              <a:ext uri="{FF2B5EF4-FFF2-40B4-BE49-F238E27FC236}">
                <a16:creationId xmlns:a16="http://schemas.microsoft.com/office/drawing/2014/main" id="{D878BC34-4BCF-9F7B-30E7-105A783B73CE}"/>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 name="Graphic 1">
            <a:extLst>
              <a:ext uri="{FF2B5EF4-FFF2-40B4-BE49-F238E27FC236}">
                <a16:creationId xmlns:a16="http://schemas.microsoft.com/office/drawing/2014/main" id="{F15FDA35-4E26-2309-DD0D-4C201EA3F8B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1526428599"/>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Our_People_3_People">
    <p:bg>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477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477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47700" y="795020"/>
            <a:ext cx="1866900" cy="19812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477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4" name="Text Placeholder 4">
            <a:extLst>
              <a:ext uri="{FF2B5EF4-FFF2-40B4-BE49-F238E27FC236}">
                <a16:creationId xmlns:a16="http://schemas.microsoft.com/office/drawing/2014/main" id="{0CF16E01-7092-EE1E-8080-DCF72DAA2405}"/>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5" name="Text Placeholder 4">
            <a:extLst>
              <a:ext uri="{FF2B5EF4-FFF2-40B4-BE49-F238E27FC236}">
                <a16:creationId xmlns:a16="http://schemas.microsoft.com/office/drawing/2014/main" id="{3CA67D79-120D-160C-DD3C-77D27D493F36}"/>
              </a:ext>
            </a:extLst>
          </p:cNvPr>
          <p:cNvSpPr>
            <a:spLocks noGrp="1"/>
          </p:cNvSpPr>
          <p:nvPr>
            <p:ph type="body" sz="quarter" idx="30" hasCustomPrompt="1"/>
          </p:nvPr>
        </p:nvSpPr>
        <p:spPr>
          <a:xfrm>
            <a:off x="43942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endParaRPr lang="en-US"/>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8" name="Text Placeholder 4">
            <a:extLst>
              <a:ext uri="{FF2B5EF4-FFF2-40B4-BE49-F238E27FC236}">
                <a16:creationId xmlns:a16="http://schemas.microsoft.com/office/drawing/2014/main" id="{4B3BDFDF-6AC9-EF9C-D008-AB293FA5AAC3}"/>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400" b="1"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9" name="Text Placeholder 4">
            <a:extLst>
              <a:ext uri="{FF2B5EF4-FFF2-40B4-BE49-F238E27FC236}">
                <a16:creationId xmlns:a16="http://schemas.microsoft.com/office/drawing/2014/main" id="{AF6F850E-875C-CE1C-C696-B9119881C140}"/>
              </a:ext>
            </a:extLst>
          </p:cNvPr>
          <p:cNvSpPr>
            <a:spLocks noGrp="1"/>
          </p:cNvSpPr>
          <p:nvPr>
            <p:ph type="body" sz="quarter" idx="34" hasCustomPrompt="1"/>
          </p:nvPr>
        </p:nvSpPr>
        <p:spPr>
          <a:xfrm>
            <a:off x="8128000" y="35304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endParaRPr lang="en-US"/>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22" name="Text Placeholder 4">
            <a:extLst>
              <a:ext uri="{FF2B5EF4-FFF2-40B4-BE49-F238E27FC236}">
                <a16:creationId xmlns:a16="http://schemas.microsoft.com/office/drawing/2014/main" id="{31ABE214-CBB4-3A34-095A-0370A5C4AFE6}"/>
              </a:ext>
            </a:extLst>
          </p:cNvPr>
          <p:cNvSpPr>
            <a:spLocks noGrp="1"/>
          </p:cNvSpPr>
          <p:nvPr>
            <p:ph type="body" sz="quarter" idx="11" hasCustomPrompt="1"/>
          </p:nvPr>
        </p:nvSpPr>
        <p:spPr>
          <a:xfrm>
            <a:off x="647700" y="419100"/>
            <a:ext cx="3467100" cy="153888"/>
          </a:xfrm>
          <a:prstGeom prst="rect">
            <a:avLst/>
          </a:prstGeom>
        </p:spPr>
        <p:txBody>
          <a:bodyPr wrap="square">
            <a:spAutoFit/>
          </a:bodyPr>
          <a:lstStyle>
            <a:lvl1pPr>
              <a:lnSpc>
                <a:spcPct val="100000"/>
              </a:lnSpc>
              <a:spcBef>
                <a:spcPts val="0"/>
              </a:spcBef>
              <a:defRPr sz="1000" b="1"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grpSp>
        <p:nvGrpSpPr>
          <p:cNvPr id="8" name="Group 7">
            <a:extLst>
              <a:ext uri="{FF2B5EF4-FFF2-40B4-BE49-F238E27FC236}">
                <a16:creationId xmlns:a16="http://schemas.microsoft.com/office/drawing/2014/main" id="{E6C8652F-9CF8-86BE-569D-57FD297CD9E4}"/>
              </a:ext>
            </a:extLst>
          </p:cNvPr>
          <p:cNvGrpSpPr/>
          <p:nvPr userDrawn="1"/>
        </p:nvGrpSpPr>
        <p:grpSpPr>
          <a:xfrm>
            <a:off x="611054" y="6471298"/>
            <a:ext cx="372834" cy="131175"/>
            <a:chOff x="14288" y="2035175"/>
            <a:chExt cx="10039350" cy="3532188"/>
          </a:xfrm>
          <a:solidFill>
            <a:schemeClr val="tx1"/>
          </a:solidFill>
        </p:grpSpPr>
        <p:sp>
          <p:nvSpPr>
            <p:cNvPr id="9" name="Freeform 1">
              <a:extLst>
                <a:ext uri="{FF2B5EF4-FFF2-40B4-BE49-F238E27FC236}">
                  <a16:creationId xmlns:a16="http://schemas.microsoft.com/office/drawing/2014/main" id="{DBB9B706-6B1F-E9A4-0A71-A2C01B0437F9}"/>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2">
              <a:extLst>
                <a:ext uri="{FF2B5EF4-FFF2-40B4-BE49-F238E27FC236}">
                  <a16:creationId xmlns:a16="http://schemas.microsoft.com/office/drawing/2014/main" id="{A24059D5-019C-78F6-CFD1-12B99850C670}"/>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2" name="Freeform 3">
              <a:extLst>
                <a:ext uri="{FF2B5EF4-FFF2-40B4-BE49-F238E27FC236}">
                  <a16:creationId xmlns:a16="http://schemas.microsoft.com/office/drawing/2014/main" id="{C8787A4D-54DD-4AE5-3B3E-744E78F41A69}"/>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3" name="Freeform 4">
              <a:extLst>
                <a:ext uri="{FF2B5EF4-FFF2-40B4-BE49-F238E27FC236}">
                  <a16:creationId xmlns:a16="http://schemas.microsoft.com/office/drawing/2014/main" id="{92A605BB-024A-3D8E-5EB1-BB890CE97C46}"/>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6D6DEDCA-C238-E39B-25E0-F463AB2F2BFB}"/>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B7D9C114-6C17-D8E0-7CAF-754DF680EFDE}"/>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D14A5A8C-4806-2EEC-5CDC-9E9D9CB62071}"/>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5" name="Graphic 4">
            <a:extLst>
              <a:ext uri="{FF2B5EF4-FFF2-40B4-BE49-F238E27FC236}">
                <a16:creationId xmlns:a16="http://schemas.microsoft.com/office/drawing/2014/main" id="{EEA97BDD-BF7D-DC7F-5CA4-483F7F9113E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1519542800"/>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3-pictures + Title + Text">
    <p:spTree>
      <p:nvGrpSpPr>
        <p:cNvPr id="1" name=""/>
        <p:cNvGrpSpPr/>
        <p:nvPr/>
      </p:nvGrpSpPr>
      <p:grpSpPr>
        <a:xfrm>
          <a:off x="0" y="0"/>
          <a:ext cx="0" cy="0"/>
          <a:chOff x="0" y="0"/>
          <a:chExt cx="0" cy="0"/>
        </a:xfrm>
      </p:grpSpPr>
      <p:sp>
        <p:nvSpPr>
          <p:cNvPr id="11" name="Title 1"/>
          <p:cNvSpPr>
            <a:spLocks noGrp="1"/>
          </p:cNvSpPr>
          <p:nvPr>
            <p:ph type="title"/>
          </p:nvPr>
        </p:nvSpPr>
        <p:spPr>
          <a:xfrm>
            <a:off x="457201" y="4124960"/>
            <a:ext cx="3312160" cy="246221"/>
          </a:xfrm>
          <a:prstGeom prst="rect">
            <a:avLst/>
          </a:prstGeom>
        </p:spPr>
        <p:txBody>
          <a:bodyPr>
            <a:spAutoFit/>
          </a:bodyPr>
          <a:lstStyle>
            <a:lvl1pPr>
              <a:defRPr sz="1600"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4502295"/>
            <a:ext cx="3299588" cy="802399"/>
          </a:xfrm>
          <a:prstGeom prst="rect">
            <a:avLst/>
          </a:prstGeom>
        </p:spPr>
        <p:txBody>
          <a:bodyPr wrap="square">
            <a:spAutoFit/>
          </a:bodyPr>
          <a:lstStyle>
            <a:lvl1pPr>
              <a:defRPr sz="1200" b="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4076700" cy="3429000"/>
          </a:xfrm>
          <a:prstGeom prst="rect">
            <a:avLst/>
          </a:prstGeom>
          <a:solidFill>
            <a:schemeClr val="bg2"/>
          </a:solidFill>
        </p:spPr>
        <p:txBody>
          <a:bodyPr/>
          <a:lstStyle/>
          <a:p>
            <a:endParaRPr lang="en-US"/>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4076700" y="0"/>
            <a:ext cx="4064000" cy="3429000"/>
          </a:xfrm>
          <a:prstGeom prst="rect">
            <a:avLst/>
          </a:prstGeom>
          <a:solidFill>
            <a:schemeClr val="bg2"/>
          </a:solidFill>
        </p:spPr>
        <p:txBody>
          <a:bodyPr/>
          <a:lstStyle/>
          <a:p>
            <a:endParaRPr lang="en-US"/>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8140700" y="0"/>
            <a:ext cx="4064000" cy="3429000"/>
          </a:xfrm>
          <a:prstGeom prst="rect">
            <a:avLst/>
          </a:prstGeom>
          <a:solidFill>
            <a:schemeClr val="bg2"/>
          </a:solidFill>
        </p:spPr>
        <p:txBody>
          <a:bodyPr/>
          <a:lstStyle/>
          <a:p>
            <a:endParaRPr lang="en-US"/>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4314697" y="4502295"/>
            <a:ext cx="3299588" cy="802399"/>
          </a:xfrm>
          <a:prstGeom prst="rect">
            <a:avLst/>
          </a:prstGeom>
        </p:spPr>
        <p:txBody>
          <a:bodyPr wrap="square">
            <a:spAutoFit/>
          </a:bodyPr>
          <a:lstStyle>
            <a:lvl1pPr>
              <a:defRPr sz="1200" b="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8406449" y="4502295"/>
            <a:ext cx="3299588" cy="802399"/>
          </a:xfrm>
          <a:prstGeom prst="rect">
            <a:avLst/>
          </a:prstGeom>
        </p:spPr>
        <p:txBody>
          <a:bodyPr wrap="square">
            <a:spAutoFit/>
          </a:bodyPr>
          <a:lstStyle>
            <a:lvl1pPr>
              <a:defRPr sz="1200" b="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4302125" y="4124325"/>
            <a:ext cx="3311525" cy="246221"/>
          </a:xfrm>
          <a:prstGeom prst="rect">
            <a:avLst/>
          </a:prstGeom>
        </p:spPr>
        <p:txBody>
          <a:bodyPr vert="horz" lIns="0" tIns="0" rIns="0" bIns="0" rtlCol="0" anchor="t">
            <a:spAutoFit/>
          </a:bodyPr>
          <a:lstStyle>
            <a:lvl1pPr>
              <a:defRPr lang="en-US" sz="1600" b="1" i="0" smtClean="0">
                <a:latin typeface="Calibri" panose="020F0502020204030204" pitchFamily="34" charset="0"/>
                <a:cs typeface="Calibri" panose="020F0502020204030204" pitchFamily="34" charset="0"/>
              </a:defRPr>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8406449" y="4114800"/>
            <a:ext cx="3312160" cy="246221"/>
          </a:xfrm>
          <a:prstGeom prst="rect">
            <a:avLst/>
          </a:prstGeom>
        </p:spPr>
        <p:txBody>
          <a:bodyPr vert="horz" lIns="0" tIns="0" rIns="0" bIns="0" rtlCol="0" anchor="t">
            <a:spAutoFit/>
          </a:bodyPr>
          <a:lstStyle>
            <a:lvl1pPr>
              <a:defRPr lang="en-US" sz="1600" b="1" i="0" smtClean="0">
                <a:latin typeface="Calibri" panose="020F0502020204030204" pitchFamily="34" charset="0"/>
                <a:cs typeface="Calibri" panose="020F0502020204030204" pitchFamily="34" charset="0"/>
              </a:defRPr>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Tree>
    <p:extLst>
      <p:ext uri="{BB962C8B-B14F-4D97-AF65-F5344CB8AC3E}">
        <p14:creationId xmlns:p14="http://schemas.microsoft.com/office/powerpoint/2010/main" val="1920734057"/>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4-pictures">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615E796-86B4-4C38-A923-10DBDCC4B9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203" y="6469379"/>
            <a:ext cx="1382049" cy="91440"/>
          </a:xfrm>
          <a:prstGeom prst="rect">
            <a:avLst/>
          </a:prstGeom>
        </p:spPr>
      </p:pic>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45667" cy="6858000"/>
          </a:xfrm>
          <a:prstGeom prst="rect">
            <a:avLst/>
          </a:prstGeom>
          <a:solidFill>
            <a:schemeClr val="bg2"/>
          </a:solidFill>
        </p:spPr>
        <p:txBody>
          <a:bodyPr/>
          <a:lstStyle/>
          <a:p>
            <a:endParaRPr lang="en-US"/>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3048777" y="0"/>
            <a:ext cx="3045667" cy="6858000"/>
          </a:xfrm>
          <a:prstGeom prst="rect">
            <a:avLst/>
          </a:prstGeom>
          <a:solidFill>
            <a:schemeClr val="bg2"/>
          </a:solidFill>
        </p:spPr>
        <p:txBody>
          <a:bodyPr/>
          <a:lstStyle/>
          <a:p>
            <a:endParaRPr lang="en-US"/>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6097555" y="0"/>
            <a:ext cx="3045667" cy="6858000"/>
          </a:xfrm>
          <a:prstGeom prst="rect">
            <a:avLst/>
          </a:prstGeom>
          <a:solidFill>
            <a:schemeClr val="bg2"/>
          </a:solidFill>
        </p:spPr>
        <p:txBody>
          <a:bodyPr/>
          <a:lstStyle/>
          <a:p>
            <a:endParaRPr lang="en-US"/>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9146333" y="0"/>
            <a:ext cx="3045667" cy="6858000"/>
          </a:xfrm>
          <a:prstGeom prst="rect">
            <a:avLst/>
          </a:prstGeom>
          <a:solidFill>
            <a:schemeClr val="bg2"/>
          </a:solidFill>
        </p:spPr>
        <p:txBody>
          <a:bodyPr/>
          <a:lstStyle/>
          <a:p>
            <a:endParaRPr lang="en-US"/>
          </a:p>
        </p:txBody>
      </p:sp>
      <p:grpSp>
        <p:nvGrpSpPr>
          <p:cNvPr id="2" name="Group 1">
            <a:extLst>
              <a:ext uri="{FF2B5EF4-FFF2-40B4-BE49-F238E27FC236}">
                <a16:creationId xmlns:a16="http://schemas.microsoft.com/office/drawing/2014/main" id="{9331EDC2-554D-E8F2-CE7F-BAA85565AF7E}"/>
              </a:ext>
            </a:extLst>
          </p:cNvPr>
          <p:cNvGrpSpPr/>
          <p:nvPr userDrawn="1"/>
        </p:nvGrpSpPr>
        <p:grpSpPr>
          <a:xfrm>
            <a:off x="611054" y="6471298"/>
            <a:ext cx="372834" cy="131175"/>
            <a:chOff x="14288" y="2035175"/>
            <a:chExt cx="10039350" cy="3532188"/>
          </a:xfrm>
          <a:solidFill>
            <a:schemeClr val="tx1"/>
          </a:solidFill>
        </p:grpSpPr>
        <p:sp>
          <p:nvSpPr>
            <p:cNvPr id="4" name="Freeform 1">
              <a:extLst>
                <a:ext uri="{FF2B5EF4-FFF2-40B4-BE49-F238E27FC236}">
                  <a16:creationId xmlns:a16="http://schemas.microsoft.com/office/drawing/2014/main" id="{F07EABB7-FDFC-B859-6962-E69CCC70F0DD}"/>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5" name="Freeform 2">
              <a:extLst>
                <a:ext uri="{FF2B5EF4-FFF2-40B4-BE49-F238E27FC236}">
                  <a16:creationId xmlns:a16="http://schemas.microsoft.com/office/drawing/2014/main" id="{E415CF6B-03F5-5309-7BD5-5D5435BB3128}"/>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6" name="Freeform 3">
              <a:extLst>
                <a:ext uri="{FF2B5EF4-FFF2-40B4-BE49-F238E27FC236}">
                  <a16:creationId xmlns:a16="http://schemas.microsoft.com/office/drawing/2014/main" id="{65B2866D-D52B-B180-A3AC-AA044D5102C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4">
              <a:extLst>
                <a:ext uri="{FF2B5EF4-FFF2-40B4-BE49-F238E27FC236}">
                  <a16:creationId xmlns:a16="http://schemas.microsoft.com/office/drawing/2014/main" id="{6EC86D97-64AF-D5AF-B695-C6D4434125CC}"/>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5">
              <a:extLst>
                <a:ext uri="{FF2B5EF4-FFF2-40B4-BE49-F238E27FC236}">
                  <a16:creationId xmlns:a16="http://schemas.microsoft.com/office/drawing/2014/main" id="{4096DE83-52BA-9D9C-0247-D7BD6FA064BB}"/>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6">
              <a:extLst>
                <a:ext uri="{FF2B5EF4-FFF2-40B4-BE49-F238E27FC236}">
                  <a16:creationId xmlns:a16="http://schemas.microsoft.com/office/drawing/2014/main" id="{6BB9D014-919F-48AF-17ED-146F2E47F9CE}"/>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10" name="Footer Placeholder 14">
            <a:extLst>
              <a:ext uri="{FF2B5EF4-FFF2-40B4-BE49-F238E27FC236}">
                <a16:creationId xmlns:a16="http://schemas.microsoft.com/office/drawing/2014/main" id="{330E4529-25A2-926F-E2F0-536EA4A6D9CD}"/>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pic>
        <p:nvPicPr>
          <p:cNvPr id="14" name="Graphic 13">
            <a:extLst>
              <a:ext uri="{FF2B5EF4-FFF2-40B4-BE49-F238E27FC236}">
                <a16:creationId xmlns:a16="http://schemas.microsoft.com/office/drawing/2014/main" id="{5C1EA374-F09C-C564-6B9D-33FCEE477AB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10820265" y="6419060"/>
            <a:ext cx="762923" cy="205636"/>
          </a:xfrm>
          <a:prstGeom prst="rect">
            <a:avLst/>
          </a:prstGeom>
        </p:spPr>
      </p:pic>
    </p:spTree>
    <p:extLst>
      <p:ext uri="{BB962C8B-B14F-4D97-AF65-F5344CB8AC3E}">
        <p14:creationId xmlns:p14="http://schemas.microsoft.com/office/powerpoint/2010/main" val="3643998736"/>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ank_you">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latin typeface="Calibri" panose="020F0502020204030204" pitchFamily="34" charset="0"/>
                <a:cs typeface="Calibri" panose="020F0502020204030204" pitchFamily="34" charset="0"/>
              </a:defRPr>
            </a:lvl1pPr>
          </a:lstStyle>
          <a:p>
            <a:r>
              <a:rPr lang="en-US"/>
              <a:t>For more information, contact</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6"/>
                </a:solidFill>
                <a:latin typeface="Calibri" panose="020F0502020204030204" pitchFamily="34" charset="0"/>
                <a:cs typeface="Calibri" panose="020F0502020204030204" pitchFamily="34" charset="0"/>
              </a:defRPr>
            </a:lvl1pPr>
          </a:lstStyle>
          <a:p>
            <a:r>
              <a:rPr lang="en-US"/>
              <a:t>Name</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6"/>
                </a:solidFill>
                <a:latin typeface="Calibri Light" panose="020F0302020204030204" pitchFamily="34" charset="0"/>
                <a:cs typeface="Calibri Light" panose="020F0302020204030204" pitchFamily="34" charset="0"/>
              </a:defRPr>
            </a:lvl1pPr>
          </a:lstStyle>
          <a:p>
            <a:r>
              <a:rPr lang="en-US"/>
              <a:t>Position title</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Insert email</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+1 000 000 000</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639074" y="1353882"/>
            <a:ext cx="4220135" cy="1107996"/>
          </a:xfrm>
          <a:prstGeom prst="rect">
            <a:avLst/>
          </a:prstGeom>
        </p:spPr>
        <p:txBody>
          <a:bodyPr wrap="square">
            <a:spAutoFit/>
          </a:bodyPr>
          <a:lstStyle>
            <a:lvl1pPr>
              <a:defRPr sz="7200" b="0" i="0">
                <a:solidFill>
                  <a:schemeClr val="accent6"/>
                </a:soli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a:cxnSpLocks/>
          </p:cNvCxnSpPr>
          <p:nvPr userDrawn="1"/>
        </p:nvCxnSpPr>
        <p:spPr>
          <a:xfrm>
            <a:off x="6008594" y="1981200"/>
            <a:ext cx="6248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51294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1585875"/>
            <a:ext cx="5530850" cy="1107996"/>
          </a:xfrm>
          <a:prstGeom prst="rect">
            <a:avLst/>
          </a:prstGeom>
        </p:spPr>
        <p:txBody>
          <a:bodyPr wrap="square">
            <a:spAutoFit/>
          </a:bodyPr>
          <a:lstStyle>
            <a:lvl1pPr>
              <a:defRPr sz="7200">
                <a:solidFill>
                  <a:schemeClr val="bg1"/>
                </a:solidFill>
                <a:latin typeface="Calibri Light" panose="020F0302020204030204" pitchFamily="34" charset="0"/>
                <a:cs typeface="Calibri Light" panose="020F0302020204030204" pitchFamily="34" charset="0"/>
              </a:defRPr>
            </a:lvl1pPr>
          </a:lstStyle>
          <a:p>
            <a:r>
              <a:rPr lang="en-US"/>
              <a:t>Thank you!</a:t>
            </a:r>
          </a:p>
        </p:txBody>
      </p:sp>
      <p:sp>
        <p:nvSpPr>
          <p:cNvPr id="4" name="Text Placeholder 2">
            <a:extLst>
              <a:ext uri="{FF2B5EF4-FFF2-40B4-BE49-F238E27FC236}">
                <a16:creationId xmlns:a16="http://schemas.microsoft.com/office/drawing/2014/main" id="{9E6FD535-F02B-ED38-D83F-7A90EDCCC63B}"/>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r>
              <a:rPr lang="en-US"/>
              <a:t>For more information, contact</a:t>
            </a:r>
          </a:p>
        </p:txBody>
      </p:sp>
      <p:sp>
        <p:nvSpPr>
          <p:cNvPr id="5" name="Text Placeholder 3">
            <a:extLst>
              <a:ext uri="{FF2B5EF4-FFF2-40B4-BE49-F238E27FC236}">
                <a16:creationId xmlns:a16="http://schemas.microsoft.com/office/drawing/2014/main" id="{B6BAF364-BB54-C95E-4E73-E9B389C494A8}"/>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bg1"/>
                </a:solidFill>
                <a:latin typeface="Calibri" panose="020F0502020204030204" pitchFamily="34" charset="0"/>
                <a:cs typeface="Calibri" panose="020F0502020204030204" pitchFamily="34" charset="0"/>
              </a:defRPr>
            </a:lvl1pPr>
          </a:lstStyle>
          <a:p>
            <a:r>
              <a:rPr lang="en-US"/>
              <a:t>Name</a:t>
            </a:r>
          </a:p>
        </p:txBody>
      </p:sp>
      <p:sp>
        <p:nvSpPr>
          <p:cNvPr id="7" name="Text Placeholder 4">
            <a:extLst>
              <a:ext uri="{FF2B5EF4-FFF2-40B4-BE49-F238E27FC236}">
                <a16:creationId xmlns:a16="http://schemas.microsoft.com/office/drawing/2014/main" id="{953433F5-5E98-8543-C6A5-E9DEEE2B1FC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Position title</a:t>
            </a:r>
          </a:p>
        </p:txBody>
      </p:sp>
      <p:sp>
        <p:nvSpPr>
          <p:cNvPr id="8" name="Text Placeholder 5">
            <a:extLst>
              <a:ext uri="{FF2B5EF4-FFF2-40B4-BE49-F238E27FC236}">
                <a16:creationId xmlns:a16="http://schemas.microsoft.com/office/drawing/2014/main" id="{23921F42-C7A3-78EC-4E9C-3EB5C7ED684A}"/>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Insert email</a:t>
            </a:r>
          </a:p>
        </p:txBody>
      </p:sp>
      <p:sp>
        <p:nvSpPr>
          <p:cNvPr id="23" name="Text Placeholder 6">
            <a:extLst>
              <a:ext uri="{FF2B5EF4-FFF2-40B4-BE49-F238E27FC236}">
                <a16:creationId xmlns:a16="http://schemas.microsoft.com/office/drawing/2014/main" id="{E49B9AC2-4457-5709-0E87-15A846CC0DAF}"/>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+1 000 000 000</a:t>
            </a:r>
          </a:p>
        </p:txBody>
      </p:sp>
      <p:sp>
        <p:nvSpPr>
          <p:cNvPr id="24" name="Text Placeholder 7">
            <a:extLst>
              <a:ext uri="{FF2B5EF4-FFF2-40B4-BE49-F238E27FC236}">
                <a16:creationId xmlns:a16="http://schemas.microsoft.com/office/drawing/2014/main" id="{0BAED229-3A3F-9E3C-D8E1-7886C2A0BFD3}"/>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cxnSp>
        <p:nvCxnSpPr>
          <p:cNvPr id="25" name="Straight Connector 24">
            <a:extLst>
              <a:ext uri="{FF2B5EF4-FFF2-40B4-BE49-F238E27FC236}">
                <a16:creationId xmlns:a16="http://schemas.microsoft.com/office/drawing/2014/main" id="{2220AE1B-3F63-5786-F8E4-A27E35078BA1}"/>
              </a:ext>
            </a:extLst>
          </p:cNvPr>
          <p:cNvCxnSpPr>
            <a:cxnSpLocks/>
          </p:cNvCxnSpPr>
          <p:nvPr userDrawn="1"/>
        </p:nvCxnSpPr>
        <p:spPr>
          <a:xfrm>
            <a:off x="6008594" y="1981200"/>
            <a:ext cx="624840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DF33C6F7-FA2E-6B08-33A9-37FDFF26A31B}"/>
              </a:ext>
            </a:extLst>
          </p:cNvPr>
          <p:cNvGrpSpPr/>
          <p:nvPr userDrawn="1"/>
        </p:nvGrpSpPr>
        <p:grpSpPr>
          <a:xfrm>
            <a:off x="610888" y="6472556"/>
            <a:ext cx="372834" cy="131175"/>
            <a:chOff x="14288" y="2035175"/>
            <a:chExt cx="10039350" cy="3532188"/>
          </a:xfrm>
          <a:solidFill>
            <a:schemeClr val="bg1"/>
          </a:solidFill>
        </p:grpSpPr>
        <p:sp>
          <p:nvSpPr>
            <p:cNvPr id="27" name="Freeform 1">
              <a:extLst>
                <a:ext uri="{FF2B5EF4-FFF2-40B4-BE49-F238E27FC236}">
                  <a16:creationId xmlns:a16="http://schemas.microsoft.com/office/drawing/2014/main" id="{F2E77280-F6AB-F350-4404-BD681B56D366}"/>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8" name="Freeform 2">
              <a:extLst>
                <a:ext uri="{FF2B5EF4-FFF2-40B4-BE49-F238E27FC236}">
                  <a16:creationId xmlns:a16="http://schemas.microsoft.com/office/drawing/2014/main" id="{76D1CD50-2BF2-92D4-638A-8E6DD5C53E55}"/>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9" name="Freeform 3">
              <a:extLst>
                <a:ext uri="{FF2B5EF4-FFF2-40B4-BE49-F238E27FC236}">
                  <a16:creationId xmlns:a16="http://schemas.microsoft.com/office/drawing/2014/main" id="{989E05A2-75DA-E47E-387F-1468DC69A90C}"/>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0" name="Freeform 4">
              <a:extLst>
                <a:ext uri="{FF2B5EF4-FFF2-40B4-BE49-F238E27FC236}">
                  <a16:creationId xmlns:a16="http://schemas.microsoft.com/office/drawing/2014/main" id="{4A8812DD-BE00-0E39-3752-28C7E938E92C}"/>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1" name="Freeform 5">
              <a:extLst>
                <a:ext uri="{FF2B5EF4-FFF2-40B4-BE49-F238E27FC236}">
                  <a16:creationId xmlns:a16="http://schemas.microsoft.com/office/drawing/2014/main" id="{F61D556A-5F28-F7EE-A0AB-A718BA1FB976}"/>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32" name="Freeform 6">
              <a:extLst>
                <a:ext uri="{FF2B5EF4-FFF2-40B4-BE49-F238E27FC236}">
                  <a16:creationId xmlns:a16="http://schemas.microsoft.com/office/drawing/2014/main" id="{73E306DA-AAA8-9A07-12FE-21949C4F27E3}"/>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33" name="Footer Placeholder 14">
            <a:extLst>
              <a:ext uri="{FF2B5EF4-FFF2-40B4-BE49-F238E27FC236}">
                <a16:creationId xmlns:a16="http://schemas.microsoft.com/office/drawing/2014/main" id="{6BBA5C16-7B74-0810-FABC-F79D400D35AE}"/>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2" name="Graphic 1">
            <a:extLst>
              <a:ext uri="{FF2B5EF4-FFF2-40B4-BE49-F238E27FC236}">
                <a16:creationId xmlns:a16="http://schemas.microsoft.com/office/drawing/2014/main" id="{84BD6B3E-8147-E3C4-4C79-6A287778DF0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3840887390"/>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hank_you_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endParaRPr lang="en-US"/>
          </a:p>
        </p:txBody>
      </p:sp>
      <p:sp>
        <p:nvSpPr>
          <p:cNvPr id="2" name="Title 2">
            <a:extLst>
              <a:ext uri="{FF2B5EF4-FFF2-40B4-BE49-F238E27FC236}">
                <a16:creationId xmlns:a16="http://schemas.microsoft.com/office/drawing/2014/main" id="{C4526B2C-80FA-F150-338B-DB03C5073388}"/>
              </a:ext>
            </a:extLst>
          </p:cNvPr>
          <p:cNvSpPr>
            <a:spLocks noGrp="1"/>
          </p:cNvSpPr>
          <p:nvPr>
            <p:ph type="title" hasCustomPrompt="1"/>
          </p:nvPr>
        </p:nvSpPr>
        <p:spPr>
          <a:xfrm>
            <a:off x="639074" y="1035424"/>
            <a:ext cx="4648200" cy="1107996"/>
          </a:xfrm>
          <a:prstGeom prst="rect">
            <a:avLst/>
          </a:prstGeom>
        </p:spPr>
        <p:txBody>
          <a:bodyPr wrap="square" lIns="0" tIns="0" rIns="0" bIns="0">
            <a:spAutoFit/>
          </a:bodyPr>
          <a:lstStyle>
            <a:lvl1pPr>
              <a:defRPr lang="en-US" sz="7200" b="0" dirty="0">
                <a:solidFill>
                  <a:schemeClr val="tx1"/>
                </a:solidFill>
                <a:latin typeface="Calibri" panose="020F0502020204030204" pitchFamily="34" charset="0"/>
              </a:defRPr>
            </a:lvl1pPr>
          </a:lstStyle>
          <a:p>
            <a:pPr lvl="0"/>
            <a:r>
              <a:rPr lang="en-US"/>
              <a:t>Thank you!</a:t>
            </a:r>
          </a:p>
        </p:txBody>
      </p:sp>
      <p:sp>
        <p:nvSpPr>
          <p:cNvPr id="5" name="Text Placeholder 2">
            <a:extLst>
              <a:ext uri="{FF2B5EF4-FFF2-40B4-BE49-F238E27FC236}">
                <a16:creationId xmlns:a16="http://schemas.microsoft.com/office/drawing/2014/main" id="{7AF9CC8A-BAB0-4529-6083-A3D7F01CE458}"/>
              </a:ext>
            </a:extLst>
          </p:cNvPr>
          <p:cNvSpPr>
            <a:spLocks noGrp="1"/>
          </p:cNvSpPr>
          <p:nvPr>
            <p:ph type="body" sz="quarter" idx="12"/>
          </p:nvPr>
        </p:nvSpPr>
        <p:spPr>
          <a:xfrm>
            <a:off x="639074" y="2540616"/>
            <a:ext cx="3827462" cy="257250"/>
          </a:xfrm>
          <a:prstGeom prst="rect">
            <a:avLst/>
          </a:prstGeom>
        </p:spPr>
        <p:txBody>
          <a:bodyPr/>
          <a:lstStyle>
            <a:lvl1pPr>
              <a:defRPr sz="1600" b="0" i="0">
                <a:latin typeface="Calibri" panose="020F0502020204030204" pitchFamily="34" charset="0"/>
                <a:cs typeface="Calibri" panose="020F0502020204030204" pitchFamily="34" charset="0"/>
              </a:defRPr>
            </a:lvl1pPr>
          </a:lstStyle>
          <a:p>
            <a:r>
              <a:rPr lang="en-US"/>
              <a:t>For more information, contact</a:t>
            </a:r>
          </a:p>
        </p:txBody>
      </p:sp>
      <p:sp>
        <p:nvSpPr>
          <p:cNvPr id="6" name="Text Placeholder 3">
            <a:extLst>
              <a:ext uri="{FF2B5EF4-FFF2-40B4-BE49-F238E27FC236}">
                <a16:creationId xmlns:a16="http://schemas.microsoft.com/office/drawing/2014/main" id="{25054708-622B-37B7-6E33-486A71C9526E}"/>
              </a:ext>
            </a:extLst>
          </p:cNvPr>
          <p:cNvSpPr>
            <a:spLocks noGrp="1"/>
          </p:cNvSpPr>
          <p:nvPr>
            <p:ph type="body" sz="quarter" idx="13"/>
          </p:nvPr>
        </p:nvSpPr>
        <p:spPr>
          <a:xfrm>
            <a:off x="639074" y="3313799"/>
            <a:ext cx="3827462" cy="289438"/>
          </a:xfrm>
          <a:prstGeom prst="rect">
            <a:avLst/>
          </a:prstGeom>
        </p:spPr>
        <p:txBody>
          <a:bodyPr/>
          <a:lstStyle>
            <a:lvl1pPr>
              <a:defRPr sz="1800" b="1" i="0">
                <a:solidFill>
                  <a:schemeClr val="accent6"/>
                </a:solidFill>
                <a:latin typeface="Calibri" panose="020F0502020204030204" pitchFamily="34" charset="0"/>
                <a:cs typeface="Calibri" panose="020F0502020204030204" pitchFamily="34" charset="0"/>
              </a:defRPr>
            </a:lvl1pPr>
          </a:lstStyle>
          <a:p>
            <a:r>
              <a:rPr lang="en-US"/>
              <a:t>Name</a:t>
            </a:r>
          </a:p>
        </p:txBody>
      </p:sp>
      <p:sp>
        <p:nvSpPr>
          <p:cNvPr id="7" name="Text Placeholder 4">
            <a:extLst>
              <a:ext uri="{FF2B5EF4-FFF2-40B4-BE49-F238E27FC236}">
                <a16:creationId xmlns:a16="http://schemas.microsoft.com/office/drawing/2014/main" id="{756D2A3F-CCA1-F399-D035-1BB32FED6345}"/>
              </a:ext>
            </a:extLst>
          </p:cNvPr>
          <p:cNvSpPr>
            <a:spLocks noGrp="1"/>
          </p:cNvSpPr>
          <p:nvPr>
            <p:ph type="body" sz="quarter" idx="14"/>
          </p:nvPr>
        </p:nvSpPr>
        <p:spPr>
          <a:xfrm>
            <a:off x="639074" y="3672220"/>
            <a:ext cx="3827462" cy="225126"/>
          </a:xfrm>
          <a:prstGeom prst="rect">
            <a:avLst/>
          </a:prstGeom>
        </p:spPr>
        <p:txBody>
          <a:bodyPr/>
          <a:lstStyle>
            <a:lvl1pPr>
              <a:defRPr sz="1400" b="0" i="0">
                <a:solidFill>
                  <a:schemeClr val="accent6"/>
                </a:solidFill>
                <a:latin typeface="Calibri Light" panose="020F0302020204030204" pitchFamily="34" charset="0"/>
                <a:cs typeface="Calibri Light" panose="020F0302020204030204" pitchFamily="34" charset="0"/>
              </a:defRPr>
            </a:lvl1pPr>
          </a:lstStyle>
          <a:p>
            <a:r>
              <a:rPr lang="en-US"/>
              <a:t>Position title</a:t>
            </a:r>
          </a:p>
        </p:txBody>
      </p:sp>
      <p:sp>
        <p:nvSpPr>
          <p:cNvPr id="8" name="Text Placeholder 5">
            <a:extLst>
              <a:ext uri="{FF2B5EF4-FFF2-40B4-BE49-F238E27FC236}">
                <a16:creationId xmlns:a16="http://schemas.microsoft.com/office/drawing/2014/main" id="{D50C7B71-5C80-8C3A-B66C-42F7296EB9CC}"/>
              </a:ext>
            </a:extLst>
          </p:cNvPr>
          <p:cNvSpPr>
            <a:spLocks noGrp="1"/>
          </p:cNvSpPr>
          <p:nvPr>
            <p:ph type="body" sz="quarter" idx="15"/>
          </p:nvPr>
        </p:nvSpPr>
        <p:spPr>
          <a:xfrm>
            <a:off x="639074" y="4201305"/>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Insert email</a:t>
            </a:r>
          </a:p>
        </p:txBody>
      </p:sp>
      <p:sp>
        <p:nvSpPr>
          <p:cNvPr id="9" name="Text Placeholder 6">
            <a:extLst>
              <a:ext uri="{FF2B5EF4-FFF2-40B4-BE49-F238E27FC236}">
                <a16:creationId xmlns:a16="http://schemas.microsoft.com/office/drawing/2014/main" id="{0BFDDCB6-69BB-2359-40AB-46BA1DA744F3}"/>
              </a:ext>
            </a:extLst>
          </p:cNvPr>
          <p:cNvSpPr>
            <a:spLocks noGrp="1"/>
          </p:cNvSpPr>
          <p:nvPr>
            <p:ph type="body" sz="quarter" idx="16"/>
          </p:nvPr>
        </p:nvSpPr>
        <p:spPr>
          <a:xfrm>
            <a:off x="639074" y="4488235"/>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+1 000 000 000</a:t>
            </a:r>
          </a:p>
        </p:txBody>
      </p:sp>
      <p:sp>
        <p:nvSpPr>
          <p:cNvPr id="10" name="Text Placeholder 7">
            <a:extLst>
              <a:ext uri="{FF2B5EF4-FFF2-40B4-BE49-F238E27FC236}">
                <a16:creationId xmlns:a16="http://schemas.microsoft.com/office/drawing/2014/main" id="{3D16F9E7-5E17-1B62-F499-C761278885E7}"/>
              </a:ext>
            </a:extLst>
          </p:cNvPr>
          <p:cNvSpPr>
            <a:spLocks noGrp="1"/>
          </p:cNvSpPr>
          <p:nvPr>
            <p:ph type="body" sz="quarter" idx="17"/>
          </p:nvPr>
        </p:nvSpPr>
        <p:spPr>
          <a:xfrm>
            <a:off x="639074" y="4897078"/>
            <a:ext cx="3827462" cy="1173078"/>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cxnSp>
        <p:nvCxnSpPr>
          <p:cNvPr id="11" name="Straight Connector 10">
            <a:extLst>
              <a:ext uri="{FF2B5EF4-FFF2-40B4-BE49-F238E27FC236}">
                <a16:creationId xmlns:a16="http://schemas.microsoft.com/office/drawing/2014/main" id="{68FF80AE-E38B-EC18-E1B5-2B5AAE36C2F4}"/>
              </a:ext>
            </a:extLst>
          </p:cNvPr>
          <p:cNvCxnSpPr>
            <a:cxnSpLocks/>
          </p:cNvCxnSpPr>
          <p:nvPr userDrawn="1"/>
        </p:nvCxnSpPr>
        <p:spPr>
          <a:xfrm>
            <a:off x="639074"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091051"/>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hank you-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2D1CE3-09AB-4B8F-B4EA-802DA1F8168A}"/>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BDF03CD9-50C7-44B7-B928-FC1A6F91398C}"/>
              </a:ext>
            </a:extLst>
          </p:cNvPr>
          <p:cNvSpPr>
            <a:spLocks noGrp="1"/>
          </p:cNvSpPr>
          <p:nvPr>
            <p:ph type="title" hasCustomPrompt="1"/>
          </p:nvPr>
        </p:nvSpPr>
        <p:spPr>
          <a:xfrm>
            <a:off x="457201" y="1181100"/>
            <a:ext cx="4426771" cy="1107996"/>
          </a:xfrm>
          <a:prstGeom prst="rect">
            <a:avLst/>
          </a:prstGeom>
        </p:spPr>
        <p:txBody>
          <a:bodyPr wrap="square">
            <a:spAutoFit/>
          </a:bodyPr>
          <a:lstStyle>
            <a:lvl1pPr>
              <a:defRPr sz="7200">
                <a:solidFill>
                  <a:schemeClr val="bg1"/>
                </a:solidFill>
                <a:latin typeface="Calibri Light" panose="020F0302020204030204" pitchFamily="34" charset="0"/>
                <a:cs typeface="Calibri Light" panose="020F0302020204030204" pitchFamily="34" charset="0"/>
              </a:defRPr>
            </a:lvl1pPr>
          </a:lstStyle>
          <a:p>
            <a:r>
              <a:rPr lang="en-US"/>
              <a:t>Thank you!</a:t>
            </a:r>
          </a:p>
        </p:txBody>
      </p:sp>
      <p:sp>
        <p:nvSpPr>
          <p:cNvPr id="14" name="Picture Placeholder 2">
            <a:extLst>
              <a:ext uri="{FF2B5EF4-FFF2-40B4-BE49-F238E27FC236}">
                <a16:creationId xmlns:a16="http://schemas.microsoft.com/office/drawing/2014/main" id="{D26DCF78-A14C-7743-94BB-7E13C2AD8622}"/>
              </a:ext>
            </a:extLst>
          </p:cNvPr>
          <p:cNvSpPr>
            <a:spLocks noGrp="1"/>
          </p:cNvSpPr>
          <p:nvPr>
            <p:ph type="pic" sz="quarter" idx="16"/>
          </p:nvPr>
        </p:nvSpPr>
        <p:spPr>
          <a:xfrm>
            <a:off x="6095998" y="0"/>
            <a:ext cx="6096001" cy="6858000"/>
          </a:xfrm>
          <a:prstGeom prst="rect">
            <a:avLst/>
          </a:prstGeom>
          <a:solidFill>
            <a:schemeClr val="bg2"/>
          </a:solidFill>
        </p:spPr>
        <p:txBody>
          <a:bodyPr/>
          <a:lstStyle>
            <a:lvl1pPr>
              <a:defRPr/>
            </a:lvl1pPr>
          </a:lstStyle>
          <a:p>
            <a:endParaRPr lang="en-US"/>
          </a:p>
        </p:txBody>
      </p:sp>
      <p:sp>
        <p:nvSpPr>
          <p:cNvPr id="4" name="Text Placeholder 2">
            <a:extLst>
              <a:ext uri="{FF2B5EF4-FFF2-40B4-BE49-F238E27FC236}">
                <a16:creationId xmlns:a16="http://schemas.microsoft.com/office/drawing/2014/main" id="{A54CD715-5029-A04B-C86E-9249D98C21D2}"/>
              </a:ext>
            </a:extLst>
          </p:cNvPr>
          <p:cNvSpPr>
            <a:spLocks noGrp="1"/>
          </p:cNvSpPr>
          <p:nvPr>
            <p:ph type="body" sz="quarter" idx="12"/>
          </p:nvPr>
        </p:nvSpPr>
        <p:spPr>
          <a:xfrm>
            <a:off x="623950" y="2540616"/>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r>
              <a:rPr lang="en-US"/>
              <a:t>For more information, contact</a:t>
            </a:r>
          </a:p>
        </p:txBody>
      </p:sp>
      <p:sp>
        <p:nvSpPr>
          <p:cNvPr id="5" name="Text Placeholder 3">
            <a:extLst>
              <a:ext uri="{FF2B5EF4-FFF2-40B4-BE49-F238E27FC236}">
                <a16:creationId xmlns:a16="http://schemas.microsoft.com/office/drawing/2014/main" id="{BA996D09-CCCD-86F0-CB74-7B35F4B50B35}"/>
              </a:ext>
            </a:extLst>
          </p:cNvPr>
          <p:cNvSpPr>
            <a:spLocks noGrp="1"/>
          </p:cNvSpPr>
          <p:nvPr>
            <p:ph type="body" sz="quarter" idx="13"/>
          </p:nvPr>
        </p:nvSpPr>
        <p:spPr>
          <a:xfrm>
            <a:off x="623950" y="3313799"/>
            <a:ext cx="3827462" cy="289438"/>
          </a:xfrm>
          <a:prstGeom prst="rect">
            <a:avLst/>
          </a:prstGeom>
        </p:spPr>
        <p:txBody>
          <a:bodyPr/>
          <a:lstStyle>
            <a:lvl1pPr>
              <a:defRPr sz="1800" b="1" i="0">
                <a:solidFill>
                  <a:schemeClr val="bg1"/>
                </a:solidFill>
                <a:latin typeface="Calibri" panose="020F0502020204030204" pitchFamily="34" charset="0"/>
                <a:cs typeface="Calibri" panose="020F0502020204030204" pitchFamily="34" charset="0"/>
              </a:defRPr>
            </a:lvl1pPr>
          </a:lstStyle>
          <a:p>
            <a:r>
              <a:rPr lang="en-US"/>
              <a:t>Name</a:t>
            </a:r>
          </a:p>
        </p:txBody>
      </p:sp>
      <p:sp>
        <p:nvSpPr>
          <p:cNvPr id="7" name="Text Placeholder 4">
            <a:extLst>
              <a:ext uri="{FF2B5EF4-FFF2-40B4-BE49-F238E27FC236}">
                <a16:creationId xmlns:a16="http://schemas.microsoft.com/office/drawing/2014/main" id="{AFA00C86-CF48-20A1-6950-AD5A31049E6F}"/>
              </a:ext>
            </a:extLst>
          </p:cNvPr>
          <p:cNvSpPr>
            <a:spLocks noGrp="1"/>
          </p:cNvSpPr>
          <p:nvPr>
            <p:ph type="body" sz="quarter" idx="14"/>
          </p:nvPr>
        </p:nvSpPr>
        <p:spPr>
          <a:xfrm>
            <a:off x="623950" y="3672220"/>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Position title</a:t>
            </a:r>
          </a:p>
        </p:txBody>
      </p:sp>
      <p:sp>
        <p:nvSpPr>
          <p:cNvPr id="8" name="Text Placeholder 5">
            <a:extLst>
              <a:ext uri="{FF2B5EF4-FFF2-40B4-BE49-F238E27FC236}">
                <a16:creationId xmlns:a16="http://schemas.microsoft.com/office/drawing/2014/main" id="{BBB322FB-99C0-42C7-5BDE-D4858AC19E8D}"/>
              </a:ext>
            </a:extLst>
          </p:cNvPr>
          <p:cNvSpPr>
            <a:spLocks noGrp="1"/>
          </p:cNvSpPr>
          <p:nvPr>
            <p:ph type="body" sz="quarter" idx="15"/>
          </p:nvPr>
        </p:nvSpPr>
        <p:spPr>
          <a:xfrm>
            <a:off x="623950" y="420130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Insert email</a:t>
            </a:r>
          </a:p>
        </p:txBody>
      </p:sp>
      <p:sp>
        <p:nvSpPr>
          <p:cNvPr id="15" name="Text Placeholder 6">
            <a:extLst>
              <a:ext uri="{FF2B5EF4-FFF2-40B4-BE49-F238E27FC236}">
                <a16:creationId xmlns:a16="http://schemas.microsoft.com/office/drawing/2014/main" id="{EC85097F-F8BD-3020-2B4F-3B98A38BBA13}"/>
              </a:ext>
            </a:extLst>
          </p:cNvPr>
          <p:cNvSpPr>
            <a:spLocks noGrp="1"/>
          </p:cNvSpPr>
          <p:nvPr>
            <p:ph type="body" sz="quarter" idx="17"/>
          </p:nvPr>
        </p:nvSpPr>
        <p:spPr>
          <a:xfrm>
            <a:off x="623950" y="448823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+1 000 000 000</a:t>
            </a:r>
          </a:p>
        </p:txBody>
      </p:sp>
      <p:sp>
        <p:nvSpPr>
          <p:cNvPr id="16" name="Text Placeholder 7">
            <a:extLst>
              <a:ext uri="{FF2B5EF4-FFF2-40B4-BE49-F238E27FC236}">
                <a16:creationId xmlns:a16="http://schemas.microsoft.com/office/drawing/2014/main" id="{F9DDE0F1-1E2D-03F1-BD26-670ECCC71F31}"/>
              </a:ext>
            </a:extLst>
          </p:cNvPr>
          <p:cNvSpPr>
            <a:spLocks noGrp="1"/>
          </p:cNvSpPr>
          <p:nvPr>
            <p:ph type="body" sz="quarter" idx="18"/>
          </p:nvPr>
        </p:nvSpPr>
        <p:spPr>
          <a:xfrm>
            <a:off x="623950" y="4897078"/>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cxnSp>
        <p:nvCxnSpPr>
          <p:cNvPr id="17" name="Straight Connector 16">
            <a:extLst>
              <a:ext uri="{FF2B5EF4-FFF2-40B4-BE49-F238E27FC236}">
                <a16:creationId xmlns:a16="http://schemas.microsoft.com/office/drawing/2014/main" id="{AAE04AB7-6A3B-5E51-ABEB-5C3D6423F45E}"/>
              </a:ext>
            </a:extLst>
          </p:cNvPr>
          <p:cNvCxnSpPr>
            <a:cxnSpLocks/>
          </p:cNvCxnSpPr>
          <p:nvPr userDrawn="1"/>
        </p:nvCxnSpPr>
        <p:spPr>
          <a:xfrm>
            <a:off x="623950"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0B2B0E62-5E6B-139F-4A81-DE5B8F0A8CB9}"/>
              </a:ext>
            </a:extLst>
          </p:cNvPr>
          <p:cNvGrpSpPr/>
          <p:nvPr userDrawn="1"/>
        </p:nvGrpSpPr>
        <p:grpSpPr>
          <a:xfrm>
            <a:off x="610888" y="6472556"/>
            <a:ext cx="372834" cy="131175"/>
            <a:chOff x="14288" y="2035175"/>
            <a:chExt cx="10039350" cy="3532188"/>
          </a:xfrm>
          <a:solidFill>
            <a:schemeClr val="bg1"/>
          </a:solidFill>
        </p:grpSpPr>
        <p:sp>
          <p:nvSpPr>
            <p:cNvPr id="19" name="Freeform 1">
              <a:extLst>
                <a:ext uri="{FF2B5EF4-FFF2-40B4-BE49-F238E27FC236}">
                  <a16:creationId xmlns:a16="http://schemas.microsoft.com/office/drawing/2014/main" id="{9FD9498E-D12D-79A7-38FD-B9C6539E023E}"/>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0" name="Freeform 2">
              <a:extLst>
                <a:ext uri="{FF2B5EF4-FFF2-40B4-BE49-F238E27FC236}">
                  <a16:creationId xmlns:a16="http://schemas.microsoft.com/office/drawing/2014/main" id="{720530C4-965B-3B47-A65E-92A9DC151035}"/>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1" name="Freeform 3">
              <a:extLst>
                <a:ext uri="{FF2B5EF4-FFF2-40B4-BE49-F238E27FC236}">
                  <a16:creationId xmlns:a16="http://schemas.microsoft.com/office/drawing/2014/main" id="{A855532B-5C67-13FF-D0D5-D106BE34A8EB}"/>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2" name="Freeform 4">
              <a:extLst>
                <a:ext uri="{FF2B5EF4-FFF2-40B4-BE49-F238E27FC236}">
                  <a16:creationId xmlns:a16="http://schemas.microsoft.com/office/drawing/2014/main" id="{2477DD35-D316-1D31-AC8F-307416BA363A}"/>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3" name="Freeform 5">
              <a:extLst>
                <a:ext uri="{FF2B5EF4-FFF2-40B4-BE49-F238E27FC236}">
                  <a16:creationId xmlns:a16="http://schemas.microsoft.com/office/drawing/2014/main" id="{86FECE7B-DD27-51D2-3EE3-CBF901983D70}"/>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24" name="Freeform 6">
              <a:extLst>
                <a:ext uri="{FF2B5EF4-FFF2-40B4-BE49-F238E27FC236}">
                  <a16:creationId xmlns:a16="http://schemas.microsoft.com/office/drawing/2014/main" id="{519E9D54-2FD0-56E5-1E27-5BF2C20C85FC}"/>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sp>
        <p:nvSpPr>
          <p:cNvPr id="25" name="Footer Placeholder 14">
            <a:extLst>
              <a:ext uri="{FF2B5EF4-FFF2-40B4-BE49-F238E27FC236}">
                <a16:creationId xmlns:a16="http://schemas.microsoft.com/office/drawing/2014/main" id="{60F941D2-8EBB-CBDA-42CA-5C51391A2F66}"/>
              </a:ext>
            </a:extLst>
          </p:cNvPr>
          <p:cNvSpPr txBox="1">
            <a:spLocks/>
          </p:cNvSpPr>
          <p:nvPr userDrawn="1"/>
        </p:nvSpPr>
        <p:spPr>
          <a:xfrm>
            <a:off x="1206203" y="6411603"/>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bg1"/>
                </a:solidFill>
                <a:latin typeface="+mn-lt"/>
              </a:rPr>
              <a:t>EPAM Proprietary &amp; Confidential</a:t>
            </a:r>
            <a:r>
              <a:rPr lang="ru-RU" b="0" i="0">
                <a:solidFill>
                  <a:schemeClr val="bg1"/>
                </a:solidFill>
                <a:latin typeface="+mn-lt"/>
              </a:rPr>
              <a:t> </a:t>
            </a:r>
            <a:endParaRPr lang="en-US" b="0" i="0">
              <a:solidFill>
                <a:schemeClr val="bg1"/>
              </a:solidFill>
              <a:latin typeface="+mn-lt"/>
            </a:endParaRPr>
          </a:p>
        </p:txBody>
      </p:sp>
      <p:pic>
        <p:nvPicPr>
          <p:cNvPr id="9" name="Graphic 8">
            <a:extLst>
              <a:ext uri="{FF2B5EF4-FFF2-40B4-BE49-F238E27FC236}">
                <a16:creationId xmlns:a16="http://schemas.microsoft.com/office/drawing/2014/main" id="{65A623E3-F881-EE83-C985-4EC35E3B94D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820266" y="6419060"/>
            <a:ext cx="762921" cy="205636"/>
          </a:xfrm>
          <a:prstGeom prst="rect">
            <a:avLst/>
          </a:prstGeom>
        </p:spPr>
      </p:pic>
    </p:spTree>
    <p:extLst>
      <p:ext uri="{BB962C8B-B14F-4D97-AF65-F5344CB8AC3E}">
        <p14:creationId xmlns:p14="http://schemas.microsoft.com/office/powerpoint/2010/main" val="4035479818"/>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x_Photo_+_Caption_A">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endParaRPr lang="en-US"/>
          </a:p>
        </p:txBody>
      </p:sp>
      <p:sp>
        <p:nvSpPr>
          <p:cNvPr id="2" name="Rectangle 1">
            <a:extLst>
              <a:ext uri="{FF2B5EF4-FFF2-40B4-BE49-F238E27FC236}">
                <a16:creationId xmlns:a16="http://schemas.microsoft.com/office/drawing/2014/main" id="{F7C1B8CB-9FFB-8D0A-F788-18710501B096}"/>
              </a:ext>
            </a:extLst>
          </p:cNvPr>
          <p:cNvSpPr/>
          <p:nvPr userDrawn="1"/>
        </p:nvSpPr>
        <p:spPr bwMode="auto">
          <a:xfrm>
            <a:off x="0" y="2679405"/>
            <a:ext cx="4924396" cy="4178595"/>
          </a:xfrm>
          <a:prstGeom prst="rect">
            <a:avLst/>
          </a:prstGeom>
          <a:solidFill>
            <a:schemeClr val="bg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1169551"/>
          </a:xfrm>
          <a:prstGeom prst="rect">
            <a:avLst/>
          </a:prstGeom>
        </p:spPr>
        <p:txBody>
          <a:bodyPr wrap="square">
            <a:spAutoFit/>
          </a:bodyPr>
          <a:lstStyle>
            <a:lvl1pPr>
              <a:lnSpc>
                <a:spcPct val="100000"/>
              </a:lnSpc>
              <a:spcBef>
                <a:spcPts val="0"/>
              </a:spcBef>
              <a:defRPr sz="38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Caption with two or more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ts val="0"/>
              </a:spcBef>
              <a:defRPr sz="1200" b="1" spc="300">
                <a:solidFill>
                  <a:schemeClr val="tx1"/>
                </a:solidFill>
                <a:latin typeface="+mj-lt"/>
                <a:cs typeface="Calibri Light" panose="020F0302020204030204" pitchFamily="34" charset="0"/>
              </a:defRPr>
            </a:lvl1pPr>
            <a:lvl2pPr>
              <a:buNone/>
              <a:defRPr/>
            </a:lvl2pPr>
          </a:lstStyle>
          <a:p>
            <a:pPr lvl="0"/>
            <a:r>
              <a:rPr lang="en-US">
                <a:effectLst/>
              </a:rPr>
              <a:t>PREHEADER</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ts val="0"/>
              </a:spcBef>
              <a:defRPr sz="18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userDrawn="1"/>
        </p:nvSpPr>
        <p:spPr>
          <a:xfrm>
            <a:off x="2271713" y="-85725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CD5434AD-5AC2-9852-2EE5-0B7825009419}"/>
              </a:ext>
            </a:extLst>
          </p:cNvPr>
          <p:cNvSpPr txBox="1"/>
          <p:nvPr userDrawn="1"/>
        </p:nvSpPr>
        <p:spPr>
          <a:xfrm>
            <a:off x="-914400" y="274320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Tree>
    <p:extLst>
      <p:ext uri="{BB962C8B-B14F-4D97-AF65-F5344CB8AC3E}">
        <p14:creationId xmlns:p14="http://schemas.microsoft.com/office/powerpoint/2010/main" val="1859482842"/>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 SubTitle + Text - 2 columns_Sho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1" y="457200"/>
            <a:ext cx="9360544" cy="338554"/>
          </a:xfrm>
        </p:spPr>
        <p:txBody>
          <a:bodyPr vert="horz" wrap="square" lIns="0" tIns="0" rIns="0" bIns="0" rtlCol="0" anchor="t" anchorCtr="0">
            <a:spAutoFit/>
          </a:bodyPr>
          <a:lstStyle>
            <a:lvl1pPr>
              <a:defRPr lang="en-US" dirty="0"/>
            </a:lvl1pPr>
          </a:lstStyle>
          <a:p>
            <a:pPr lvl="0"/>
            <a:r>
              <a:rPr lang="en-US"/>
              <a:t>Success Story: Generally what did we do for the customer</a:t>
            </a:r>
          </a:p>
        </p:txBody>
      </p:sp>
      <p:sp>
        <p:nvSpPr>
          <p:cNvPr id="4" name="Picture Placeholder 3">
            <a:extLst>
              <a:ext uri="{FF2B5EF4-FFF2-40B4-BE49-F238E27FC236}">
                <a16:creationId xmlns:a16="http://schemas.microsoft.com/office/drawing/2014/main" id="{76A3BDF4-FE97-E14C-A097-9FAE5DD248AF}"/>
              </a:ext>
            </a:extLst>
          </p:cNvPr>
          <p:cNvSpPr>
            <a:spLocks noGrp="1"/>
          </p:cNvSpPr>
          <p:nvPr>
            <p:ph type="pic" sz="quarter" idx="10" hasCustomPrompt="1"/>
          </p:nvPr>
        </p:nvSpPr>
        <p:spPr>
          <a:xfrm>
            <a:off x="10031142" y="442082"/>
            <a:ext cx="1684609" cy="414867"/>
          </a:xfrm>
        </p:spPr>
        <p:txBody>
          <a:bodyPr>
            <a:normAutofit/>
          </a:bodyPr>
          <a:lstStyle>
            <a:lvl1pPr>
              <a:defRPr sz="1600" b="0"/>
            </a:lvl1pPr>
          </a:lstStyle>
          <a:p>
            <a:r>
              <a:rPr lang="en-UA"/>
              <a:t>Client logo</a:t>
            </a:r>
          </a:p>
        </p:txBody>
      </p:sp>
      <p:sp>
        <p:nvSpPr>
          <p:cNvPr id="28" name="Text Placeholder 27">
            <a:extLst>
              <a:ext uri="{FF2B5EF4-FFF2-40B4-BE49-F238E27FC236}">
                <a16:creationId xmlns:a16="http://schemas.microsoft.com/office/drawing/2014/main" id="{C2F72496-7466-6941-8D8C-AFFE638263DF}"/>
              </a:ext>
            </a:extLst>
          </p:cNvPr>
          <p:cNvSpPr>
            <a:spLocks noGrp="1"/>
          </p:cNvSpPr>
          <p:nvPr userDrawn="1">
            <p:ph type="body" sz="quarter" idx="14" hasCustomPrompt="1"/>
          </p:nvPr>
        </p:nvSpPr>
        <p:spPr>
          <a:xfrm>
            <a:off x="1053989" y="930138"/>
            <a:ext cx="1025441" cy="268817"/>
          </a:xfrm>
        </p:spPr>
        <p:txBody>
          <a:bodyPr>
            <a:noAutofit/>
          </a:bodyPr>
          <a:lstStyle>
            <a:lvl1pPr>
              <a:defRPr sz="1200" b="0" i="0">
                <a:latin typeface="Calibri Light" panose="020F0302020204030204" pitchFamily="34" charset="0"/>
                <a:cs typeface="Calibri Light" panose="020F0302020204030204" pitchFamily="34" charset="0"/>
              </a:defRPr>
            </a:lvl1pPr>
            <a:lvl2pPr>
              <a:defRPr sz="1200"/>
            </a:lvl2pPr>
            <a:lvl3pPr>
              <a:defRPr sz="1200"/>
            </a:lvl3pPr>
            <a:lvl4pPr>
              <a:defRPr sz="1200"/>
            </a:lvl4pPr>
            <a:lvl5pPr>
              <a:defRPr sz="1200"/>
            </a:lvl5pPr>
          </a:lstStyle>
          <a:p>
            <a:pPr lvl="0"/>
            <a:r>
              <a:rPr lang="en-UA"/>
              <a:t>-</a:t>
            </a:r>
          </a:p>
        </p:txBody>
      </p:sp>
      <p:sp>
        <p:nvSpPr>
          <p:cNvPr id="29" name="Text Placeholder 27">
            <a:extLst>
              <a:ext uri="{FF2B5EF4-FFF2-40B4-BE49-F238E27FC236}">
                <a16:creationId xmlns:a16="http://schemas.microsoft.com/office/drawing/2014/main" id="{B0111BE1-3B97-4745-80D6-404331BE7267}"/>
              </a:ext>
            </a:extLst>
          </p:cNvPr>
          <p:cNvSpPr>
            <a:spLocks noGrp="1"/>
          </p:cNvSpPr>
          <p:nvPr userDrawn="1">
            <p:ph type="body" sz="quarter" idx="15" hasCustomPrompt="1"/>
          </p:nvPr>
        </p:nvSpPr>
        <p:spPr>
          <a:xfrm>
            <a:off x="3008925" y="930138"/>
            <a:ext cx="1025441" cy="268817"/>
          </a:xfrm>
        </p:spPr>
        <p:txBody>
          <a:bodyPr>
            <a:noAutofit/>
          </a:bodyPr>
          <a:lstStyle>
            <a:lvl1pPr>
              <a:defRPr sz="1200" b="0" i="0">
                <a:latin typeface="Calibri Light" panose="020F0302020204030204" pitchFamily="34" charset="0"/>
                <a:cs typeface="Calibri Light" panose="020F0302020204030204" pitchFamily="34" charset="0"/>
              </a:defRPr>
            </a:lvl1pPr>
            <a:lvl2pPr>
              <a:defRPr sz="1200"/>
            </a:lvl2pPr>
            <a:lvl3pPr>
              <a:defRPr sz="1200"/>
            </a:lvl3pPr>
            <a:lvl4pPr>
              <a:defRPr sz="1200"/>
            </a:lvl4pPr>
            <a:lvl5pPr>
              <a:defRPr sz="1200"/>
            </a:lvl5pPr>
          </a:lstStyle>
          <a:p>
            <a:pPr lvl="0"/>
            <a:r>
              <a:rPr lang="en-UA"/>
              <a:t>-</a:t>
            </a:r>
          </a:p>
        </p:txBody>
      </p:sp>
      <p:sp>
        <p:nvSpPr>
          <p:cNvPr id="30" name="Text Placeholder 27">
            <a:extLst>
              <a:ext uri="{FF2B5EF4-FFF2-40B4-BE49-F238E27FC236}">
                <a16:creationId xmlns:a16="http://schemas.microsoft.com/office/drawing/2014/main" id="{C457E12C-5A34-3448-A92D-6DFDA026F971}"/>
              </a:ext>
            </a:extLst>
          </p:cNvPr>
          <p:cNvSpPr>
            <a:spLocks noGrp="1"/>
          </p:cNvSpPr>
          <p:nvPr userDrawn="1">
            <p:ph type="body" sz="quarter" idx="16" hasCustomPrompt="1"/>
          </p:nvPr>
        </p:nvSpPr>
        <p:spPr>
          <a:xfrm>
            <a:off x="5070558" y="925905"/>
            <a:ext cx="1025441" cy="268817"/>
          </a:xfrm>
        </p:spPr>
        <p:txBody>
          <a:bodyPr>
            <a:noAutofit/>
          </a:bodyPr>
          <a:lstStyle>
            <a:lvl1pPr>
              <a:defRPr sz="1200" b="0" i="0">
                <a:latin typeface="Calibri Light" panose="020F0302020204030204" pitchFamily="34" charset="0"/>
                <a:cs typeface="Calibri Light" panose="020F0302020204030204" pitchFamily="34" charset="0"/>
              </a:defRPr>
            </a:lvl1pPr>
            <a:lvl2pPr>
              <a:defRPr sz="1200"/>
            </a:lvl2pPr>
            <a:lvl3pPr>
              <a:defRPr sz="1200"/>
            </a:lvl3pPr>
            <a:lvl4pPr>
              <a:defRPr sz="1200"/>
            </a:lvl4pPr>
            <a:lvl5pPr>
              <a:defRPr sz="1200"/>
            </a:lvl5pPr>
          </a:lstStyle>
          <a:p>
            <a:pPr lvl="0"/>
            <a:r>
              <a:rPr lang="en-UA"/>
              <a:t>-</a:t>
            </a:r>
          </a:p>
        </p:txBody>
      </p:sp>
      <p:sp>
        <p:nvSpPr>
          <p:cNvPr id="36" name="Text Placeholder 35">
            <a:extLst>
              <a:ext uri="{FF2B5EF4-FFF2-40B4-BE49-F238E27FC236}">
                <a16:creationId xmlns:a16="http://schemas.microsoft.com/office/drawing/2014/main" id="{5E48F6D0-458A-D749-B901-E5C420AB7189}"/>
              </a:ext>
            </a:extLst>
          </p:cNvPr>
          <p:cNvSpPr>
            <a:spLocks noGrp="1"/>
          </p:cNvSpPr>
          <p:nvPr userDrawn="1">
            <p:ph type="body" sz="quarter" idx="17" hasCustomPrompt="1"/>
          </p:nvPr>
        </p:nvSpPr>
        <p:spPr>
          <a:xfrm>
            <a:off x="461365" y="1759801"/>
            <a:ext cx="5438692" cy="499533"/>
          </a:xfrm>
        </p:spPr>
        <p:txBody>
          <a:bodyPr>
            <a:normAutofit/>
          </a:bodyPr>
          <a:lstStyle>
            <a:lvl1pPr>
              <a:lnSpc>
                <a:spcPct val="100000"/>
              </a:lnSpc>
              <a:spcBef>
                <a:spcPts val="267"/>
              </a:spcBef>
              <a:spcAft>
                <a:spcPts val="533"/>
              </a:spcAft>
              <a:defRPr sz="1267" b="1"/>
            </a:lvl1pPr>
          </a:lstStyle>
          <a:p>
            <a:pPr lvl="0"/>
            <a:r>
              <a:rPr lang="en-UA"/>
              <a:t>2-5 sentences to provide a background / context for the engagement. Do not use bullets.</a:t>
            </a:r>
          </a:p>
        </p:txBody>
      </p:sp>
      <p:sp>
        <p:nvSpPr>
          <p:cNvPr id="48" name="Text Placeholder 35">
            <a:extLst>
              <a:ext uri="{FF2B5EF4-FFF2-40B4-BE49-F238E27FC236}">
                <a16:creationId xmlns:a16="http://schemas.microsoft.com/office/drawing/2014/main" id="{38DE6258-BDEB-5349-BF3B-0EA8DB4B18D6}"/>
              </a:ext>
            </a:extLst>
          </p:cNvPr>
          <p:cNvSpPr>
            <a:spLocks noGrp="1"/>
          </p:cNvSpPr>
          <p:nvPr userDrawn="1">
            <p:ph type="body" sz="quarter" idx="24" hasCustomPrompt="1"/>
          </p:nvPr>
        </p:nvSpPr>
        <p:spPr>
          <a:xfrm>
            <a:off x="6277963" y="1763087"/>
            <a:ext cx="5438692" cy="1175524"/>
          </a:xfrm>
        </p:spPr>
        <p:txBody>
          <a:bodyPr>
            <a:normAutofit/>
          </a:bodyPr>
          <a:lstStyle>
            <a:lvl1pPr marL="172796" marR="0" indent="-172796" algn="l" defTabSz="1219170" rtl="0" eaLnBrk="1" fontAlgn="base" latinLnBrk="0" hangingPunct="1">
              <a:lnSpc>
                <a:spcPct val="100000"/>
              </a:lnSpc>
              <a:spcBef>
                <a:spcPts val="267"/>
              </a:spcBef>
              <a:spcAft>
                <a:spcPts val="400"/>
              </a:spcAft>
              <a:buClr>
                <a:srgbClr val="39C2D7"/>
              </a:buClr>
              <a:buSzTx/>
              <a:buFont typeface="Arial" panose="020B0604020202020204" pitchFamily="34" charset="0"/>
              <a:buChar char="•"/>
              <a:tabLst/>
              <a:defRPr sz="1267" b="0" i="0">
                <a:latin typeface="Calibri Light" panose="020F0302020204030204" pitchFamily="34" charset="0"/>
                <a:cs typeface="Calibri Light" panose="020F0302020204030204" pitchFamily="34" charset="0"/>
              </a:defRPr>
            </a:lvl1pPr>
          </a:lstStyle>
          <a:p>
            <a:pPr marL="129600" indent="-129600" fontAlgn="base">
              <a:spcBef>
                <a:spcPts val="200"/>
              </a:spcBef>
              <a:buClr>
                <a:schemeClr val="accent2"/>
              </a:buClr>
              <a:buFont typeface="Arial" panose="020B0604020202020204" pitchFamily="34" charset="0"/>
              <a:buChar char="•"/>
            </a:pPr>
            <a:r>
              <a:rPr lang="en-US" sz="1267">
                <a:solidFill>
                  <a:srgbClr val="000000"/>
                </a:solidFill>
                <a:latin typeface="Calibri" panose="020F0502020204030204" pitchFamily="34" charset="0"/>
              </a:rPr>
              <a:t>3-7 bullets describing the outcomes in measurable (quantitative or qualitative) business terms. </a:t>
            </a:r>
          </a:p>
          <a:p>
            <a:pPr marL="172796" marR="0" lvl="0" indent="-172796" algn="l" defTabSz="1219170" rtl="0" eaLnBrk="1" fontAlgn="base" latinLnBrk="0" hangingPunct="1">
              <a:lnSpc>
                <a:spcPct val="100000"/>
              </a:lnSpc>
              <a:spcBef>
                <a:spcPts val="267"/>
              </a:spcBef>
              <a:spcAft>
                <a:spcPts val="400"/>
              </a:spcAft>
              <a:buClr>
                <a:srgbClr val="39C2D7"/>
              </a:buClr>
              <a:buSzTx/>
              <a:buFont typeface="Arial" panose="020B0604020202020204" pitchFamily="34" charset="0"/>
              <a:buChar char="•"/>
              <a:tabLst/>
              <a:defRPr/>
            </a:pPr>
            <a:endParaRPr lang="en-US" sz="1267">
              <a:solidFill>
                <a:srgbClr val="000000"/>
              </a:solidFill>
              <a:latin typeface="Calibri" panose="020F0502020204030204" pitchFamily="34" charset="0"/>
            </a:endParaRPr>
          </a:p>
          <a:p>
            <a:pPr marL="129600" indent="-129600" fontAlgn="base">
              <a:spcBef>
                <a:spcPts val="200"/>
              </a:spcBef>
              <a:buClr>
                <a:srgbClr val="39C2D7"/>
              </a:buClr>
              <a:buFont typeface="Arial" panose="020B0604020202020204" pitchFamily="34" charset="0"/>
              <a:buChar char="•"/>
            </a:pPr>
            <a:endParaRPr lang="en-US" sz="1267">
              <a:solidFill>
                <a:srgbClr val="000000"/>
              </a:solidFill>
              <a:latin typeface="Calibri" panose="020F0502020204030204" pitchFamily="34" charset="0"/>
            </a:endParaRPr>
          </a:p>
          <a:p>
            <a:pPr marL="129600" indent="-129600" fontAlgn="base">
              <a:spcBef>
                <a:spcPts val="200"/>
              </a:spcBef>
              <a:buClr>
                <a:srgbClr val="39C2D7"/>
              </a:buClr>
              <a:buFont typeface="Arial" panose="020B0604020202020204" pitchFamily="34" charset="0"/>
              <a:buChar char="•"/>
            </a:pPr>
            <a:endParaRPr lang="en-US" sz="1267"/>
          </a:p>
        </p:txBody>
      </p:sp>
      <p:sp>
        <p:nvSpPr>
          <p:cNvPr id="67" name="Text Placeholder 66">
            <a:extLst>
              <a:ext uri="{FF2B5EF4-FFF2-40B4-BE49-F238E27FC236}">
                <a16:creationId xmlns:a16="http://schemas.microsoft.com/office/drawing/2014/main" id="{39ABE7C2-BBA2-374F-A935-8632C289050C}"/>
              </a:ext>
            </a:extLst>
          </p:cNvPr>
          <p:cNvSpPr>
            <a:spLocks noGrp="1"/>
          </p:cNvSpPr>
          <p:nvPr>
            <p:ph type="body" sz="quarter" idx="30" hasCustomPrompt="1"/>
          </p:nvPr>
        </p:nvSpPr>
        <p:spPr>
          <a:xfrm>
            <a:off x="462341" y="2280218"/>
            <a:ext cx="5437716" cy="967317"/>
          </a:xfrm>
        </p:spPr>
        <p:txBody>
          <a:bodyPr>
            <a:normAutofit/>
          </a:bodyPr>
          <a:lstStyle>
            <a:lvl1pPr marL="172796" indent="-172796">
              <a:lnSpc>
                <a:spcPct val="100000"/>
              </a:lnSpc>
              <a:spcBef>
                <a:spcPts val="200"/>
              </a:spcBef>
              <a:buClr>
                <a:schemeClr val="tx1"/>
              </a:buClr>
              <a:buFont typeface="Arial" panose="020B0604020202020204" pitchFamily="34" charset="0"/>
              <a:buChar char="•"/>
              <a:defRPr sz="1267" b="0" i="0">
                <a:latin typeface="Calibri Light" panose="020F0302020204030204" pitchFamily="34" charset="0"/>
                <a:cs typeface="Calibri Light" panose="020F0302020204030204" pitchFamily="34" charset="0"/>
              </a:defRPr>
            </a:lvl1pPr>
          </a:lstStyle>
          <a:p>
            <a:pPr lvl="0"/>
            <a:r>
              <a:rPr lang="en-UA"/>
              <a:t>3-5 challenges / Oppportunities in business terms. Why is organization doing this? Why are they paying us</a:t>
            </a:r>
            <a:r>
              <a:rPr lang="en-US"/>
              <a:t>?</a:t>
            </a:r>
            <a:endParaRPr lang="en-UA"/>
          </a:p>
        </p:txBody>
      </p:sp>
    </p:spTree>
    <p:extLst>
      <p:ext uri="{BB962C8B-B14F-4D97-AF65-F5344CB8AC3E}">
        <p14:creationId xmlns:p14="http://schemas.microsoft.com/office/powerpoint/2010/main" val="1020964188"/>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image" Target="../media/image2.sv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6C885423-89B6-764B-9094-8FD106515F6B}"/>
              </a:ext>
            </a:extLst>
          </p:cNvPr>
          <p:cNvGrpSpPr/>
          <p:nvPr userDrawn="1"/>
        </p:nvGrpSpPr>
        <p:grpSpPr>
          <a:xfrm>
            <a:off x="611054" y="6471298"/>
            <a:ext cx="372834" cy="131175"/>
            <a:chOff x="14288" y="2035175"/>
            <a:chExt cx="10039350" cy="3532188"/>
          </a:xfrm>
          <a:solidFill>
            <a:schemeClr val="tx1"/>
          </a:solidFill>
        </p:grpSpPr>
        <p:sp>
          <p:nvSpPr>
            <p:cNvPr id="6" name="Freeform 1">
              <a:extLst>
                <a:ext uri="{FF2B5EF4-FFF2-40B4-BE49-F238E27FC236}">
                  <a16:creationId xmlns:a16="http://schemas.microsoft.com/office/drawing/2014/main" id="{2ED3B5D0-C94B-514C-ADA0-68F71F237236}"/>
                </a:ext>
              </a:extLst>
            </p:cNvPr>
            <p:cNvSpPr>
              <a:spLocks noChangeArrowheads="1"/>
            </p:cNvSpPr>
            <p:nvPr/>
          </p:nvSpPr>
          <p:spPr bwMode="auto">
            <a:xfrm>
              <a:off x="1519238" y="2035175"/>
              <a:ext cx="1336675" cy="2836863"/>
            </a:xfrm>
            <a:custGeom>
              <a:avLst/>
              <a:gdLst>
                <a:gd name="T0" fmla="*/ 390493 w 3714"/>
                <a:gd name="T1" fmla="*/ 1200682 h 7882"/>
                <a:gd name="T2" fmla="*/ 945462 w 3714"/>
                <a:gd name="T3" fmla="*/ 1200682 h 7882"/>
                <a:gd name="T4" fmla="*/ 945462 w 3714"/>
                <a:gd name="T5" fmla="*/ 611498 h 7882"/>
                <a:gd name="T6" fmla="*/ 698929 w 3714"/>
                <a:gd name="T7" fmla="*/ 364596 h 7882"/>
                <a:gd name="T8" fmla="*/ 637386 w 3714"/>
                <a:gd name="T9" fmla="*/ 364596 h 7882"/>
                <a:gd name="T10" fmla="*/ 390493 w 3714"/>
                <a:gd name="T11" fmla="*/ 611498 h 7882"/>
                <a:gd name="T12" fmla="*/ 390493 w 3714"/>
                <a:gd name="T13" fmla="*/ 1200682 h 7882"/>
                <a:gd name="T14" fmla="*/ 389414 w 3714"/>
                <a:gd name="T15" fmla="*/ 1576795 h 7882"/>
                <a:gd name="T16" fmla="*/ 390493 w 3714"/>
                <a:gd name="T17" fmla="*/ 2224645 h 7882"/>
                <a:gd name="T18" fmla="*/ 637386 w 3714"/>
                <a:gd name="T19" fmla="*/ 2471548 h 7882"/>
                <a:gd name="T20" fmla="*/ 709366 w 3714"/>
                <a:gd name="T21" fmla="*/ 2471548 h 7882"/>
                <a:gd name="T22" fmla="*/ 955899 w 3714"/>
                <a:gd name="T23" fmla="*/ 2224645 h 7882"/>
                <a:gd name="T24" fmla="*/ 955899 w 3714"/>
                <a:gd name="T25" fmla="*/ 1906119 h 7882"/>
                <a:gd name="T26" fmla="*/ 1336315 w 3714"/>
                <a:gd name="T27" fmla="*/ 1906119 h 7882"/>
                <a:gd name="T28" fmla="*/ 1336315 w 3714"/>
                <a:gd name="T29" fmla="*/ 2209528 h 7882"/>
                <a:gd name="T30" fmla="*/ 709366 w 3714"/>
                <a:gd name="T31" fmla="*/ 2836503 h 7882"/>
                <a:gd name="T32" fmla="*/ 626949 w 3714"/>
                <a:gd name="T33" fmla="*/ 2836503 h 7882"/>
                <a:gd name="T34" fmla="*/ 0 w 3714"/>
                <a:gd name="T35" fmla="*/ 2258117 h 7882"/>
                <a:gd name="T36" fmla="*/ 0 w 3714"/>
                <a:gd name="T37" fmla="*/ 675564 h 7882"/>
                <a:gd name="T38" fmla="*/ 626949 w 3714"/>
                <a:gd name="T39" fmla="*/ 0 h 7882"/>
                <a:gd name="T40" fmla="*/ 709366 w 3714"/>
                <a:gd name="T41" fmla="*/ 0 h 7882"/>
                <a:gd name="T42" fmla="*/ 1336315 w 3714"/>
                <a:gd name="T43" fmla="*/ 626975 h 7882"/>
                <a:gd name="T44" fmla="*/ 1334875 w 3714"/>
                <a:gd name="T45" fmla="*/ 1576795 h 7882"/>
                <a:gd name="T46" fmla="*/ 389414 w 3714"/>
                <a:gd name="T47" fmla="*/ 1576795 h 78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14" h="7882">
                  <a:moveTo>
                    <a:pt x="1085" y="3336"/>
                  </a:moveTo>
                  <a:lnTo>
                    <a:pt x="2627" y="3336"/>
                  </a:lnTo>
                  <a:lnTo>
                    <a:pt x="2627" y="1699"/>
                  </a:lnTo>
                  <a:cubicBezTo>
                    <a:pt x="2627" y="1242"/>
                    <a:pt x="2399" y="1013"/>
                    <a:pt x="1942" y="1013"/>
                  </a:cubicBezTo>
                  <a:lnTo>
                    <a:pt x="1771" y="1013"/>
                  </a:lnTo>
                  <a:cubicBezTo>
                    <a:pt x="1314" y="1013"/>
                    <a:pt x="1085" y="1242"/>
                    <a:pt x="1085" y="1699"/>
                  </a:cubicBezTo>
                  <a:lnTo>
                    <a:pt x="1085" y="3336"/>
                  </a:lnTo>
                  <a:close/>
                  <a:moveTo>
                    <a:pt x="1082" y="4381"/>
                  </a:moveTo>
                  <a:lnTo>
                    <a:pt x="1085" y="6181"/>
                  </a:lnTo>
                  <a:cubicBezTo>
                    <a:pt x="1085" y="6638"/>
                    <a:pt x="1314" y="6867"/>
                    <a:pt x="1771" y="6867"/>
                  </a:cubicBezTo>
                  <a:lnTo>
                    <a:pt x="1971" y="6867"/>
                  </a:lnTo>
                  <a:cubicBezTo>
                    <a:pt x="2428" y="6867"/>
                    <a:pt x="2656" y="6638"/>
                    <a:pt x="2656" y="6181"/>
                  </a:cubicBezTo>
                  <a:lnTo>
                    <a:pt x="2656" y="5296"/>
                  </a:lnTo>
                  <a:lnTo>
                    <a:pt x="3713" y="5296"/>
                  </a:lnTo>
                  <a:lnTo>
                    <a:pt x="3713" y="6139"/>
                  </a:lnTo>
                  <a:cubicBezTo>
                    <a:pt x="3713" y="7295"/>
                    <a:pt x="3127" y="7881"/>
                    <a:pt x="1971" y="7881"/>
                  </a:cubicBezTo>
                  <a:lnTo>
                    <a:pt x="1742" y="7881"/>
                  </a:lnTo>
                  <a:cubicBezTo>
                    <a:pt x="585" y="7881"/>
                    <a:pt x="0" y="7295"/>
                    <a:pt x="0" y="6274"/>
                  </a:cubicBezTo>
                  <a:lnTo>
                    <a:pt x="0" y="1877"/>
                  </a:lnTo>
                  <a:cubicBezTo>
                    <a:pt x="0" y="585"/>
                    <a:pt x="585" y="0"/>
                    <a:pt x="1742" y="0"/>
                  </a:cubicBezTo>
                  <a:lnTo>
                    <a:pt x="1971" y="0"/>
                  </a:lnTo>
                  <a:cubicBezTo>
                    <a:pt x="3127" y="0"/>
                    <a:pt x="3713" y="585"/>
                    <a:pt x="3713" y="1742"/>
                  </a:cubicBezTo>
                  <a:lnTo>
                    <a:pt x="3709" y="4381"/>
                  </a:lnTo>
                  <a:lnTo>
                    <a:pt x="1082" y="438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7" name="Freeform 2">
              <a:extLst>
                <a:ext uri="{FF2B5EF4-FFF2-40B4-BE49-F238E27FC236}">
                  <a16:creationId xmlns:a16="http://schemas.microsoft.com/office/drawing/2014/main" id="{6B13FE5C-061A-CF4C-8E56-4EAE82D2484B}"/>
                </a:ext>
              </a:extLst>
            </p:cNvPr>
            <p:cNvSpPr>
              <a:spLocks noChangeArrowheads="1"/>
            </p:cNvSpPr>
            <p:nvPr/>
          </p:nvSpPr>
          <p:spPr bwMode="auto">
            <a:xfrm>
              <a:off x="3109913" y="2035175"/>
              <a:ext cx="1368425" cy="3532188"/>
            </a:xfrm>
            <a:custGeom>
              <a:avLst/>
              <a:gdLst>
                <a:gd name="T0" fmla="*/ 390721 w 3800"/>
                <a:gd name="T1" fmla="*/ 2322993 h 9812"/>
                <a:gd name="T2" fmla="*/ 750833 w 3800"/>
                <a:gd name="T3" fmla="*/ 2466628 h 9812"/>
                <a:gd name="T4" fmla="*/ 976983 w 3800"/>
                <a:gd name="T5" fmla="*/ 2240556 h 9812"/>
                <a:gd name="T6" fmla="*/ 976983 w 3800"/>
                <a:gd name="T7" fmla="*/ 596138 h 9812"/>
                <a:gd name="T8" fmla="*/ 750833 w 3800"/>
                <a:gd name="T9" fmla="*/ 370066 h 9812"/>
                <a:gd name="T10" fmla="*/ 390721 w 3800"/>
                <a:gd name="T11" fmla="*/ 514061 h 9812"/>
                <a:gd name="T12" fmla="*/ 390721 w 3800"/>
                <a:gd name="T13" fmla="*/ 2322993 h 9812"/>
                <a:gd name="T14" fmla="*/ 0 w 3800"/>
                <a:gd name="T15" fmla="*/ 30599 h 9812"/>
                <a:gd name="T16" fmla="*/ 390721 w 3800"/>
                <a:gd name="T17" fmla="*/ 30599 h 9812"/>
                <a:gd name="T18" fmla="*/ 390721 w 3800"/>
                <a:gd name="T19" fmla="*/ 210592 h 9812"/>
                <a:gd name="T20" fmla="*/ 868950 w 3800"/>
                <a:gd name="T21" fmla="*/ 0 h 9812"/>
                <a:gd name="T22" fmla="*/ 1368065 w 3800"/>
                <a:gd name="T23" fmla="*/ 549699 h 9812"/>
                <a:gd name="T24" fmla="*/ 1368065 w 3800"/>
                <a:gd name="T25" fmla="*/ 2286995 h 9812"/>
                <a:gd name="T26" fmla="*/ 868950 w 3800"/>
                <a:gd name="T27" fmla="*/ 2837054 h 9812"/>
                <a:gd name="T28" fmla="*/ 390721 w 3800"/>
                <a:gd name="T29" fmla="*/ 2636541 h 9812"/>
                <a:gd name="T30" fmla="*/ 390721 w 3800"/>
                <a:gd name="T31" fmla="*/ 3531828 h 9812"/>
                <a:gd name="T32" fmla="*/ 0 w 3800"/>
                <a:gd name="T33" fmla="*/ 3531828 h 9812"/>
                <a:gd name="T34" fmla="*/ 0 w 3800"/>
                <a:gd name="T35" fmla="*/ 30599 h 98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800" h="9812">
                  <a:moveTo>
                    <a:pt x="1085" y="6453"/>
                  </a:moveTo>
                  <a:cubicBezTo>
                    <a:pt x="1385" y="6710"/>
                    <a:pt x="1728" y="6852"/>
                    <a:pt x="2085" y="6852"/>
                  </a:cubicBezTo>
                  <a:cubicBezTo>
                    <a:pt x="2485" y="6852"/>
                    <a:pt x="2713" y="6667"/>
                    <a:pt x="2713" y="6224"/>
                  </a:cubicBezTo>
                  <a:lnTo>
                    <a:pt x="2713" y="1656"/>
                  </a:lnTo>
                  <a:cubicBezTo>
                    <a:pt x="2713" y="1213"/>
                    <a:pt x="2485" y="1028"/>
                    <a:pt x="2085" y="1028"/>
                  </a:cubicBezTo>
                  <a:cubicBezTo>
                    <a:pt x="1728" y="1028"/>
                    <a:pt x="1385" y="1170"/>
                    <a:pt x="1085" y="1428"/>
                  </a:cubicBezTo>
                  <a:lnTo>
                    <a:pt x="1085" y="6453"/>
                  </a:lnTo>
                  <a:close/>
                  <a:moveTo>
                    <a:pt x="0" y="85"/>
                  </a:moveTo>
                  <a:lnTo>
                    <a:pt x="1085" y="85"/>
                  </a:lnTo>
                  <a:lnTo>
                    <a:pt x="1085" y="585"/>
                  </a:lnTo>
                  <a:cubicBezTo>
                    <a:pt x="1342" y="314"/>
                    <a:pt x="1785" y="0"/>
                    <a:pt x="2413" y="0"/>
                  </a:cubicBezTo>
                  <a:cubicBezTo>
                    <a:pt x="3342" y="0"/>
                    <a:pt x="3799" y="614"/>
                    <a:pt x="3799" y="1527"/>
                  </a:cubicBezTo>
                  <a:lnTo>
                    <a:pt x="3799" y="6353"/>
                  </a:lnTo>
                  <a:cubicBezTo>
                    <a:pt x="3799" y="7267"/>
                    <a:pt x="3342" y="7881"/>
                    <a:pt x="2413" y="7881"/>
                  </a:cubicBezTo>
                  <a:cubicBezTo>
                    <a:pt x="1785" y="7881"/>
                    <a:pt x="1342" y="7581"/>
                    <a:pt x="1085" y="7324"/>
                  </a:cubicBezTo>
                  <a:lnTo>
                    <a:pt x="1085" y="9811"/>
                  </a:lnTo>
                  <a:lnTo>
                    <a:pt x="0" y="9811"/>
                  </a:lnTo>
                  <a:lnTo>
                    <a:pt x="0"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8" name="Freeform 3">
              <a:extLst>
                <a:ext uri="{FF2B5EF4-FFF2-40B4-BE49-F238E27FC236}">
                  <a16:creationId xmlns:a16="http://schemas.microsoft.com/office/drawing/2014/main" id="{376FC67C-BC55-7E41-ADEA-5F3BE36F8A5C}"/>
                </a:ext>
              </a:extLst>
            </p:cNvPr>
            <p:cNvSpPr>
              <a:spLocks noChangeArrowheads="1"/>
            </p:cNvSpPr>
            <p:nvPr/>
          </p:nvSpPr>
          <p:spPr bwMode="auto">
            <a:xfrm>
              <a:off x="4711700" y="2035175"/>
              <a:ext cx="1328738" cy="2836863"/>
            </a:xfrm>
            <a:custGeom>
              <a:avLst/>
              <a:gdLst>
                <a:gd name="T0" fmla="*/ 937679 w 3690"/>
                <a:gd name="T1" fmla="*/ 2338019 h 7882"/>
                <a:gd name="T2" fmla="*/ 937679 w 3690"/>
                <a:gd name="T3" fmla="*/ 1422750 h 7882"/>
                <a:gd name="T4" fmla="*/ 582988 w 3690"/>
                <a:gd name="T5" fmla="*/ 1556999 h 7882"/>
                <a:gd name="T6" fmla="*/ 392500 w 3690"/>
                <a:gd name="T7" fmla="*/ 1844573 h 7882"/>
                <a:gd name="T8" fmla="*/ 392500 w 3690"/>
                <a:gd name="T9" fmla="*/ 2266035 h 7882"/>
                <a:gd name="T10" fmla="*/ 582988 w 3690"/>
                <a:gd name="T11" fmla="*/ 2466149 h 7882"/>
                <a:gd name="T12" fmla="*/ 937679 w 3690"/>
                <a:gd name="T13" fmla="*/ 2338019 h 7882"/>
                <a:gd name="T14" fmla="*/ 2161 w 3690"/>
                <a:gd name="T15" fmla="*/ 1839174 h 7882"/>
                <a:gd name="T16" fmla="*/ 413025 w 3690"/>
                <a:gd name="T17" fmla="*/ 1253950 h 7882"/>
                <a:gd name="T18" fmla="*/ 937679 w 3690"/>
                <a:gd name="T19" fmla="*/ 1073991 h 7882"/>
                <a:gd name="T20" fmla="*/ 937679 w 3690"/>
                <a:gd name="T21" fmla="*/ 611498 h 7882"/>
                <a:gd name="T22" fmla="*/ 690656 w 3690"/>
                <a:gd name="T23" fmla="*/ 359557 h 7882"/>
                <a:gd name="T24" fmla="*/ 627280 w 3690"/>
                <a:gd name="T25" fmla="*/ 359557 h 7882"/>
                <a:gd name="T26" fmla="*/ 380257 w 3690"/>
                <a:gd name="T27" fmla="*/ 611498 h 7882"/>
                <a:gd name="T28" fmla="*/ 380257 w 3690"/>
                <a:gd name="T29" fmla="*/ 1004527 h 7882"/>
                <a:gd name="T30" fmla="*/ 0 w 3690"/>
                <a:gd name="T31" fmla="*/ 1004527 h 7882"/>
                <a:gd name="T32" fmla="*/ 0 w 3690"/>
                <a:gd name="T33" fmla="*/ 626975 h 7882"/>
                <a:gd name="T34" fmla="*/ 627280 w 3690"/>
                <a:gd name="T35" fmla="*/ 0 h 7882"/>
                <a:gd name="T36" fmla="*/ 701098 w 3690"/>
                <a:gd name="T37" fmla="*/ 0 h 7882"/>
                <a:gd name="T38" fmla="*/ 1328378 w 3690"/>
                <a:gd name="T39" fmla="*/ 626975 h 7882"/>
                <a:gd name="T40" fmla="*/ 1328378 w 3690"/>
                <a:gd name="T41" fmla="*/ 2805550 h 7882"/>
                <a:gd name="T42" fmla="*/ 937679 w 3690"/>
                <a:gd name="T43" fmla="*/ 2805550 h 7882"/>
                <a:gd name="T44" fmla="*/ 937679 w 3690"/>
                <a:gd name="T45" fmla="*/ 2630631 h 7882"/>
                <a:gd name="T46" fmla="*/ 459477 w 3690"/>
                <a:gd name="T47" fmla="*/ 2836503 h 7882"/>
                <a:gd name="T48" fmla="*/ 2161 w 3690"/>
                <a:gd name="T49" fmla="*/ 2348096 h 7882"/>
                <a:gd name="T50" fmla="*/ 2161 w 3690"/>
                <a:gd name="T51" fmla="*/ 1839174 h 78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690" h="7882">
                  <a:moveTo>
                    <a:pt x="2604" y="6496"/>
                  </a:moveTo>
                  <a:lnTo>
                    <a:pt x="2604" y="3953"/>
                  </a:lnTo>
                  <a:lnTo>
                    <a:pt x="1619" y="4326"/>
                  </a:lnTo>
                  <a:cubicBezTo>
                    <a:pt x="1219" y="4483"/>
                    <a:pt x="1090" y="4683"/>
                    <a:pt x="1090" y="5125"/>
                  </a:cubicBezTo>
                  <a:lnTo>
                    <a:pt x="1090" y="6296"/>
                  </a:lnTo>
                  <a:cubicBezTo>
                    <a:pt x="1090" y="6667"/>
                    <a:pt x="1276" y="6852"/>
                    <a:pt x="1619" y="6852"/>
                  </a:cubicBezTo>
                  <a:cubicBezTo>
                    <a:pt x="1947" y="6852"/>
                    <a:pt x="2247" y="6738"/>
                    <a:pt x="2604" y="6496"/>
                  </a:cubicBezTo>
                  <a:close/>
                  <a:moveTo>
                    <a:pt x="6" y="5110"/>
                  </a:moveTo>
                  <a:cubicBezTo>
                    <a:pt x="6" y="4155"/>
                    <a:pt x="320" y="3769"/>
                    <a:pt x="1147" y="3484"/>
                  </a:cubicBezTo>
                  <a:lnTo>
                    <a:pt x="2604" y="2984"/>
                  </a:lnTo>
                  <a:lnTo>
                    <a:pt x="2604" y="1699"/>
                  </a:lnTo>
                  <a:cubicBezTo>
                    <a:pt x="2604" y="1242"/>
                    <a:pt x="2375" y="999"/>
                    <a:pt x="1918" y="999"/>
                  </a:cubicBezTo>
                  <a:lnTo>
                    <a:pt x="1742" y="999"/>
                  </a:lnTo>
                  <a:cubicBezTo>
                    <a:pt x="1285" y="999"/>
                    <a:pt x="1056" y="1242"/>
                    <a:pt x="1056" y="1699"/>
                  </a:cubicBezTo>
                  <a:lnTo>
                    <a:pt x="1056" y="2791"/>
                  </a:lnTo>
                  <a:lnTo>
                    <a:pt x="0" y="2791"/>
                  </a:lnTo>
                  <a:lnTo>
                    <a:pt x="0" y="1742"/>
                  </a:lnTo>
                  <a:cubicBezTo>
                    <a:pt x="0" y="585"/>
                    <a:pt x="586" y="0"/>
                    <a:pt x="1742" y="0"/>
                  </a:cubicBezTo>
                  <a:lnTo>
                    <a:pt x="1947" y="0"/>
                  </a:lnTo>
                  <a:cubicBezTo>
                    <a:pt x="3104" y="0"/>
                    <a:pt x="3689" y="585"/>
                    <a:pt x="3689" y="1742"/>
                  </a:cubicBezTo>
                  <a:lnTo>
                    <a:pt x="3689" y="7795"/>
                  </a:lnTo>
                  <a:lnTo>
                    <a:pt x="2604" y="7795"/>
                  </a:lnTo>
                  <a:lnTo>
                    <a:pt x="2604" y="7309"/>
                  </a:lnTo>
                  <a:cubicBezTo>
                    <a:pt x="2304" y="7595"/>
                    <a:pt x="1904" y="7881"/>
                    <a:pt x="1276" y="7881"/>
                  </a:cubicBezTo>
                  <a:cubicBezTo>
                    <a:pt x="406" y="7881"/>
                    <a:pt x="6" y="7381"/>
                    <a:pt x="6" y="6524"/>
                  </a:cubicBezTo>
                  <a:lnTo>
                    <a:pt x="6" y="511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9" name="Freeform 4">
              <a:extLst>
                <a:ext uri="{FF2B5EF4-FFF2-40B4-BE49-F238E27FC236}">
                  <a16:creationId xmlns:a16="http://schemas.microsoft.com/office/drawing/2014/main" id="{9F0CF72A-2B4B-9C45-9155-1B4E37362F80}"/>
                </a:ext>
              </a:extLst>
            </p:cNvPr>
            <p:cNvSpPr>
              <a:spLocks noChangeArrowheads="1"/>
            </p:cNvSpPr>
            <p:nvPr/>
          </p:nvSpPr>
          <p:spPr bwMode="auto">
            <a:xfrm>
              <a:off x="6292850" y="2035175"/>
              <a:ext cx="2262188" cy="2806700"/>
            </a:xfrm>
            <a:custGeom>
              <a:avLst/>
              <a:gdLst>
                <a:gd name="T0" fmla="*/ 1326358 w 6285"/>
                <a:gd name="T1" fmla="*/ 2806340 h 7796"/>
                <a:gd name="T2" fmla="*/ 935470 w 6285"/>
                <a:gd name="T3" fmla="*/ 2806340 h 7796"/>
                <a:gd name="T4" fmla="*/ 935470 w 6285"/>
                <a:gd name="T5" fmla="*/ 570628 h 7796"/>
                <a:gd name="T6" fmla="*/ 750463 w 6285"/>
                <a:gd name="T7" fmla="*/ 370098 h 7796"/>
                <a:gd name="T8" fmla="*/ 390889 w 6285"/>
                <a:gd name="T9" fmla="*/ 508705 h 7796"/>
                <a:gd name="T10" fmla="*/ 390889 w 6285"/>
                <a:gd name="T11" fmla="*/ 2806340 h 7796"/>
                <a:gd name="T12" fmla="*/ 0 w 6285"/>
                <a:gd name="T13" fmla="*/ 2806340 h 7796"/>
                <a:gd name="T14" fmla="*/ 0 w 6285"/>
                <a:gd name="T15" fmla="*/ 30602 h 7796"/>
                <a:gd name="T16" fmla="*/ 390889 w 6285"/>
                <a:gd name="T17" fmla="*/ 30602 h 7796"/>
                <a:gd name="T18" fmla="*/ 390889 w 6285"/>
                <a:gd name="T19" fmla="*/ 210611 h 7796"/>
                <a:gd name="T20" fmla="*/ 868882 w 6285"/>
                <a:gd name="T21" fmla="*/ 0 h 7796"/>
                <a:gd name="T22" fmla="*/ 1274888 w 6285"/>
                <a:gd name="T23" fmla="*/ 226091 h 7796"/>
                <a:gd name="T24" fmla="*/ 1804351 w 6285"/>
                <a:gd name="T25" fmla="*/ 0 h 7796"/>
                <a:gd name="T26" fmla="*/ 2261828 w 6285"/>
                <a:gd name="T27" fmla="*/ 488184 h 7796"/>
                <a:gd name="T28" fmla="*/ 2261828 w 6285"/>
                <a:gd name="T29" fmla="*/ 2806340 h 7796"/>
                <a:gd name="T30" fmla="*/ 1870939 w 6285"/>
                <a:gd name="T31" fmla="*/ 2806340 h 7796"/>
                <a:gd name="T32" fmla="*/ 1870939 w 6285"/>
                <a:gd name="T33" fmla="*/ 570628 h 7796"/>
                <a:gd name="T34" fmla="*/ 1685933 w 6285"/>
                <a:gd name="T35" fmla="*/ 370098 h 7796"/>
                <a:gd name="T36" fmla="*/ 1326358 w 6285"/>
                <a:gd name="T37" fmla="*/ 508705 h 7796"/>
                <a:gd name="T38" fmla="*/ 1326358 w 6285"/>
                <a:gd name="T39" fmla="*/ 2806340 h 77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285" h="7796">
                  <a:moveTo>
                    <a:pt x="3685" y="7795"/>
                  </a:moveTo>
                  <a:lnTo>
                    <a:pt x="2599" y="7795"/>
                  </a:lnTo>
                  <a:lnTo>
                    <a:pt x="2599" y="1585"/>
                  </a:lnTo>
                  <a:cubicBezTo>
                    <a:pt x="2599" y="1199"/>
                    <a:pt x="2414" y="1028"/>
                    <a:pt x="2085" y="1028"/>
                  </a:cubicBezTo>
                  <a:cubicBezTo>
                    <a:pt x="1785" y="1028"/>
                    <a:pt x="1471" y="1142"/>
                    <a:pt x="1086" y="1413"/>
                  </a:cubicBezTo>
                  <a:lnTo>
                    <a:pt x="1086" y="7795"/>
                  </a:lnTo>
                  <a:lnTo>
                    <a:pt x="0" y="7795"/>
                  </a:lnTo>
                  <a:lnTo>
                    <a:pt x="0" y="85"/>
                  </a:lnTo>
                  <a:lnTo>
                    <a:pt x="1086" y="85"/>
                  </a:lnTo>
                  <a:lnTo>
                    <a:pt x="1086" y="585"/>
                  </a:lnTo>
                  <a:cubicBezTo>
                    <a:pt x="1400" y="285"/>
                    <a:pt x="1814" y="0"/>
                    <a:pt x="2414" y="0"/>
                  </a:cubicBezTo>
                  <a:cubicBezTo>
                    <a:pt x="2971" y="0"/>
                    <a:pt x="3342" y="228"/>
                    <a:pt x="3542" y="628"/>
                  </a:cubicBezTo>
                  <a:cubicBezTo>
                    <a:pt x="3928" y="299"/>
                    <a:pt x="4385" y="0"/>
                    <a:pt x="5013" y="0"/>
                  </a:cubicBezTo>
                  <a:cubicBezTo>
                    <a:pt x="5855" y="0"/>
                    <a:pt x="6284" y="514"/>
                    <a:pt x="6284" y="1356"/>
                  </a:cubicBezTo>
                  <a:lnTo>
                    <a:pt x="6284" y="7795"/>
                  </a:lnTo>
                  <a:lnTo>
                    <a:pt x="5198" y="7795"/>
                  </a:lnTo>
                  <a:lnTo>
                    <a:pt x="5198" y="1585"/>
                  </a:lnTo>
                  <a:cubicBezTo>
                    <a:pt x="5198" y="1199"/>
                    <a:pt x="5013" y="1028"/>
                    <a:pt x="4684" y="1028"/>
                  </a:cubicBezTo>
                  <a:cubicBezTo>
                    <a:pt x="4385" y="1028"/>
                    <a:pt x="4070" y="1142"/>
                    <a:pt x="3685" y="1413"/>
                  </a:cubicBezTo>
                  <a:lnTo>
                    <a:pt x="3685" y="779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0" name="Freeform 5">
              <a:extLst>
                <a:ext uri="{FF2B5EF4-FFF2-40B4-BE49-F238E27FC236}">
                  <a16:creationId xmlns:a16="http://schemas.microsoft.com/office/drawing/2014/main" id="{55BE5E59-7ACB-C747-8AD1-9ABD4ADD2BED}"/>
                </a:ext>
              </a:extLst>
            </p:cNvPr>
            <p:cNvSpPr>
              <a:spLocks noChangeArrowheads="1"/>
            </p:cNvSpPr>
            <p:nvPr/>
          </p:nvSpPr>
          <p:spPr bwMode="auto">
            <a:xfrm>
              <a:off x="14288" y="2322513"/>
              <a:ext cx="1004887" cy="2274887"/>
            </a:xfrm>
            <a:custGeom>
              <a:avLst/>
              <a:gdLst>
                <a:gd name="T0" fmla="*/ 1004527 w 2790"/>
                <a:gd name="T1" fmla="*/ 0 h 6317"/>
                <a:gd name="T2" fmla="*/ 1004527 w 2790"/>
                <a:gd name="T3" fmla="*/ 510652 h 6317"/>
                <a:gd name="T4" fmla="*/ 346488 w 2790"/>
                <a:gd name="T5" fmla="*/ 1137624 h 6317"/>
                <a:gd name="T6" fmla="*/ 1004527 w 2790"/>
                <a:gd name="T7" fmla="*/ 1752711 h 6317"/>
                <a:gd name="T8" fmla="*/ 1004527 w 2790"/>
                <a:gd name="T9" fmla="*/ 2274527 h 6317"/>
                <a:gd name="T10" fmla="*/ 0 w 2790"/>
                <a:gd name="T11" fmla="*/ 1331009 h 6317"/>
                <a:gd name="T12" fmla="*/ 0 w 2790"/>
                <a:gd name="T13" fmla="*/ 955042 h 6317"/>
                <a:gd name="T14" fmla="*/ 1004527 w 2790"/>
                <a:gd name="T15" fmla="*/ 0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90" h="6317">
                  <a:moveTo>
                    <a:pt x="2789" y="0"/>
                  </a:moveTo>
                  <a:lnTo>
                    <a:pt x="2789" y="1418"/>
                  </a:lnTo>
                  <a:lnTo>
                    <a:pt x="962" y="3159"/>
                  </a:lnTo>
                  <a:lnTo>
                    <a:pt x="2789" y="4867"/>
                  </a:lnTo>
                  <a:lnTo>
                    <a:pt x="2789" y="6316"/>
                  </a:lnTo>
                  <a:lnTo>
                    <a:pt x="0" y="3696"/>
                  </a:lnTo>
                  <a:lnTo>
                    <a:pt x="0" y="2652"/>
                  </a:lnTo>
                  <a:lnTo>
                    <a:pt x="2789"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sp>
          <p:nvSpPr>
            <p:cNvPr id="11" name="Freeform 6">
              <a:extLst>
                <a:ext uri="{FF2B5EF4-FFF2-40B4-BE49-F238E27FC236}">
                  <a16:creationId xmlns:a16="http://schemas.microsoft.com/office/drawing/2014/main" id="{E15A3DAE-CF83-5B44-B332-3789F2C1AFA3}"/>
                </a:ext>
              </a:extLst>
            </p:cNvPr>
            <p:cNvSpPr>
              <a:spLocks noChangeArrowheads="1"/>
            </p:cNvSpPr>
            <p:nvPr/>
          </p:nvSpPr>
          <p:spPr bwMode="auto">
            <a:xfrm>
              <a:off x="9050338" y="2322513"/>
              <a:ext cx="1003300" cy="2274887"/>
            </a:xfrm>
            <a:custGeom>
              <a:avLst/>
              <a:gdLst>
                <a:gd name="T0" fmla="*/ 1002940 w 2789"/>
                <a:gd name="T1" fmla="*/ 955042 h 6317"/>
                <a:gd name="T2" fmla="*/ 1002940 w 2789"/>
                <a:gd name="T3" fmla="*/ 1331009 h 6317"/>
                <a:gd name="T4" fmla="*/ 0 w 2789"/>
                <a:gd name="T5" fmla="*/ 2274527 h 6317"/>
                <a:gd name="T6" fmla="*/ 0 w 2789"/>
                <a:gd name="T7" fmla="*/ 1752711 h 6317"/>
                <a:gd name="T8" fmla="*/ 656876 w 2789"/>
                <a:gd name="T9" fmla="*/ 1137624 h 6317"/>
                <a:gd name="T10" fmla="*/ 0 w 2789"/>
                <a:gd name="T11" fmla="*/ 510652 h 6317"/>
                <a:gd name="T12" fmla="*/ 0 w 2789"/>
                <a:gd name="T13" fmla="*/ 0 h 6317"/>
                <a:gd name="T14" fmla="*/ 1002940 w 2789"/>
                <a:gd name="T15" fmla="*/ 955042 h 631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89" h="6317">
                  <a:moveTo>
                    <a:pt x="2788" y="2652"/>
                  </a:moveTo>
                  <a:lnTo>
                    <a:pt x="2788" y="3696"/>
                  </a:lnTo>
                  <a:lnTo>
                    <a:pt x="0" y="6316"/>
                  </a:lnTo>
                  <a:lnTo>
                    <a:pt x="0" y="4867"/>
                  </a:lnTo>
                  <a:lnTo>
                    <a:pt x="1826" y="3159"/>
                  </a:lnTo>
                  <a:lnTo>
                    <a:pt x="0" y="1418"/>
                  </a:lnTo>
                  <a:lnTo>
                    <a:pt x="0" y="0"/>
                  </a:lnTo>
                  <a:lnTo>
                    <a:pt x="2788" y="265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en-US"/>
            </a:p>
          </p:txBody>
        </p:sp>
      </p:grpSp>
      <p:pic>
        <p:nvPicPr>
          <p:cNvPr id="12" name="Graphic 11">
            <a:extLst>
              <a:ext uri="{FF2B5EF4-FFF2-40B4-BE49-F238E27FC236}">
                <a16:creationId xmlns:a16="http://schemas.microsoft.com/office/drawing/2014/main" id="{7C5DE278-648C-EB41-A545-CE5D0A12627F}"/>
              </a:ext>
            </a:extLst>
          </p:cNvPr>
          <p:cNvPicPr>
            <a:picLocks noChangeAspect="1"/>
          </p:cNvPicPr>
          <p:nvPr userDrawn="1"/>
        </p:nvPicPr>
        <p:blipFill>
          <a:blip r:embed="rId81">
            <a:extLst>
              <a:ext uri="{96DAC541-7B7A-43D3-8B79-37D633B846F1}">
                <asvg:svgBlip xmlns:asvg="http://schemas.microsoft.com/office/drawing/2016/SVG/main" r:embed="rId82"/>
              </a:ext>
            </a:extLst>
          </a:blip>
          <a:srcRect/>
          <a:stretch/>
        </p:blipFill>
        <p:spPr>
          <a:xfrm>
            <a:off x="10820265" y="6419060"/>
            <a:ext cx="762923" cy="205636"/>
          </a:xfrm>
          <a:prstGeom prst="rect">
            <a:avLst/>
          </a:prstGeom>
        </p:spPr>
      </p:pic>
      <p:sp>
        <p:nvSpPr>
          <p:cNvPr id="13" name="Footer Placeholder 14">
            <a:extLst>
              <a:ext uri="{FF2B5EF4-FFF2-40B4-BE49-F238E27FC236}">
                <a16:creationId xmlns:a16="http://schemas.microsoft.com/office/drawing/2014/main" id="{F504F002-3AC8-1544-BD53-1F4C3ECC8810}"/>
              </a:ext>
            </a:extLst>
          </p:cNvPr>
          <p:cNvSpPr txBox="1">
            <a:spLocks/>
          </p:cNvSpPr>
          <p:nvPr userDrawn="1"/>
        </p:nvSpPr>
        <p:spPr>
          <a:xfrm>
            <a:off x="1205299" y="6410231"/>
            <a:ext cx="2157779" cy="228599"/>
          </a:xfrm>
          <a:prstGeom prst="rect">
            <a:avLst/>
          </a:prstGeom>
        </p:spPr>
        <p:txBody>
          <a:bodyPr vert="horz" lIns="0" tIns="0" rIns="0" bIns="0" rtlCol="0" anchor="ctr"/>
          <a:lstStyle>
            <a:defPPr>
              <a:defRPr lang="en-US"/>
            </a:defPPr>
            <a:lvl1pPr marL="0" algn="r" defTabSz="914400" rtl="0" eaLnBrk="1" latinLnBrk="0" hangingPunct="1">
              <a:defRPr sz="6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i="0">
                <a:solidFill>
                  <a:schemeClr val="tx1"/>
                </a:solidFill>
                <a:latin typeface="+mn-lt"/>
              </a:rPr>
              <a:t>EPAM Proprietary &amp; Confidential</a:t>
            </a:r>
            <a:r>
              <a:rPr lang="ru-RU" b="0" i="0">
                <a:solidFill>
                  <a:schemeClr val="tx1"/>
                </a:solidFill>
                <a:latin typeface="+mn-lt"/>
              </a:rPr>
              <a:t> </a:t>
            </a:r>
            <a:endParaRPr lang="en-US" b="0" i="0">
              <a:solidFill>
                <a:schemeClr val="tx1"/>
              </a:solidFill>
              <a:latin typeface="+mn-lt"/>
            </a:endParaRPr>
          </a:p>
        </p:txBody>
      </p:sp>
      <p:sp>
        <p:nvSpPr>
          <p:cNvPr id="15" name="Title Placeholder 1">
            <a:extLst>
              <a:ext uri="{FF2B5EF4-FFF2-40B4-BE49-F238E27FC236}">
                <a16:creationId xmlns:a16="http://schemas.microsoft.com/office/drawing/2014/main" id="{6E00D5E6-AAFD-99BC-E07E-AAD494BD5D01}"/>
              </a:ext>
            </a:extLst>
          </p:cNvPr>
          <p:cNvSpPr>
            <a:spLocks noGrp="1"/>
          </p:cNvSpPr>
          <p:nvPr>
            <p:ph type="title"/>
          </p:nvPr>
        </p:nvSpPr>
        <p:spPr>
          <a:xfrm>
            <a:off x="625124" y="836613"/>
            <a:ext cx="10942990" cy="396874"/>
          </a:xfrm>
          <a:prstGeom prst="rect">
            <a:avLst/>
          </a:prstGeom>
        </p:spPr>
        <p:txBody>
          <a:bodyPr vert="horz" lIns="0" tIns="0" rIns="0" bIns="0" rtlCol="0" anchor="t">
            <a:noAutofit/>
          </a:bodyPr>
          <a:lstStyle/>
          <a:p>
            <a:r>
              <a:rPr lang="en-US"/>
              <a:t>Click to edit Master title style</a:t>
            </a:r>
          </a:p>
        </p:txBody>
      </p:sp>
      <p:sp>
        <p:nvSpPr>
          <p:cNvPr id="16" name="Text Placeholder 2">
            <a:extLst>
              <a:ext uri="{FF2B5EF4-FFF2-40B4-BE49-F238E27FC236}">
                <a16:creationId xmlns:a16="http://schemas.microsoft.com/office/drawing/2014/main" id="{BF789C7A-7B40-F7F6-D9FA-74A568A4FC01}"/>
              </a:ext>
            </a:extLst>
          </p:cNvPr>
          <p:cNvSpPr>
            <a:spLocks noGrp="1"/>
          </p:cNvSpPr>
          <p:nvPr>
            <p:ph type="body" idx="1"/>
          </p:nvPr>
        </p:nvSpPr>
        <p:spPr>
          <a:xfrm>
            <a:off x="625122" y="1700213"/>
            <a:ext cx="10942991" cy="4500562"/>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5765521"/>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 id="2147483914" r:id="rId12"/>
    <p:sldLayoutId id="2147483915" r:id="rId13"/>
    <p:sldLayoutId id="2147483916" r:id="rId14"/>
    <p:sldLayoutId id="2147483917" r:id="rId15"/>
    <p:sldLayoutId id="2147483918" r:id="rId16"/>
    <p:sldLayoutId id="2147483919" r:id="rId17"/>
    <p:sldLayoutId id="2147483920" r:id="rId18"/>
    <p:sldLayoutId id="2147483921" r:id="rId19"/>
    <p:sldLayoutId id="2147483922" r:id="rId20"/>
    <p:sldLayoutId id="2147483923" r:id="rId21"/>
    <p:sldLayoutId id="2147483924" r:id="rId22"/>
    <p:sldLayoutId id="2147483925" r:id="rId23"/>
    <p:sldLayoutId id="2147483926" r:id="rId24"/>
    <p:sldLayoutId id="2147483927" r:id="rId25"/>
    <p:sldLayoutId id="2147483928" r:id="rId26"/>
    <p:sldLayoutId id="2147483929" r:id="rId27"/>
    <p:sldLayoutId id="2147483930" r:id="rId28"/>
    <p:sldLayoutId id="2147483931" r:id="rId29"/>
    <p:sldLayoutId id="2147483932" r:id="rId30"/>
    <p:sldLayoutId id="2147483933" r:id="rId31"/>
    <p:sldLayoutId id="2147483934" r:id="rId32"/>
    <p:sldLayoutId id="2147483935" r:id="rId33"/>
    <p:sldLayoutId id="2147483936" r:id="rId34"/>
    <p:sldLayoutId id="2147483937" r:id="rId35"/>
    <p:sldLayoutId id="2147483938" r:id="rId36"/>
    <p:sldLayoutId id="2147483939" r:id="rId37"/>
    <p:sldLayoutId id="2147483940" r:id="rId38"/>
    <p:sldLayoutId id="2147483941" r:id="rId39"/>
    <p:sldLayoutId id="2147483942" r:id="rId40"/>
    <p:sldLayoutId id="2147483943" r:id="rId41"/>
    <p:sldLayoutId id="2147483944" r:id="rId42"/>
    <p:sldLayoutId id="2147483945" r:id="rId43"/>
    <p:sldLayoutId id="2147483946" r:id="rId44"/>
    <p:sldLayoutId id="2147483947" r:id="rId45"/>
    <p:sldLayoutId id="2147483948" r:id="rId46"/>
    <p:sldLayoutId id="2147483949" r:id="rId47"/>
    <p:sldLayoutId id="2147483950" r:id="rId48"/>
    <p:sldLayoutId id="2147483951" r:id="rId49"/>
    <p:sldLayoutId id="2147483952" r:id="rId50"/>
    <p:sldLayoutId id="2147483953" r:id="rId51"/>
    <p:sldLayoutId id="2147483954" r:id="rId52"/>
    <p:sldLayoutId id="2147483955" r:id="rId53"/>
    <p:sldLayoutId id="2147483956" r:id="rId54"/>
    <p:sldLayoutId id="2147483957" r:id="rId55"/>
    <p:sldLayoutId id="2147483958" r:id="rId56"/>
    <p:sldLayoutId id="2147483959" r:id="rId57"/>
    <p:sldLayoutId id="2147483960" r:id="rId58"/>
    <p:sldLayoutId id="2147483961" r:id="rId59"/>
    <p:sldLayoutId id="2147483962" r:id="rId60"/>
    <p:sldLayoutId id="2147483963" r:id="rId61"/>
    <p:sldLayoutId id="2147483964" r:id="rId62"/>
    <p:sldLayoutId id="2147483965" r:id="rId63"/>
    <p:sldLayoutId id="2147483966" r:id="rId64"/>
    <p:sldLayoutId id="2147483967" r:id="rId65"/>
    <p:sldLayoutId id="2147483968" r:id="rId66"/>
    <p:sldLayoutId id="2147483969" r:id="rId67"/>
    <p:sldLayoutId id="2147483970" r:id="rId68"/>
    <p:sldLayoutId id="2147483971" r:id="rId69"/>
    <p:sldLayoutId id="2147483972" r:id="rId70"/>
    <p:sldLayoutId id="2147483973" r:id="rId71"/>
    <p:sldLayoutId id="2147483974" r:id="rId72"/>
    <p:sldLayoutId id="2147483975" r:id="rId73"/>
    <p:sldLayoutId id="2147483976" r:id="rId74"/>
    <p:sldLayoutId id="2147483977" r:id="rId75"/>
    <p:sldLayoutId id="2147483978" r:id="rId76"/>
    <p:sldLayoutId id="2147483979" r:id="rId77"/>
    <p:sldLayoutId id="2147483980" r:id="rId78"/>
    <p:sldLayoutId id="2147483981" r:id="rId79"/>
  </p:sldLayoutIdLst>
  <p:hf hdr="0" dt="0"/>
  <p:txStyles>
    <p:title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baseline="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orient="horz" pos="232" userDrawn="1">
          <p15:clr>
            <a:srgbClr val="F26B43"/>
          </p15:clr>
        </p15:guide>
        <p15:guide id="18" orient="horz" pos="527" userDrawn="1">
          <p15:clr>
            <a:srgbClr val="F26B43"/>
          </p15:clr>
        </p15:guide>
        <p15:guide id="20" orient="horz" pos="777" userDrawn="1">
          <p15:clr>
            <a:srgbClr val="F26B43"/>
          </p15:clr>
        </p15:guide>
        <p15:guide id="22" orient="horz" pos="1071" userDrawn="1">
          <p15:clr>
            <a:srgbClr val="F26B43"/>
          </p15:clr>
        </p15:guide>
        <p15:guide id="31" orient="horz" pos="1253" userDrawn="1">
          <p15:clr>
            <a:srgbClr val="F26B43"/>
          </p15:clr>
        </p15:guide>
        <p15:guide id="40" orient="horz" pos="3906" userDrawn="1">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393" userDrawn="1">
          <p15:clr>
            <a:srgbClr val="F26B43"/>
          </p15:clr>
        </p15:guide>
        <p15:guide id="61" pos="7287" userDrawn="1">
          <p15:clr>
            <a:srgbClr val="F26B43"/>
          </p15:clr>
        </p15:guide>
        <p15:guide id="62" pos="1345" userDrawn="1">
          <p15:clr>
            <a:srgbClr val="F26B43"/>
          </p15:clr>
        </p15:guide>
        <p15:guide id="70" pos="3908" userDrawn="1">
          <p15:clr>
            <a:srgbClr val="F26B43"/>
          </p15:clr>
        </p15:guide>
        <p15:guide id="73" pos="3749" userDrawn="1">
          <p15:clr>
            <a:srgbClr val="F26B43"/>
          </p15:clr>
        </p15:guide>
        <p15:guide id="76" pos="4974" userDrawn="1">
          <p15:clr>
            <a:srgbClr val="F26B43"/>
          </p15:clr>
        </p15:guide>
        <p15:guide id="81" pos="6335" userDrawn="1">
          <p15:clr>
            <a:srgbClr val="F26B43"/>
          </p15:clr>
        </p15:guide>
        <p15:guide id="82" pos="1504" userDrawn="1">
          <p15:clr>
            <a:srgbClr val="F26B43"/>
          </p15:clr>
        </p15:guide>
        <p15:guide id="83" pos="5133" userDrawn="1">
          <p15:clr>
            <a:srgbClr val="F26B43"/>
          </p15:clr>
        </p15:guide>
        <p15:guide id="84" pos="6176" userDrawn="1">
          <p15:clr>
            <a:srgbClr val="F26B43"/>
          </p15:clr>
        </p15:guide>
        <p15:guide id="85" pos="2706" userDrawn="1">
          <p15:clr>
            <a:srgbClr val="F26B43"/>
          </p15:clr>
        </p15:guide>
        <p15:guide id="86" pos="254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slide" Target="slide5.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2.xml"/><Relationship Id="rId5" Type="http://schemas.openxmlformats.org/officeDocument/2006/relationships/slideLayout" Target="../slideLayouts/slideLayout6.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56.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30.png"/><Relationship Id="rId10" Type="http://schemas.openxmlformats.org/officeDocument/2006/relationships/image" Target="../media/image34.png"/><Relationship Id="rId4" Type="http://schemas.openxmlformats.org/officeDocument/2006/relationships/image" Target="../media/image29.png"/><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1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2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2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2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2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2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2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2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3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4.png"/><Relationship Id="rId7"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36.sv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74.xml"/><Relationship Id="rId5" Type="http://schemas.openxmlformats.org/officeDocument/2006/relationships/image" Target="../media/image4.png"/><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6">
            <a:extLst>
              <a:ext uri="{FF2B5EF4-FFF2-40B4-BE49-F238E27FC236}">
                <a16:creationId xmlns:a16="http://schemas.microsoft.com/office/drawing/2014/main" id="{BAE485C6-E4DB-1727-FC5A-8440AC42E7B0}"/>
              </a:ext>
            </a:extLst>
          </p:cNvPr>
          <p:cNvPicPr>
            <a:picLocks noChangeAspect="1"/>
          </p:cNvPicPr>
          <p:nvPr/>
        </p:nvPicPr>
        <p:blipFill>
          <a:blip r:embed="rId3"/>
          <a:srcRect/>
          <a:stretch/>
        </p:blipFill>
        <p:spPr>
          <a:xfrm>
            <a:off x="0" y="0"/>
            <a:ext cx="12192000" cy="6858000"/>
          </a:xfrm>
          <a:prstGeom prst="rect">
            <a:avLst/>
          </a:prstGeom>
          <a:noFill/>
        </p:spPr>
      </p:pic>
      <p:sp>
        <p:nvSpPr>
          <p:cNvPr id="4" name="Text Placeholder 3">
            <a:extLst>
              <a:ext uri="{FF2B5EF4-FFF2-40B4-BE49-F238E27FC236}">
                <a16:creationId xmlns:a16="http://schemas.microsoft.com/office/drawing/2014/main" id="{07E7FEEA-E176-6241-A568-786480C833AF}"/>
              </a:ext>
            </a:extLst>
          </p:cNvPr>
          <p:cNvSpPr>
            <a:spLocks noGrp="1"/>
          </p:cNvSpPr>
          <p:nvPr>
            <p:ph type="body" sz="quarter" idx="11"/>
          </p:nvPr>
        </p:nvSpPr>
        <p:spPr/>
        <p:txBody>
          <a:bodyPr vert="horz" lIns="0" tIns="0" rIns="0" bIns="0" rtlCol="0" anchor="t">
            <a:spAutoFit/>
          </a:bodyPr>
          <a:lstStyle/>
          <a:p>
            <a:r>
              <a:rPr lang="en-US" dirty="0"/>
              <a:t>Uladzimir Litvinau</a:t>
            </a:r>
          </a:p>
        </p:txBody>
      </p:sp>
      <p:sp>
        <p:nvSpPr>
          <p:cNvPr id="19" name="Text Placeholder 18">
            <a:extLst>
              <a:ext uri="{FF2B5EF4-FFF2-40B4-BE49-F238E27FC236}">
                <a16:creationId xmlns:a16="http://schemas.microsoft.com/office/drawing/2014/main" id="{1C004F51-E7DB-4857-AA9C-D4AEE3C336E1}"/>
              </a:ext>
            </a:extLst>
          </p:cNvPr>
          <p:cNvSpPr>
            <a:spLocks noGrp="1"/>
          </p:cNvSpPr>
          <p:nvPr>
            <p:ph type="body" sz="quarter" idx="12"/>
          </p:nvPr>
        </p:nvSpPr>
        <p:spPr/>
        <p:txBody>
          <a:bodyPr/>
          <a:lstStyle/>
          <a:p>
            <a:r>
              <a:rPr lang="en-US" dirty="0"/>
              <a:t>June </a:t>
            </a:r>
            <a:r>
              <a:rPr lang="en-CZ" dirty="0"/>
              <a:t>202</a:t>
            </a:r>
            <a:r>
              <a:rPr lang="en-US" dirty="0"/>
              <a:t>4</a:t>
            </a:r>
            <a:endParaRPr lang="en-CZ" dirty="0"/>
          </a:p>
        </p:txBody>
      </p:sp>
      <p:sp>
        <p:nvSpPr>
          <p:cNvPr id="3" name="Text Placeholder 2">
            <a:extLst>
              <a:ext uri="{FF2B5EF4-FFF2-40B4-BE49-F238E27FC236}">
                <a16:creationId xmlns:a16="http://schemas.microsoft.com/office/drawing/2014/main" id="{530DF3C4-2D15-B84D-82FA-408FCFE1671C}"/>
              </a:ext>
            </a:extLst>
          </p:cNvPr>
          <p:cNvSpPr>
            <a:spLocks noGrp="1"/>
          </p:cNvSpPr>
          <p:nvPr>
            <p:ph type="body" sz="quarter" idx="10"/>
          </p:nvPr>
        </p:nvSpPr>
        <p:spPr>
          <a:xfrm>
            <a:off x="639074" y="1653938"/>
            <a:ext cx="8060366" cy="2111027"/>
          </a:xfrm>
        </p:spPr>
        <p:txBody>
          <a:bodyPr/>
          <a:lstStyle/>
          <a:p>
            <a:r>
              <a:rPr lang="en-US" sz="8000" dirty="0">
                <a:latin typeface="+mj-lt"/>
              </a:rPr>
              <a:t>Team Leadership</a:t>
            </a:r>
            <a:r>
              <a:rPr lang="en-US" sz="8000" dirty="0">
                <a:solidFill>
                  <a:schemeClr val="accent6"/>
                </a:solidFill>
                <a:latin typeface="+mj-lt"/>
              </a:rPr>
              <a:t> </a:t>
            </a:r>
          </a:p>
          <a:p>
            <a:r>
              <a:rPr lang="en-US" sz="8000" dirty="0">
                <a:solidFill>
                  <a:schemeClr val="accent6"/>
                </a:solidFill>
                <a:latin typeface="+mj-lt"/>
              </a:rPr>
              <a:t>Workshop</a:t>
            </a:r>
            <a:endParaRPr lang="en-US" sz="8000" dirty="0">
              <a:solidFill>
                <a:schemeClr val="accent6"/>
              </a:solidFill>
              <a:latin typeface="+mj-lt"/>
              <a:ea typeface="Calibri Light" charset="0"/>
              <a:cs typeface="Calibri Light" charset="0"/>
            </a:endParaRPr>
          </a:p>
        </p:txBody>
      </p:sp>
      <p:pic>
        <p:nvPicPr>
          <p:cNvPr id="20" name="Picture 19">
            <a:extLst>
              <a:ext uri="{FF2B5EF4-FFF2-40B4-BE49-F238E27FC236}">
                <a16:creationId xmlns:a16="http://schemas.microsoft.com/office/drawing/2014/main" id="{1FD9D405-CD85-4189-175C-1E9F43477BB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pic>
        <p:nvPicPr>
          <p:cNvPr id="5" name="Graphic 2">
            <a:extLst>
              <a:ext uri="{FF2B5EF4-FFF2-40B4-BE49-F238E27FC236}">
                <a16:creationId xmlns:a16="http://schemas.microsoft.com/office/drawing/2014/main" id="{F989D2CF-25F9-50D1-15C3-F4D6BECB9CCA}"/>
              </a:ext>
            </a:extLst>
          </p:cNvPr>
          <p:cNvPicPr>
            <a:picLocks noChangeAspect="1"/>
          </p:cNvPicPr>
          <p:nvPr/>
        </p:nvPicPr>
        <p:blipFill>
          <a:blip r:embed="rId5"/>
          <a:srcRect/>
          <a:stretch/>
        </p:blipFill>
        <p:spPr>
          <a:xfrm>
            <a:off x="1677511" y="692958"/>
            <a:ext cx="908033" cy="245472"/>
          </a:xfrm>
          <a:prstGeom prst="rect">
            <a:avLst/>
          </a:prstGeom>
        </p:spPr>
      </p:pic>
    </p:spTree>
    <p:extLst>
      <p:ext uri="{BB962C8B-B14F-4D97-AF65-F5344CB8AC3E}">
        <p14:creationId xmlns:p14="http://schemas.microsoft.com/office/powerpoint/2010/main" val="326058259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3800C7-CFA5-4D6B-83C2-B244AF1CE67F}"/>
              </a:ext>
            </a:extLst>
          </p:cNvPr>
          <p:cNvSpPr>
            <a:spLocks noGrp="1"/>
          </p:cNvSpPr>
          <p:nvPr>
            <p:ph type="title"/>
            <p:custDataLst>
              <p:tags r:id="rId1"/>
            </p:custDataLst>
          </p:nvPr>
        </p:nvSpPr>
        <p:spPr>
          <a:xfrm>
            <a:off x="639074" y="1350512"/>
            <a:ext cx="3594735" cy="4062651"/>
          </a:xfrm>
        </p:spPr>
        <p:txBody>
          <a:bodyPr/>
          <a:lstStyle/>
          <a:p>
            <a:br>
              <a:rPr lang="en-US" dirty="0">
                <a:solidFill>
                  <a:schemeClr val="tx1"/>
                </a:solidFill>
                <a:latin typeface="Calibri"/>
                <a:ea typeface="Calibri"/>
                <a:cs typeface="Calibri"/>
              </a:rPr>
            </a:br>
            <a:r>
              <a:rPr lang="en-US" sz="2400" dirty="0">
                <a:solidFill>
                  <a:srgbClr val="FF0000"/>
                </a:solidFill>
                <a:latin typeface="Calibri"/>
                <a:ea typeface="Calibri"/>
                <a:cs typeface="Calibri"/>
              </a:rPr>
              <a:t>(Recording)</a:t>
            </a:r>
            <a:br>
              <a:rPr lang="en-US" sz="2400" dirty="0">
                <a:solidFill>
                  <a:schemeClr val="tx1"/>
                </a:solidFill>
                <a:latin typeface="Calibri"/>
                <a:ea typeface="Calibri"/>
                <a:cs typeface="Calibri"/>
              </a:rPr>
            </a:br>
            <a:r>
              <a:rPr lang="en-US" dirty="0">
                <a:solidFill>
                  <a:schemeClr val="tx1"/>
                </a:solidFill>
                <a:latin typeface="Calibri"/>
                <a:ea typeface="Calibri"/>
                <a:cs typeface="Calibri"/>
              </a:rPr>
              <a:t>Table of Contents </a:t>
            </a:r>
            <a:br>
              <a:rPr lang="en-US" dirty="0">
                <a:solidFill>
                  <a:schemeClr val="tx1"/>
                </a:solidFill>
                <a:latin typeface="Calibri"/>
                <a:ea typeface="Calibri"/>
                <a:cs typeface="Calibri"/>
              </a:rPr>
            </a:br>
            <a:endParaRPr lang="en-US" dirty="0">
              <a:solidFill>
                <a:schemeClr val="tx1"/>
              </a:solidFill>
            </a:endParaRPr>
          </a:p>
        </p:txBody>
      </p:sp>
      <p:sp>
        <p:nvSpPr>
          <p:cNvPr id="2" name="Text Placeholder 1">
            <a:extLst>
              <a:ext uri="{FF2B5EF4-FFF2-40B4-BE49-F238E27FC236}">
                <a16:creationId xmlns:a16="http://schemas.microsoft.com/office/drawing/2014/main" id="{3262740A-BD22-E447-9F5B-402191BBDE3D}"/>
              </a:ext>
            </a:extLst>
          </p:cNvPr>
          <p:cNvSpPr>
            <a:spLocks noGrp="1"/>
          </p:cNvSpPr>
          <p:nvPr>
            <p:ph type="body" sz="quarter" idx="10"/>
          </p:nvPr>
        </p:nvSpPr>
        <p:spPr/>
        <p:txBody>
          <a:bodyPr/>
          <a:lstStyle/>
          <a:p>
            <a:r>
              <a:rPr lang="en-UA">
                <a:latin typeface="Calibri" panose="020F0502020204030204" pitchFamily="34" charset="0"/>
                <a:cs typeface="Calibri" panose="020F0502020204030204" pitchFamily="34" charset="0"/>
              </a:rPr>
              <a:t>01</a:t>
            </a:r>
          </a:p>
        </p:txBody>
      </p:sp>
      <p:sp>
        <p:nvSpPr>
          <p:cNvPr id="4" name="Text Placeholder 3">
            <a:extLst>
              <a:ext uri="{FF2B5EF4-FFF2-40B4-BE49-F238E27FC236}">
                <a16:creationId xmlns:a16="http://schemas.microsoft.com/office/drawing/2014/main" id="{CC439081-B50D-984B-B4F3-142620DD32FF}"/>
              </a:ext>
            </a:extLst>
          </p:cNvPr>
          <p:cNvSpPr>
            <a:spLocks noGrp="1"/>
          </p:cNvSpPr>
          <p:nvPr>
            <p:ph type="body" sz="quarter" idx="11"/>
          </p:nvPr>
        </p:nvSpPr>
        <p:spPr/>
        <p:txBody>
          <a:bodyPr/>
          <a:lstStyle/>
          <a:p>
            <a:r>
              <a:rPr lang="en-UA">
                <a:latin typeface="Calibri" panose="020F0502020204030204" pitchFamily="34" charset="0"/>
                <a:cs typeface="Calibri" panose="020F0502020204030204" pitchFamily="34" charset="0"/>
              </a:rPr>
              <a:t>02</a:t>
            </a:r>
          </a:p>
        </p:txBody>
      </p:sp>
      <p:sp>
        <p:nvSpPr>
          <p:cNvPr id="5" name="Text Placeholder 4">
            <a:extLst>
              <a:ext uri="{FF2B5EF4-FFF2-40B4-BE49-F238E27FC236}">
                <a16:creationId xmlns:a16="http://schemas.microsoft.com/office/drawing/2014/main" id="{79F62141-C368-7C4B-A9EE-652C7288A381}"/>
              </a:ext>
            </a:extLst>
          </p:cNvPr>
          <p:cNvSpPr>
            <a:spLocks noGrp="1"/>
          </p:cNvSpPr>
          <p:nvPr>
            <p:ph type="body" sz="quarter" idx="12"/>
          </p:nvPr>
        </p:nvSpPr>
        <p:spPr/>
        <p:txBody>
          <a:bodyPr/>
          <a:lstStyle/>
          <a:p>
            <a:r>
              <a:rPr lang="en-UA">
                <a:latin typeface="Calibri" panose="020F0502020204030204" pitchFamily="34" charset="0"/>
                <a:cs typeface="Calibri" panose="020F0502020204030204" pitchFamily="34" charset="0"/>
              </a:rPr>
              <a:t>03</a:t>
            </a:r>
          </a:p>
        </p:txBody>
      </p:sp>
      <p:sp>
        <p:nvSpPr>
          <p:cNvPr id="7" name="Text Placeholder 6">
            <a:extLst>
              <a:ext uri="{FF2B5EF4-FFF2-40B4-BE49-F238E27FC236}">
                <a16:creationId xmlns:a16="http://schemas.microsoft.com/office/drawing/2014/main" id="{20FA753A-E56B-424A-BA18-9AEFC8E46C5B}"/>
              </a:ext>
            </a:extLst>
          </p:cNvPr>
          <p:cNvSpPr>
            <a:spLocks noGrp="1"/>
          </p:cNvSpPr>
          <p:nvPr>
            <p:ph type="body" sz="quarter" idx="13"/>
          </p:nvPr>
        </p:nvSpPr>
        <p:spPr/>
        <p:txBody>
          <a:bodyPr/>
          <a:lstStyle/>
          <a:p>
            <a:r>
              <a:rPr lang="en-UA">
                <a:latin typeface="Calibri" panose="020F0502020204030204" pitchFamily="34" charset="0"/>
                <a:cs typeface="Calibri" panose="020F0502020204030204" pitchFamily="34" charset="0"/>
              </a:rPr>
              <a:t>04</a:t>
            </a:r>
          </a:p>
        </p:txBody>
      </p:sp>
      <p:sp>
        <p:nvSpPr>
          <p:cNvPr id="18" name="Text Placeholder 17">
            <a:extLst>
              <a:ext uri="{FF2B5EF4-FFF2-40B4-BE49-F238E27FC236}">
                <a16:creationId xmlns:a16="http://schemas.microsoft.com/office/drawing/2014/main" id="{058E16BC-945A-8540-ADD3-DFF7BEDFD33A}"/>
              </a:ext>
            </a:extLst>
          </p:cNvPr>
          <p:cNvSpPr>
            <a:spLocks noGrp="1"/>
          </p:cNvSpPr>
          <p:nvPr>
            <p:ph type="body" sz="quarter" idx="14"/>
          </p:nvPr>
        </p:nvSpPr>
        <p:spPr/>
        <p:txBody>
          <a:bodyPr/>
          <a:lstStyle/>
          <a:p>
            <a:r>
              <a:rPr lang="en-KZ">
                <a:latin typeface="Calibri" panose="020F0502020204030204" pitchFamily="34" charset="0"/>
                <a:cs typeface="Calibri" panose="020F0502020204030204" pitchFamily="34" charset="0"/>
              </a:rPr>
              <a:t>05</a:t>
            </a:r>
          </a:p>
        </p:txBody>
      </p:sp>
      <p:sp>
        <p:nvSpPr>
          <p:cNvPr id="13" name="Text Placeholder 12">
            <a:extLst>
              <a:ext uri="{FF2B5EF4-FFF2-40B4-BE49-F238E27FC236}">
                <a16:creationId xmlns:a16="http://schemas.microsoft.com/office/drawing/2014/main" id="{0198297B-68CB-0B42-AF14-967F82FC43BE}"/>
              </a:ext>
            </a:extLst>
          </p:cNvPr>
          <p:cNvSpPr>
            <a:spLocks noGrp="1"/>
          </p:cNvSpPr>
          <p:nvPr>
            <p:ph type="body" sz="quarter" idx="15"/>
          </p:nvPr>
        </p:nvSpPr>
        <p:spPr/>
        <p:txBody>
          <a:bodyPr/>
          <a:lstStyle/>
          <a:p>
            <a:r>
              <a:rPr lang="en-KZ">
                <a:latin typeface="Calibri" panose="020F0502020204030204" pitchFamily="34" charset="0"/>
                <a:cs typeface="Calibri" panose="020F0502020204030204" pitchFamily="34" charset="0"/>
              </a:rPr>
              <a:t>06</a:t>
            </a:r>
          </a:p>
        </p:txBody>
      </p:sp>
      <p:sp>
        <p:nvSpPr>
          <p:cNvPr id="24" name="Text Placeholder 23">
            <a:extLst>
              <a:ext uri="{FF2B5EF4-FFF2-40B4-BE49-F238E27FC236}">
                <a16:creationId xmlns:a16="http://schemas.microsoft.com/office/drawing/2014/main" id="{E0C1409F-0F5F-BD4D-89C6-6B1A0E6C3905}"/>
              </a:ext>
            </a:extLst>
          </p:cNvPr>
          <p:cNvSpPr>
            <a:spLocks noGrp="1"/>
          </p:cNvSpPr>
          <p:nvPr>
            <p:ph type="body" sz="quarter" idx="16"/>
          </p:nvPr>
        </p:nvSpPr>
        <p:spPr>
          <a:xfrm>
            <a:off x="5298343" y="1542286"/>
            <a:ext cx="2716946" cy="321627"/>
          </a:xfrm>
        </p:spPr>
        <p:txBody>
          <a:bodyPr/>
          <a:lstStyle/>
          <a:p>
            <a:r>
              <a:rPr lang="en-US" dirty="0"/>
              <a:t>Speaker</a:t>
            </a:r>
            <a:endParaRPr lang="en-UA" dirty="0"/>
          </a:p>
        </p:txBody>
      </p:sp>
      <p:sp>
        <p:nvSpPr>
          <p:cNvPr id="25" name="Text Placeholder 24">
            <a:extLst>
              <a:ext uri="{FF2B5EF4-FFF2-40B4-BE49-F238E27FC236}">
                <a16:creationId xmlns:a16="http://schemas.microsoft.com/office/drawing/2014/main" id="{22F77CC5-F27F-054B-BAA4-51C43128B441}"/>
              </a:ext>
            </a:extLst>
          </p:cNvPr>
          <p:cNvSpPr>
            <a:spLocks noGrp="1"/>
          </p:cNvSpPr>
          <p:nvPr>
            <p:ph type="body" sz="quarter" idx="17"/>
          </p:nvPr>
        </p:nvSpPr>
        <p:spPr>
          <a:xfrm>
            <a:off x="5298343" y="2235353"/>
            <a:ext cx="2716946" cy="321627"/>
          </a:xfrm>
        </p:spPr>
        <p:txBody>
          <a:bodyPr/>
          <a:lstStyle/>
          <a:p>
            <a:r>
              <a:rPr lang="en-US" dirty="0"/>
              <a:t>Rules</a:t>
            </a:r>
            <a:endParaRPr lang="en-UA" dirty="0"/>
          </a:p>
        </p:txBody>
      </p:sp>
      <p:sp>
        <p:nvSpPr>
          <p:cNvPr id="26" name="Text Placeholder 25">
            <a:extLst>
              <a:ext uri="{FF2B5EF4-FFF2-40B4-BE49-F238E27FC236}">
                <a16:creationId xmlns:a16="http://schemas.microsoft.com/office/drawing/2014/main" id="{D354F01E-2D09-264B-ADB4-65056A52DAEC}"/>
              </a:ext>
            </a:extLst>
          </p:cNvPr>
          <p:cNvSpPr>
            <a:spLocks noGrp="1"/>
          </p:cNvSpPr>
          <p:nvPr>
            <p:ph type="body" sz="quarter" idx="18"/>
          </p:nvPr>
        </p:nvSpPr>
        <p:spPr>
          <a:xfrm>
            <a:off x="5298343" y="2918259"/>
            <a:ext cx="2716946" cy="321627"/>
          </a:xfrm>
        </p:spPr>
        <p:txBody>
          <a:bodyPr/>
          <a:lstStyle/>
          <a:p>
            <a:r>
              <a:rPr lang="en-GB" dirty="0"/>
              <a:t>How to learn?</a:t>
            </a:r>
          </a:p>
        </p:txBody>
      </p:sp>
      <p:sp>
        <p:nvSpPr>
          <p:cNvPr id="16" name="Text Placeholder 15">
            <a:extLst>
              <a:ext uri="{FF2B5EF4-FFF2-40B4-BE49-F238E27FC236}">
                <a16:creationId xmlns:a16="http://schemas.microsoft.com/office/drawing/2014/main" id="{B9D1A3E8-85EF-D64A-BA33-4685D5FE34CF}"/>
              </a:ext>
            </a:extLst>
          </p:cNvPr>
          <p:cNvSpPr>
            <a:spLocks noGrp="1"/>
          </p:cNvSpPr>
          <p:nvPr>
            <p:ph type="body" sz="quarter" idx="19"/>
          </p:nvPr>
        </p:nvSpPr>
        <p:spPr>
          <a:xfrm>
            <a:off x="5298343" y="3611326"/>
            <a:ext cx="2716946" cy="321627"/>
          </a:xfrm>
        </p:spPr>
        <p:txBody>
          <a:bodyPr/>
          <a:lstStyle/>
          <a:p>
            <a:r>
              <a:rPr lang="en-GB" dirty="0"/>
              <a:t>TL: Responsibilities</a:t>
            </a:r>
          </a:p>
        </p:txBody>
      </p:sp>
      <p:sp>
        <p:nvSpPr>
          <p:cNvPr id="10" name="Text Placeholder 9">
            <a:extLst>
              <a:ext uri="{FF2B5EF4-FFF2-40B4-BE49-F238E27FC236}">
                <a16:creationId xmlns:a16="http://schemas.microsoft.com/office/drawing/2014/main" id="{803B0572-C200-D047-9F03-9FCC8A02AD6C}"/>
              </a:ext>
            </a:extLst>
          </p:cNvPr>
          <p:cNvSpPr>
            <a:spLocks noGrp="1"/>
          </p:cNvSpPr>
          <p:nvPr>
            <p:ph type="body" sz="quarter" idx="20"/>
          </p:nvPr>
        </p:nvSpPr>
        <p:spPr>
          <a:xfrm>
            <a:off x="5298343" y="4294232"/>
            <a:ext cx="2716946" cy="737125"/>
          </a:xfrm>
        </p:spPr>
        <p:txBody>
          <a:bodyPr/>
          <a:lstStyle/>
          <a:p>
            <a:r>
              <a:rPr lang="en-US" dirty="0"/>
              <a:t>TL: Definitions</a:t>
            </a:r>
            <a:endParaRPr lang="en-KZ" dirty="0"/>
          </a:p>
          <a:p>
            <a:endParaRPr lang="en-KZ" dirty="0"/>
          </a:p>
        </p:txBody>
      </p:sp>
      <p:sp>
        <p:nvSpPr>
          <p:cNvPr id="11" name="Text Placeholder 10">
            <a:extLst>
              <a:ext uri="{FF2B5EF4-FFF2-40B4-BE49-F238E27FC236}">
                <a16:creationId xmlns:a16="http://schemas.microsoft.com/office/drawing/2014/main" id="{DBC7E78E-C0CE-B54F-B17A-D98CBB394CE5}"/>
              </a:ext>
            </a:extLst>
          </p:cNvPr>
          <p:cNvSpPr>
            <a:spLocks noGrp="1"/>
          </p:cNvSpPr>
          <p:nvPr>
            <p:ph type="body" sz="quarter" idx="21"/>
          </p:nvPr>
        </p:nvSpPr>
        <p:spPr>
          <a:xfrm>
            <a:off x="5298343" y="4977139"/>
            <a:ext cx="2716946" cy="321627"/>
          </a:xfrm>
        </p:spPr>
        <p:txBody>
          <a:bodyPr/>
          <a:lstStyle/>
          <a:p>
            <a:r>
              <a:rPr lang="en-GB" dirty="0"/>
              <a:t>Team development model</a:t>
            </a:r>
          </a:p>
        </p:txBody>
      </p:sp>
      <p:cxnSp>
        <p:nvCxnSpPr>
          <p:cNvPr id="41" name="MIO_AGENDA_ELEMENT_DECORATOR_5">
            <a:extLst>
              <a:ext uri="{FF2B5EF4-FFF2-40B4-BE49-F238E27FC236}">
                <a16:creationId xmlns:a16="http://schemas.microsoft.com/office/drawing/2014/main" id="{6050736A-C5D5-4737-BECE-FB078D7DA8F7}"/>
              </a:ext>
            </a:extLst>
          </p:cNvPr>
          <p:cNvCxnSpPr/>
          <p:nvPr>
            <p:custDataLst>
              <p:tags r:id="rId2"/>
            </p:custDataLst>
          </p:nvPr>
        </p:nvCxnSpPr>
        <p:spPr>
          <a:xfrm>
            <a:off x="693544" y="3284876"/>
            <a:ext cx="10286407" cy="0"/>
          </a:xfrm>
          <a:prstGeom prst="line">
            <a:avLst/>
          </a:prstGeom>
          <a:ln w="6350">
            <a:noFill/>
            <a:tailEnd type="none"/>
          </a:ln>
        </p:spPr>
        <p:style>
          <a:lnRef idx="1">
            <a:schemeClr val="accent1"/>
          </a:lnRef>
          <a:fillRef idx="0">
            <a:schemeClr val="accent1"/>
          </a:fillRef>
          <a:effectRef idx="0">
            <a:schemeClr val="accent1"/>
          </a:effectRef>
          <a:fontRef idx="minor">
            <a:schemeClr val="tx1"/>
          </a:fontRef>
        </p:style>
      </p:cxnSp>
      <p:cxnSp>
        <p:nvCxnSpPr>
          <p:cNvPr id="36" name="MIO_AGENDA_ELEMENT_DECORATOR_4">
            <a:extLst>
              <a:ext uri="{FF2B5EF4-FFF2-40B4-BE49-F238E27FC236}">
                <a16:creationId xmlns:a16="http://schemas.microsoft.com/office/drawing/2014/main" id="{9AF151D9-B883-4D6D-9694-8E2A405DD146}"/>
              </a:ext>
            </a:extLst>
          </p:cNvPr>
          <p:cNvCxnSpPr/>
          <p:nvPr>
            <p:custDataLst>
              <p:tags r:id="rId3"/>
            </p:custDataLst>
          </p:nvPr>
        </p:nvCxnSpPr>
        <p:spPr>
          <a:xfrm>
            <a:off x="459844" y="719964"/>
            <a:ext cx="10286407" cy="0"/>
          </a:xfrm>
          <a:prstGeom prst="line">
            <a:avLst/>
          </a:prstGeom>
          <a:ln w="6350">
            <a:noFill/>
            <a:tailEnd type="none"/>
          </a:ln>
        </p:spPr>
        <p:style>
          <a:lnRef idx="1">
            <a:schemeClr val="accent1"/>
          </a:lnRef>
          <a:fillRef idx="0">
            <a:schemeClr val="accent1"/>
          </a:fillRef>
          <a:effectRef idx="0">
            <a:schemeClr val="accent1"/>
          </a:effectRef>
          <a:fontRef idx="minor">
            <a:schemeClr val="tx1"/>
          </a:fontRef>
        </p:style>
      </p:cxnSp>
      <p:cxnSp>
        <p:nvCxnSpPr>
          <p:cNvPr id="9" name="MIO_AGENDA_ELEMENT_DECORATOR_1">
            <a:hlinkClick r:id="rId7" action="ppaction://hlinksldjump"/>
            <a:extLst>
              <a:ext uri="{FF2B5EF4-FFF2-40B4-BE49-F238E27FC236}">
                <a16:creationId xmlns:a16="http://schemas.microsoft.com/office/drawing/2014/main" id="{D19EEEBC-7BAB-4335-B1DC-6FC97D822FF6}"/>
              </a:ext>
            </a:extLst>
          </p:cNvPr>
          <p:cNvCxnSpPr/>
          <p:nvPr>
            <p:custDataLst>
              <p:tags r:id="rId4"/>
            </p:custDataLst>
          </p:nvPr>
        </p:nvCxnSpPr>
        <p:spPr>
          <a:xfrm>
            <a:off x="693544" y="719964"/>
            <a:ext cx="10286407" cy="0"/>
          </a:xfrm>
          <a:prstGeom prst="line">
            <a:avLst/>
          </a:prstGeom>
          <a:ln w="6350">
            <a:noFill/>
            <a:tailEnd type="none"/>
          </a:ln>
        </p:spPr>
        <p:style>
          <a:lnRef idx="1">
            <a:schemeClr val="accent1"/>
          </a:lnRef>
          <a:fillRef idx="0">
            <a:schemeClr val="accent1"/>
          </a:fillRef>
          <a:effectRef idx="0">
            <a:schemeClr val="accent1"/>
          </a:effectRef>
          <a:fontRef idx="minor">
            <a:schemeClr val="tx1"/>
          </a:fontRef>
        </p:style>
      </p:cxnSp>
      <p:sp>
        <p:nvSpPr>
          <p:cNvPr id="58" name="Text Placeholder 1">
            <a:extLst>
              <a:ext uri="{FF2B5EF4-FFF2-40B4-BE49-F238E27FC236}">
                <a16:creationId xmlns:a16="http://schemas.microsoft.com/office/drawing/2014/main" id="{C17A5CE0-9615-7A44-BF48-BD047DBC2086}"/>
              </a:ext>
            </a:extLst>
          </p:cNvPr>
          <p:cNvSpPr txBox="1">
            <a:spLocks/>
          </p:cNvSpPr>
          <p:nvPr/>
        </p:nvSpPr>
        <p:spPr>
          <a:xfrm>
            <a:off x="7819395" y="1542286"/>
            <a:ext cx="498928" cy="321627"/>
          </a:xfrm>
          <a:prstGeom prst="rect">
            <a:avLst/>
          </a:prstGeom>
        </p:spPr>
        <p:txBody>
          <a:bodyPr vert="horz" wrap="square" lIns="0" tIns="0" rIns="0" bIns="0" rtlCol="0" anchor="t" anchorCtr="0">
            <a:spAutoFit/>
          </a:bodyPr>
          <a:lstStyle>
            <a:lvl1pPr marL="0" indent="0" algn="r" defTabSz="914400" rtl="0" eaLnBrk="1" latinLnBrk="0" hangingPunct="1">
              <a:lnSpc>
                <a:spcPct val="110000"/>
              </a:lnSpc>
              <a:spcBef>
                <a:spcPts val="600"/>
              </a:spcBef>
              <a:spcAft>
                <a:spcPts val="0"/>
              </a:spcAft>
              <a:buFont typeface="Arial" panose="020B0604020202020204" pitchFamily="34" charset="0"/>
              <a:buNone/>
              <a:tabLst/>
              <a:defRPr lang="en-GB" sz="2000" b="1"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6"/>
                </a:solidFill>
                <a:latin typeface="Calibri" panose="020F0502020204030204" pitchFamily="34" charset="0"/>
                <a:cs typeface="Calibri" panose="020F0502020204030204" pitchFamily="34" charset="0"/>
              </a:rPr>
              <a:t>07</a:t>
            </a:r>
            <a:endParaRPr lang="en-UA">
              <a:solidFill>
                <a:schemeClr val="accent6"/>
              </a:solidFill>
              <a:latin typeface="Calibri" panose="020F0502020204030204" pitchFamily="34" charset="0"/>
              <a:cs typeface="Calibri" panose="020F0502020204030204" pitchFamily="34" charset="0"/>
            </a:endParaRPr>
          </a:p>
        </p:txBody>
      </p:sp>
      <p:sp>
        <p:nvSpPr>
          <p:cNvPr id="59" name="Text Placeholder 3">
            <a:extLst>
              <a:ext uri="{FF2B5EF4-FFF2-40B4-BE49-F238E27FC236}">
                <a16:creationId xmlns:a16="http://schemas.microsoft.com/office/drawing/2014/main" id="{407F3CF6-29B4-3246-8C15-6549EB7AE1A1}"/>
              </a:ext>
            </a:extLst>
          </p:cNvPr>
          <p:cNvSpPr txBox="1">
            <a:spLocks/>
          </p:cNvSpPr>
          <p:nvPr/>
        </p:nvSpPr>
        <p:spPr>
          <a:xfrm>
            <a:off x="7819395" y="2235353"/>
            <a:ext cx="498928" cy="321627"/>
          </a:xfrm>
          <a:prstGeom prst="rect">
            <a:avLst/>
          </a:prstGeom>
        </p:spPr>
        <p:txBody>
          <a:bodyPr vert="horz" wrap="square" lIns="0" tIns="0" rIns="0" bIns="0" rtlCol="0" anchor="t" anchorCtr="0">
            <a:spAutoFit/>
          </a:bodyPr>
          <a:lstStyle>
            <a:lvl1pPr marL="0" indent="0" algn="r" defTabSz="914400" rtl="0" eaLnBrk="1" latinLnBrk="0" hangingPunct="1">
              <a:lnSpc>
                <a:spcPct val="110000"/>
              </a:lnSpc>
              <a:spcBef>
                <a:spcPts val="600"/>
              </a:spcBef>
              <a:spcAft>
                <a:spcPts val="0"/>
              </a:spcAft>
              <a:buFont typeface="Arial" panose="020B0604020202020204" pitchFamily="34" charset="0"/>
              <a:buNone/>
              <a:tabLst/>
              <a:defRPr lang="en-GB" sz="2000" b="1"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6"/>
                </a:solidFill>
                <a:latin typeface="Calibri" panose="020F0502020204030204" pitchFamily="34" charset="0"/>
                <a:cs typeface="Calibri" panose="020F0502020204030204" pitchFamily="34" charset="0"/>
              </a:rPr>
              <a:t>08</a:t>
            </a:r>
            <a:endParaRPr lang="en-UA">
              <a:solidFill>
                <a:schemeClr val="accent6"/>
              </a:solidFill>
              <a:latin typeface="Calibri" panose="020F0502020204030204" pitchFamily="34" charset="0"/>
              <a:cs typeface="Calibri" panose="020F0502020204030204" pitchFamily="34" charset="0"/>
            </a:endParaRPr>
          </a:p>
        </p:txBody>
      </p:sp>
      <p:sp>
        <p:nvSpPr>
          <p:cNvPr id="66" name="Text Placeholder 4">
            <a:extLst>
              <a:ext uri="{FF2B5EF4-FFF2-40B4-BE49-F238E27FC236}">
                <a16:creationId xmlns:a16="http://schemas.microsoft.com/office/drawing/2014/main" id="{43BEAF7B-EFBB-C144-B480-D9029D92DA0D}"/>
              </a:ext>
            </a:extLst>
          </p:cNvPr>
          <p:cNvSpPr txBox="1">
            <a:spLocks/>
          </p:cNvSpPr>
          <p:nvPr/>
        </p:nvSpPr>
        <p:spPr>
          <a:xfrm>
            <a:off x="7819395" y="2918259"/>
            <a:ext cx="498928" cy="321627"/>
          </a:xfrm>
          <a:prstGeom prst="rect">
            <a:avLst/>
          </a:prstGeom>
        </p:spPr>
        <p:txBody>
          <a:bodyPr vert="horz" wrap="square" lIns="0" tIns="0" rIns="0" bIns="0" rtlCol="0" anchor="t" anchorCtr="0">
            <a:spAutoFit/>
          </a:bodyPr>
          <a:lstStyle>
            <a:lvl1pPr marL="0" indent="0" algn="r" defTabSz="914400" rtl="0" eaLnBrk="1" latinLnBrk="0" hangingPunct="1">
              <a:lnSpc>
                <a:spcPct val="110000"/>
              </a:lnSpc>
              <a:spcBef>
                <a:spcPts val="600"/>
              </a:spcBef>
              <a:spcAft>
                <a:spcPts val="0"/>
              </a:spcAft>
              <a:buFont typeface="Arial" panose="020B0604020202020204" pitchFamily="34" charset="0"/>
              <a:buNone/>
              <a:tabLst/>
              <a:defRPr lang="en-GB" sz="2000" b="1"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6"/>
                </a:solidFill>
                <a:latin typeface="Calibri" panose="020F0502020204030204" pitchFamily="34" charset="0"/>
                <a:cs typeface="Calibri" panose="020F0502020204030204" pitchFamily="34" charset="0"/>
              </a:rPr>
              <a:t>09</a:t>
            </a:r>
            <a:endParaRPr lang="en-UA">
              <a:solidFill>
                <a:schemeClr val="accent6"/>
              </a:solidFill>
              <a:latin typeface="Calibri" panose="020F0502020204030204" pitchFamily="34" charset="0"/>
              <a:cs typeface="Calibri" panose="020F0502020204030204" pitchFamily="34" charset="0"/>
            </a:endParaRPr>
          </a:p>
        </p:txBody>
      </p:sp>
      <p:sp>
        <p:nvSpPr>
          <p:cNvPr id="71" name="Text Placeholder 23">
            <a:extLst>
              <a:ext uri="{FF2B5EF4-FFF2-40B4-BE49-F238E27FC236}">
                <a16:creationId xmlns:a16="http://schemas.microsoft.com/office/drawing/2014/main" id="{407F047D-5E25-B04C-82BA-F942C1AA01CB}"/>
              </a:ext>
            </a:extLst>
          </p:cNvPr>
          <p:cNvSpPr txBox="1">
            <a:spLocks/>
          </p:cNvSpPr>
          <p:nvPr/>
        </p:nvSpPr>
        <p:spPr>
          <a:xfrm>
            <a:off x="8551687" y="1542287"/>
            <a:ext cx="3640314" cy="321626"/>
          </a:xfrm>
          <a:prstGeom prst="rect">
            <a:avLst/>
          </a:prstGeom>
        </p:spPr>
        <p:txBody>
          <a:bodyPr vert="horz" wrap="square" lIns="0" tIns="0" rIns="0" bIns="0" rtlCol="0" anchor="t" anchorCtr="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tabLst/>
              <a:defRPr lang="en-GB" sz="2000" b="0"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Use-Cases</a:t>
            </a:r>
            <a:endParaRPr lang="en-UA" dirty="0">
              <a:solidFill>
                <a:schemeClr val="tx1"/>
              </a:solidFill>
            </a:endParaRPr>
          </a:p>
        </p:txBody>
      </p:sp>
      <p:sp>
        <p:nvSpPr>
          <p:cNvPr id="75" name="Text Placeholder 24">
            <a:extLst>
              <a:ext uri="{FF2B5EF4-FFF2-40B4-BE49-F238E27FC236}">
                <a16:creationId xmlns:a16="http://schemas.microsoft.com/office/drawing/2014/main" id="{40500105-3BED-4A40-BD42-1ECF1E6BAE47}"/>
              </a:ext>
            </a:extLst>
          </p:cNvPr>
          <p:cNvSpPr txBox="1">
            <a:spLocks/>
          </p:cNvSpPr>
          <p:nvPr/>
        </p:nvSpPr>
        <p:spPr>
          <a:xfrm>
            <a:off x="8551687" y="2235354"/>
            <a:ext cx="3640314" cy="321626"/>
          </a:xfrm>
          <a:prstGeom prst="rect">
            <a:avLst/>
          </a:prstGeom>
        </p:spPr>
        <p:txBody>
          <a:bodyPr vert="horz" wrap="square" lIns="0" tIns="0" rIns="0" bIns="0" rtlCol="0" anchor="t" anchorCtr="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tabLst/>
              <a:defRPr lang="en-GB" sz="2000" b="0"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Homework</a:t>
            </a:r>
            <a:endParaRPr lang="en-UA" dirty="0">
              <a:solidFill>
                <a:schemeClr val="tx1"/>
              </a:solidFill>
            </a:endParaRPr>
          </a:p>
        </p:txBody>
      </p:sp>
      <p:sp>
        <p:nvSpPr>
          <p:cNvPr id="76" name="Text Placeholder 25">
            <a:extLst>
              <a:ext uri="{FF2B5EF4-FFF2-40B4-BE49-F238E27FC236}">
                <a16:creationId xmlns:a16="http://schemas.microsoft.com/office/drawing/2014/main" id="{237CB115-4F19-6A41-9C2F-B6EF7960E3D7}"/>
              </a:ext>
            </a:extLst>
          </p:cNvPr>
          <p:cNvSpPr txBox="1">
            <a:spLocks/>
          </p:cNvSpPr>
          <p:nvPr/>
        </p:nvSpPr>
        <p:spPr>
          <a:xfrm>
            <a:off x="8551687" y="2918260"/>
            <a:ext cx="3640314" cy="321626"/>
          </a:xfrm>
          <a:prstGeom prst="rect">
            <a:avLst/>
          </a:prstGeom>
        </p:spPr>
        <p:txBody>
          <a:bodyPr vert="horz" wrap="square" lIns="0" tIns="0" rIns="0" bIns="0" rtlCol="0" anchor="t" anchorCtr="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tabLst/>
              <a:defRPr lang="en-GB" sz="2000" b="0" i="0" kern="1200" baseline="0">
                <a:solidFill>
                  <a:schemeClr val="bg1"/>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chemeClr val="tx1"/>
                </a:solidFill>
              </a:rPr>
              <a:t>Q&amp;A</a:t>
            </a:r>
          </a:p>
        </p:txBody>
      </p:sp>
      <p:sp>
        <p:nvSpPr>
          <p:cNvPr id="6" name="TextBox 5">
            <a:extLst>
              <a:ext uri="{FF2B5EF4-FFF2-40B4-BE49-F238E27FC236}">
                <a16:creationId xmlns:a16="http://schemas.microsoft.com/office/drawing/2014/main" id="{D96CB408-6E44-DEA1-5F94-EA1AAE7F6CD9}"/>
              </a:ext>
            </a:extLst>
          </p:cNvPr>
          <p:cNvSpPr txBox="1"/>
          <p:nvPr/>
        </p:nvSpPr>
        <p:spPr>
          <a:xfrm>
            <a:off x="1447800" y="6509657"/>
            <a:ext cx="0" cy="0"/>
          </a:xfrm>
          <a:prstGeom prst="rect">
            <a:avLst/>
          </a:prstGeom>
          <a:noFill/>
        </p:spPr>
        <p:txBody>
          <a:bodyPr wrap="none" lIns="0" tIns="0" rIns="0" bIns="0" rtlCol="0">
            <a:noAutofit/>
          </a:bodyPr>
          <a:lstStyle/>
          <a:p>
            <a:pPr>
              <a:lnSpc>
                <a:spcPct val="110000"/>
              </a:lnSpc>
              <a:spcBef>
                <a:spcPts val="600"/>
              </a:spcBef>
            </a:pPr>
            <a:endParaRPr lang="en-AM" sz="1200" err="1">
              <a:ea typeface="Human Sans" charset="0"/>
              <a:cs typeface="Human Sans" charset="0"/>
            </a:endParaRPr>
          </a:p>
        </p:txBody>
      </p:sp>
      <p:sp>
        <p:nvSpPr>
          <p:cNvPr id="8" name="TextBox 7">
            <a:extLst>
              <a:ext uri="{FF2B5EF4-FFF2-40B4-BE49-F238E27FC236}">
                <a16:creationId xmlns:a16="http://schemas.microsoft.com/office/drawing/2014/main" id="{AC9AD599-BDF0-A485-A1B1-E0199D086666}"/>
              </a:ext>
            </a:extLst>
          </p:cNvPr>
          <p:cNvSpPr txBox="1"/>
          <p:nvPr/>
        </p:nvSpPr>
        <p:spPr>
          <a:xfrm>
            <a:off x="471055" y="6908800"/>
            <a:ext cx="0" cy="0"/>
          </a:xfrm>
          <a:prstGeom prst="rect">
            <a:avLst/>
          </a:prstGeom>
          <a:noFill/>
        </p:spPr>
        <p:txBody>
          <a:bodyPr wrap="none" lIns="0" tIns="0" rIns="0" bIns="0" rtlCol="0">
            <a:noAutofit/>
          </a:bodyPr>
          <a:lstStyle/>
          <a:p>
            <a:pPr>
              <a:lnSpc>
                <a:spcPct val="110000"/>
              </a:lnSpc>
              <a:spcBef>
                <a:spcPts val="600"/>
              </a:spcBef>
            </a:pPr>
            <a:endParaRPr lang="en-CZ" sz="1200" err="1">
              <a:ea typeface="Human Sans" charset="0"/>
              <a:cs typeface="Human Sans" charset="0"/>
            </a:endParaRPr>
          </a:p>
        </p:txBody>
      </p:sp>
    </p:spTree>
    <p:extLst>
      <p:ext uri="{BB962C8B-B14F-4D97-AF65-F5344CB8AC3E}">
        <p14:creationId xmlns:p14="http://schemas.microsoft.com/office/powerpoint/2010/main" val="284926588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E64E2-F737-93FF-43E1-1E69ECA48EB6}"/>
              </a:ext>
            </a:extLst>
          </p:cNvPr>
          <p:cNvSpPr>
            <a:spLocks noGrp="1"/>
          </p:cNvSpPr>
          <p:nvPr>
            <p:ph type="title"/>
          </p:nvPr>
        </p:nvSpPr>
        <p:spPr/>
        <p:txBody>
          <a:bodyPr/>
          <a:lstStyle/>
          <a:p>
            <a:r>
              <a:rPr lang="en-US" sz="4800" dirty="0"/>
              <a:t>Speaker: Uladzimir Litvinau</a:t>
            </a:r>
            <a:br>
              <a:rPr lang="en-US" sz="4800" dirty="0"/>
            </a:br>
            <a:r>
              <a:rPr lang="en-US" sz="4800" dirty="0">
                <a:solidFill>
                  <a:schemeClr val="accent6"/>
                </a:solidFill>
                <a:latin typeface="Calibri" panose="020F0502020204030204" pitchFamily="34" charset="0"/>
                <a:cs typeface="Calibri" panose="020F0502020204030204" pitchFamily="34" charset="0"/>
              </a:rPr>
              <a:t>Software Engineering Team Leader</a:t>
            </a:r>
            <a:br>
              <a:rPr lang="en-US" sz="4800" dirty="0">
                <a:solidFill>
                  <a:schemeClr val="accent6"/>
                </a:solidFill>
                <a:latin typeface="Calibri" panose="020F0502020204030204" pitchFamily="34" charset="0"/>
                <a:cs typeface="Calibri" panose="020F0502020204030204" pitchFamily="34" charset="0"/>
              </a:rPr>
            </a:br>
            <a:endParaRPr lang="en-US" sz="4800" dirty="0">
              <a:solidFill>
                <a:schemeClr val="accent6"/>
              </a:solidFill>
              <a:latin typeface="Calibri" panose="020F0502020204030204" pitchFamily="34" charset="0"/>
              <a:cs typeface="Calibri" panose="020F0502020204030204" pitchFamily="34" charset="0"/>
            </a:endParaRPr>
          </a:p>
        </p:txBody>
      </p:sp>
      <p:sp>
        <p:nvSpPr>
          <p:cNvPr id="6" name="Text Placeholder 5">
            <a:extLst>
              <a:ext uri="{FF2B5EF4-FFF2-40B4-BE49-F238E27FC236}">
                <a16:creationId xmlns:a16="http://schemas.microsoft.com/office/drawing/2014/main" id="{F3E76246-A561-5017-E88E-7DD4D2BF4C7E}"/>
              </a:ext>
            </a:extLst>
          </p:cNvPr>
          <p:cNvSpPr>
            <a:spLocks noGrp="1"/>
          </p:cNvSpPr>
          <p:nvPr>
            <p:ph type="body" sz="quarter" idx="11"/>
          </p:nvPr>
        </p:nvSpPr>
        <p:spPr/>
        <p:txBody>
          <a:bodyPr/>
          <a:lstStyle/>
          <a:p>
            <a:r>
              <a:rPr lang="en-US">
                <a:solidFill>
                  <a:schemeClr val="accent6"/>
                </a:solidFill>
              </a:rPr>
              <a:t>01</a:t>
            </a:r>
          </a:p>
        </p:txBody>
      </p:sp>
      <p:sp>
        <p:nvSpPr>
          <p:cNvPr id="7" name="Text Placeholder 6">
            <a:extLst>
              <a:ext uri="{FF2B5EF4-FFF2-40B4-BE49-F238E27FC236}">
                <a16:creationId xmlns:a16="http://schemas.microsoft.com/office/drawing/2014/main" id="{29E0C092-AE0B-0448-668B-0D2D276D31C0}"/>
              </a:ext>
            </a:extLst>
          </p:cNvPr>
          <p:cNvSpPr>
            <a:spLocks noGrp="1"/>
          </p:cNvSpPr>
          <p:nvPr>
            <p:ph type="body" sz="quarter" idx="16"/>
          </p:nvPr>
        </p:nvSpPr>
        <p:spPr>
          <a:xfrm>
            <a:off x="1285240" y="3680245"/>
            <a:ext cx="4757677" cy="2343975"/>
          </a:xfrm>
        </p:spPr>
        <p:txBody>
          <a:bodyPr/>
          <a:lstStyle/>
          <a:p>
            <a:r>
              <a:rPr lang="en-US" b="1" dirty="0"/>
              <a:t>Experience: </a:t>
            </a:r>
          </a:p>
          <a:p>
            <a:pPr marL="285750" indent="-285750">
              <a:buFont typeface="Arial" panose="020B0604020202020204" pitchFamily="34" charset="0"/>
              <a:buChar char="•"/>
            </a:pPr>
            <a:r>
              <a:rPr lang="en-US" dirty="0"/>
              <a:t>Head of Java Department in xxx company (150+) </a:t>
            </a:r>
          </a:p>
          <a:p>
            <a:pPr marL="285750" indent="-285750">
              <a:buFont typeface="Arial" panose="020B0604020202020204" pitchFamily="34" charset="0"/>
              <a:buChar char="•"/>
            </a:pPr>
            <a:r>
              <a:rPr lang="en-US" dirty="0"/>
              <a:t>BE Guild Lead on WALG-CORE project in EPAM (600+)</a:t>
            </a:r>
          </a:p>
          <a:p>
            <a:r>
              <a:rPr lang="en-US" b="1" dirty="0"/>
              <a:t>Primary Skills:</a:t>
            </a:r>
          </a:p>
          <a:p>
            <a:pPr marL="285750" indent="-285750">
              <a:buFont typeface="Arial" panose="020B0604020202020204" pitchFamily="34" charset="0"/>
              <a:buChar char="•"/>
            </a:pPr>
            <a:r>
              <a:rPr lang="en-US" dirty="0">
                <a:latin typeface="Calibri Light"/>
                <a:ea typeface="Source Sans Pro"/>
                <a:cs typeface="Calibri Light"/>
              </a:rPr>
              <a:t>Java (13 years)</a:t>
            </a:r>
          </a:p>
          <a:p>
            <a:pPr marL="285750" indent="-285750">
              <a:buFont typeface="Arial" panose="020B0604020202020204" pitchFamily="34" charset="0"/>
              <a:buChar char="•"/>
            </a:pPr>
            <a:r>
              <a:rPr lang="en-US" dirty="0">
                <a:latin typeface="Calibri Light"/>
                <a:ea typeface="Source Sans Pro"/>
                <a:cs typeface="Calibri Light"/>
              </a:rPr>
              <a:t>Leading (10+ years)</a:t>
            </a:r>
          </a:p>
          <a:p>
            <a:endParaRPr lang="en-US" dirty="0"/>
          </a:p>
        </p:txBody>
      </p:sp>
      <p:pic>
        <p:nvPicPr>
          <p:cNvPr id="5" name="Picture 4" descr="A person wearing glasses&#10;&#10;Description automatically generated with medium confidence">
            <a:extLst>
              <a:ext uri="{FF2B5EF4-FFF2-40B4-BE49-F238E27FC236}">
                <a16:creationId xmlns:a16="http://schemas.microsoft.com/office/drawing/2014/main" id="{BFCF8843-56F7-7277-43DB-926E22D73A71}"/>
              </a:ext>
            </a:extLst>
          </p:cNvPr>
          <p:cNvPicPr>
            <a:picLocks noChangeAspect="1"/>
          </p:cNvPicPr>
          <p:nvPr/>
        </p:nvPicPr>
        <p:blipFill>
          <a:blip r:embed="rId3" cstate="print">
            <a:extLst>
              <a:ext uri="{BEBA8EAE-BF5A-486C-A8C5-ECC9F3942E4B}">
                <a14:imgProps xmlns:a14="http://schemas.microsoft.com/office/drawing/2010/main">
                  <a14:imgLayer r:embed="rId4">
                    <a14:imgEffect>
                      <a14:sharpenSoften amount="5000"/>
                    </a14:imgEffect>
                  </a14:imgLayer>
                </a14:imgProps>
              </a:ext>
              <a:ext uri="{28A0092B-C50C-407E-A947-70E740481C1C}">
                <a14:useLocalDpi xmlns:a14="http://schemas.microsoft.com/office/drawing/2010/main" val="0"/>
              </a:ext>
            </a:extLst>
          </a:blip>
          <a:stretch>
            <a:fillRect/>
          </a:stretch>
        </p:blipFill>
        <p:spPr>
          <a:xfrm>
            <a:off x="9149139" y="3680245"/>
            <a:ext cx="1737301" cy="1746522"/>
          </a:xfrm>
          <a:prstGeom prst="ellipse">
            <a:avLst/>
          </a:prstGeom>
          <a:ln>
            <a:noFill/>
          </a:ln>
          <a:effectLst/>
        </p:spPr>
      </p:pic>
    </p:spTree>
    <p:extLst>
      <p:ext uri="{BB962C8B-B14F-4D97-AF65-F5344CB8AC3E}">
        <p14:creationId xmlns:p14="http://schemas.microsoft.com/office/powerpoint/2010/main" val="71838963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616648"/>
          </a:xfrm>
        </p:spPr>
        <p:txBody>
          <a:bodyPr/>
          <a:lstStyle/>
          <a:p>
            <a:r>
              <a:rPr lang="en-US" dirty="0"/>
              <a:t>Work hard </a:t>
            </a:r>
            <a:r>
              <a:rPr lang="en-US" dirty="0">
                <a:solidFill>
                  <a:schemeClr val="accent4">
                    <a:lumMod val="75000"/>
                  </a:schemeClr>
                </a:solidFill>
              </a:rPr>
              <a:t>now</a:t>
            </a:r>
            <a:br>
              <a:rPr lang="en-US" dirty="0"/>
            </a:br>
            <a:r>
              <a:rPr lang="en-US" dirty="0">
                <a:solidFill>
                  <a:schemeClr val="accent6"/>
                </a:solidFill>
                <a:latin typeface="Calibri" panose="020F0502020204030204" pitchFamily="34" charset="0"/>
                <a:cs typeface="Calibri" panose="020F0502020204030204" pitchFamily="34" charset="0"/>
              </a:rPr>
              <a:t>Save thousands of hours and nerves in future…</a:t>
            </a:r>
          </a:p>
        </p:txBody>
      </p:sp>
      <p:sp>
        <p:nvSpPr>
          <p:cNvPr id="9" name="Text Placeholder 8">
            <a:extLst>
              <a:ext uri="{FF2B5EF4-FFF2-40B4-BE49-F238E27FC236}">
                <a16:creationId xmlns:a16="http://schemas.microsoft.com/office/drawing/2014/main" id="{43E65A60-BFF6-5D2C-96CA-C0DCDBCDC9B7}"/>
              </a:ext>
            </a:extLst>
          </p:cNvPr>
          <p:cNvSpPr>
            <a:spLocks noGrp="1"/>
          </p:cNvSpPr>
          <p:nvPr>
            <p:ph type="body" sz="quarter" idx="16"/>
          </p:nvPr>
        </p:nvSpPr>
        <p:spPr>
          <a:xfrm>
            <a:off x="6942827" y="1981200"/>
            <a:ext cx="4610100" cy="3824380"/>
          </a:xfrm>
        </p:spPr>
        <p:txBody>
          <a:bodyPr/>
          <a:lstStyle/>
          <a:p>
            <a:pPr marL="285750" indent="-285750">
              <a:buFont typeface="Arial" panose="020B0604020202020204" pitchFamily="34" charset="0"/>
              <a:buChar char="•"/>
            </a:pPr>
            <a:r>
              <a:rPr lang="en-US" b="1" dirty="0"/>
              <a:t>No  multitasking </a:t>
            </a:r>
            <a:r>
              <a:rPr lang="en-US" dirty="0"/>
              <a:t>– 1,5 hour of concentration</a:t>
            </a:r>
          </a:p>
          <a:p>
            <a:pPr marL="285750" indent="-285750">
              <a:buFont typeface="Arial" panose="020B0604020202020204" pitchFamily="34" charset="0"/>
              <a:buChar char="•"/>
            </a:pPr>
            <a:r>
              <a:rPr lang="en-US" dirty="0"/>
              <a:t>Switching on your </a:t>
            </a:r>
            <a:r>
              <a:rPr lang="en-US" b="1" dirty="0"/>
              <a:t>cameras</a:t>
            </a:r>
            <a:r>
              <a:rPr lang="en-US" dirty="0"/>
              <a:t> will be very nice</a:t>
            </a:r>
          </a:p>
          <a:p>
            <a:pPr marL="285750" indent="-285750">
              <a:buFont typeface="Arial" panose="020B0604020202020204" pitchFamily="34" charset="0"/>
              <a:buChar char="•"/>
            </a:pPr>
            <a:r>
              <a:rPr lang="en-US" dirty="0">
                <a:latin typeface="Calibri Light"/>
                <a:ea typeface="Source Sans Pro"/>
                <a:cs typeface="Calibri Light"/>
              </a:rPr>
              <a:t>This knowledge will be useful and for </a:t>
            </a:r>
            <a:r>
              <a:rPr lang="en-US" b="1" dirty="0">
                <a:latin typeface="Calibri Light"/>
                <a:ea typeface="Source Sans Pro"/>
                <a:cs typeface="Calibri Light"/>
              </a:rPr>
              <a:t>leads</a:t>
            </a:r>
            <a:r>
              <a:rPr lang="en-US" dirty="0">
                <a:latin typeface="Calibri Light"/>
                <a:ea typeface="Source Sans Pro"/>
                <a:cs typeface="Calibri Light"/>
              </a:rPr>
              <a:t> and for </a:t>
            </a:r>
            <a:r>
              <a:rPr lang="en-US" b="1" dirty="0">
                <a:latin typeface="Calibri Light"/>
                <a:ea typeface="Source Sans Pro"/>
                <a:cs typeface="Calibri Light"/>
              </a:rPr>
              <a:t>team members</a:t>
            </a:r>
          </a:p>
          <a:p>
            <a:pPr marL="285750" indent="-285750">
              <a:buFont typeface="Arial" panose="020B0604020202020204" pitchFamily="34" charset="0"/>
              <a:buChar char="•"/>
            </a:pPr>
            <a:r>
              <a:rPr lang="en-US" b="1" dirty="0"/>
              <a:t>10 years </a:t>
            </a:r>
            <a:r>
              <a:rPr lang="en-US" dirty="0"/>
              <a:t>of experience </a:t>
            </a:r>
            <a:r>
              <a:rPr lang="en-US" b="1" dirty="0"/>
              <a:t>key</a:t>
            </a:r>
            <a:r>
              <a:rPr lang="en-US" dirty="0"/>
              <a:t> lessons learned</a:t>
            </a:r>
          </a:p>
          <a:p>
            <a:pPr marL="285750" indent="-285750">
              <a:buFont typeface="Arial" panose="020B0604020202020204" pitchFamily="34" charset="0"/>
              <a:buChar char="•"/>
            </a:pPr>
            <a:r>
              <a:rPr lang="en-US" b="1" dirty="0"/>
              <a:t>Be active </a:t>
            </a:r>
            <a:r>
              <a:rPr lang="en-US" dirty="0"/>
              <a:t>(</a:t>
            </a:r>
            <a:r>
              <a:rPr lang="en-US" dirty="0" err="1"/>
              <a:t>teamlead</a:t>
            </a:r>
            <a:r>
              <a:rPr lang="en-US" dirty="0"/>
              <a:t> should have and be able to express his opinion, to start a search of solution)</a:t>
            </a:r>
          </a:p>
          <a:p>
            <a:pPr marL="285750" indent="-285750">
              <a:buFont typeface="Arial" panose="020B0604020202020204" pitchFamily="34" charset="0"/>
              <a:buChar char="•"/>
            </a:pPr>
            <a:r>
              <a:rPr lang="en-US" dirty="0"/>
              <a:t>Back to </a:t>
            </a:r>
            <a:r>
              <a:rPr lang="en-US" b="1" dirty="0"/>
              <a:t>school</a:t>
            </a:r>
          </a:p>
          <a:p>
            <a:pPr marL="285750" indent="-285750">
              <a:buFont typeface="Arial" panose="020B0604020202020204" pitchFamily="34" charset="0"/>
              <a:buChar char="•"/>
            </a:pPr>
            <a:r>
              <a:rPr lang="en-US" dirty="0"/>
              <a:t>Formulate your statements correctly - do not forget about the </a:t>
            </a:r>
            <a:r>
              <a:rPr lang="en-US" b="1" dirty="0"/>
              <a:t>characteristic of measure </a:t>
            </a:r>
            <a:r>
              <a:rPr lang="en-US" dirty="0"/>
              <a:t>(sometimes, always, never, from my experience and </a:t>
            </a:r>
            <a:r>
              <a:rPr lang="en-US" dirty="0" err="1"/>
              <a:t>etc</a:t>
            </a:r>
            <a:r>
              <a:rPr lang="en-US" dirty="0"/>
              <a:t>)</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p:txBody>
          <a:bodyPr>
            <a:normAutofit/>
          </a:bodyPr>
          <a:lstStyle/>
          <a:p>
            <a:r>
              <a:rPr lang="en-US" dirty="0"/>
              <a:t>Every team lead should start from:</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Session Rules</a:t>
            </a:r>
          </a:p>
        </p:txBody>
      </p:sp>
    </p:spTree>
    <p:extLst>
      <p:ext uri="{BB962C8B-B14F-4D97-AF65-F5344CB8AC3E}">
        <p14:creationId xmlns:p14="http://schemas.microsoft.com/office/powerpoint/2010/main" val="9608481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616648"/>
          </a:xfrm>
        </p:spPr>
        <p:txBody>
          <a:bodyPr/>
          <a:lstStyle/>
          <a:p>
            <a:r>
              <a:rPr lang="en-US" dirty="0"/>
              <a:t>From Senior Developer to Junior Team Lead (and sometimes back)</a:t>
            </a:r>
            <a:endParaRPr lang="en-US" dirty="0">
              <a:solidFill>
                <a:schemeClr val="accent6"/>
              </a:solidFill>
              <a:latin typeface="Calibri" panose="020F0502020204030204" pitchFamily="34" charset="0"/>
              <a:cs typeface="Calibri" panose="020F0502020204030204" pitchFamily="34" charset="0"/>
            </a:endParaRP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Why we need to learn how to lead</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Evolution</a:t>
            </a:r>
          </a:p>
        </p:txBody>
      </p:sp>
      <p:pic>
        <p:nvPicPr>
          <p:cNvPr id="1028" name="Picture 4" descr="Howard Researchers: Racist, Sexist Depictions of Human Evolution Still  Permeate Science, Medicine, and Education | The Dig at Howard University">
            <a:extLst>
              <a:ext uri="{FF2B5EF4-FFF2-40B4-BE49-F238E27FC236}">
                <a16:creationId xmlns:a16="http://schemas.microsoft.com/office/drawing/2014/main" id="{D788961D-E8E6-31C0-F009-5992EF45DB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8853" y="4348007"/>
            <a:ext cx="2669888" cy="17785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Howard Researchers: Racist, Sexist Depictions of Human Evolution Still  Permeate Science, Medicine, and Education | The Dig at Howard University">
            <a:extLst>
              <a:ext uri="{FF2B5EF4-FFF2-40B4-BE49-F238E27FC236}">
                <a16:creationId xmlns:a16="http://schemas.microsoft.com/office/drawing/2014/main" id="{4BAED662-8EEC-9CFB-F459-6A88AAA128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3308" y="1886190"/>
            <a:ext cx="2669888" cy="17785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A45A3AD-C449-06AE-FEF9-FC63D677312E}"/>
              </a:ext>
            </a:extLst>
          </p:cNvPr>
          <p:cNvSpPr txBox="1"/>
          <p:nvPr/>
        </p:nvSpPr>
        <p:spPr>
          <a:xfrm>
            <a:off x="6774983" y="3664746"/>
            <a:ext cx="1918325" cy="543699"/>
          </a:xfrm>
          <a:prstGeom prst="rect">
            <a:avLst/>
          </a:prstGeom>
          <a:noFill/>
        </p:spPr>
        <p:txBody>
          <a:bodyPr wrap="none" lIns="0" tIns="0" rIns="0" bIns="0" rtlCol="0">
            <a:noAutofit/>
          </a:bodyPr>
          <a:lstStyle/>
          <a:p>
            <a:pPr>
              <a:lnSpc>
                <a:spcPct val="110000"/>
              </a:lnSpc>
              <a:spcBef>
                <a:spcPts val="600"/>
              </a:spcBef>
            </a:pPr>
            <a:r>
              <a:rPr lang="en-US" sz="3600" dirty="0">
                <a:ea typeface="Human Sans" charset="0"/>
                <a:cs typeface="Human Sans" charset="0"/>
              </a:rPr>
              <a:t>Developer</a:t>
            </a:r>
          </a:p>
        </p:txBody>
      </p:sp>
      <p:sp>
        <p:nvSpPr>
          <p:cNvPr id="7" name="TextBox 6">
            <a:extLst>
              <a:ext uri="{FF2B5EF4-FFF2-40B4-BE49-F238E27FC236}">
                <a16:creationId xmlns:a16="http://schemas.microsoft.com/office/drawing/2014/main" id="{9A782F51-3745-A52C-11FA-4F80E5F83E5B}"/>
              </a:ext>
            </a:extLst>
          </p:cNvPr>
          <p:cNvSpPr txBox="1"/>
          <p:nvPr/>
        </p:nvSpPr>
        <p:spPr>
          <a:xfrm>
            <a:off x="9018741" y="1212140"/>
            <a:ext cx="1918325" cy="543699"/>
          </a:xfrm>
          <a:prstGeom prst="rect">
            <a:avLst/>
          </a:prstGeom>
          <a:noFill/>
        </p:spPr>
        <p:txBody>
          <a:bodyPr wrap="none" lIns="0" tIns="0" rIns="0" bIns="0" rtlCol="0" anchor="t">
            <a:noAutofit/>
          </a:bodyPr>
          <a:lstStyle/>
          <a:p>
            <a:pPr>
              <a:lnSpc>
                <a:spcPct val="110000"/>
              </a:lnSpc>
              <a:spcBef>
                <a:spcPts val="600"/>
              </a:spcBef>
            </a:pPr>
            <a:r>
              <a:rPr lang="en-US" sz="3600" dirty="0">
                <a:ea typeface="Human Sans" charset="0"/>
                <a:cs typeface="Human Sans" charset="0"/>
              </a:rPr>
              <a:t>Team Lead</a:t>
            </a:r>
          </a:p>
        </p:txBody>
      </p:sp>
    </p:spTree>
    <p:extLst>
      <p:ext uri="{BB962C8B-B14F-4D97-AF65-F5344CB8AC3E}">
        <p14:creationId xmlns:p14="http://schemas.microsoft.com/office/powerpoint/2010/main" val="429377062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616648"/>
          </a:xfrm>
        </p:spPr>
        <p:txBody>
          <a:bodyPr/>
          <a:lstStyle/>
          <a:p>
            <a:r>
              <a:rPr lang="en-US" dirty="0"/>
              <a:t>What is the difference in learning style of</a:t>
            </a:r>
            <a:br>
              <a:rPr lang="en-US" dirty="0"/>
            </a:br>
            <a:r>
              <a:rPr lang="en-US" dirty="0">
                <a:solidFill>
                  <a:schemeClr val="accent6"/>
                </a:solidFill>
                <a:latin typeface="Calibri" panose="020F0502020204030204" pitchFamily="34" charset="0"/>
                <a:cs typeface="Calibri" panose="020F0502020204030204" pitchFamily="34" charset="0"/>
              </a:rPr>
              <a:t>child and an adult?…</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On current session, As a Lead, As A Team member</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How to learn and how to teach?</a:t>
            </a:r>
          </a:p>
        </p:txBody>
      </p:sp>
      <p:pic>
        <p:nvPicPr>
          <p:cNvPr id="4" name="Picture 3" descr="A close-up of a person's face&#10;&#10;Description automatically generated with low confidence">
            <a:extLst>
              <a:ext uri="{FF2B5EF4-FFF2-40B4-BE49-F238E27FC236}">
                <a16:creationId xmlns:a16="http://schemas.microsoft.com/office/drawing/2014/main" id="{E3728E40-CBB6-7E65-60F4-2888F16D2A7F}"/>
              </a:ext>
            </a:extLst>
          </p:cNvPr>
          <p:cNvPicPr>
            <a:picLocks noChangeAspect="1"/>
          </p:cNvPicPr>
          <p:nvPr/>
        </p:nvPicPr>
        <p:blipFill>
          <a:blip r:embed="rId3"/>
          <a:stretch>
            <a:fillRect/>
          </a:stretch>
        </p:blipFill>
        <p:spPr>
          <a:xfrm>
            <a:off x="6630320" y="2684406"/>
            <a:ext cx="1136461" cy="1136461"/>
          </a:xfrm>
          <a:prstGeom prst="rect">
            <a:avLst/>
          </a:prstGeom>
        </p:spPr>
      </p:pic>
      <p:pic>
        <p:nvPicPr>
          <p:cNvPr id="5" name="Picture 4" descr="Icon&#10;&#10;Description automatically generated">
            <a:extLst>
              <a:ext uri="{FF2B5EF4-FFF2-40B4-BE49-F238E27FC236}">
                <a16:creationId xmlns:a16="http://schemas.microsoft.com/office/drawing/2014/main" id="{17E1A62D-C5B3-ABCB-51AD-D53ED7C0CACC}"/>
              </a:ext>
            </a:extLst>
          </p:cNvPr>
          <p:cNvPicPr>
            <a:picLocks noChangeAspect="1"/>
          </p:cNvPicPr>
          <p:nvPr/>
        </p:nvPicPr>
        <p:blipFill>
          <a:blip r:embed="rId4"/>
          <a:stretch>
            <a:fillRect/>
          </a:stretch>
        </p:blipFill>
        <p:spPr>
          <a:xfrm>
            <a:off x="10074363" y="2389340"/>
            <a:ext cx="1647172" cy="1647172"/>
          </a:xfrm>
          <a:prstGeom prst="rect">
            <a:avLst/>
          </a:prstGeom>
        </p:spPr>
      </p:pic>
      <p:sp>
        <p:nvSpPr>
          <p:cNvPr id="6" name="Text Placeholder 8">
            <a:extLst>
              <a:ext uri="{FF2B5EF4-FFF2-40B4-BE49-F238E27FC236}">
                <a16:creationId xmlns:a16="http://schemas.microsoft.com/office/drawing/2014/main" id="{7764826D-D2A7-04A9-F9A4-6AE617C6D7DB}"/>
              </a:ext>
            </a:extLst>
          </p:cNvPr>
          <p:cNvSpPr txBox="1">
            <a:spLocks/>
          </p:cNvSpPr>
          <p:nvPr/>
        </p:nvSpPr>
        <p:spPr>
          <a:xfrm>
            <a:off x="8833887" y="3252637"/>
            <a:ext cx="583228" cy="352725"/>
          </a:xfrm>
          <a:prstGeom prst="rect">
            <a:avLst/>
          </a:prstGeom>
        </p:spPr>
        <p:txBody>
          <a:bodyPr vert="horz" wrap="square" lIns="0" tIns="0" rIns="0" bIns="0" rtlCol="0" anchor="t" anchorCtr="0">
            <a:spAutoFit/>
          </a:bodyPr>
          <a:lstStyle>
            <a:lvl1pPr marL="0" indent="0" algn="l" defTabSz="914400" rtl="0" eaLnBrk="1" latinLnBrk="0" hangingPunct="1">
              <a:lnSpc>
                <a:spcPts val="2400"/>
              </a:lnSpc>
              <a:spcBef>
                <a:spcPts val="600"/>
              </a:spcBef>
              <a:spcAft>
                <a:spcPts val="0"/>
              </a:spcAft>
              <a:buFont typeface="Arial" panose="020B0604020202020204" pitchFamily="34" charset="0"/>
              <a:buNone/>
              <a:tabLst/>
              <a:defRPr lang="en-GB" sz="1600" b="0" i="0" kern="1200" baseline="0">
                <a:solidFill>
                  <a:srgbClr val="000000"/>
                </a:solidFill>
                <a:latin typeface="Calibri Light" panose="020F0302020204030204" pitchFamily="34" charset="0"/>
                <a:ea typeface="Source Sans Pro" panose="020B0503030403020204" pitchFamily="34" charset="0"/>
                <a:cs typeface="Calibri Light" panose="020F0302020204030204" pitchFamily="34" charset="0"/>
              </a:defRPr>
            </a:lvl1pPr>
            <a:lvl2pPr marL="6350" indent="0" algn="l" defTabSz="914400" rtl="0" eaLnBrk="1" latinLnBrk="0" hangingPunct="1">
              <a:lnSpc>
                <a:spcPct val="110000"/>
              </a:lnSpc>
              <a:spcBef>
                <a:spcPts val="600"/>
              </a:spcBef>
              <a:spcAft>
                <a:spcPts val="0"/>
              </a:spcAft>
              <a:buFont typeface="Arial" panose="020B0604020202020204" pitchFamily="34" charset="0"/>
              <a:buNone/>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2pPr>
            <a:lvl3pPr marL="228600"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3pPr>
            <a:lvl4pPr marL="401638" indent="-228600" algn="l" defTabSz="914400" rtl="0" eaLnBrk="1" latinLnBrk="0" hangingPunct="1">
              <a:lnSpc>
                <a:spcPct val="110000"/>
              </a:lnSpc>
              <a:spcBef>
                <a:spcPts val="600"/>
              </a:spcBef>
              <a:spcAft>
                <a:spcPts val="0"/>
              </a:spcAft>
              <a:buFont typeface="Arial" panose="020B0604020202020204" pitchFamily="34" charset="0"/>
              <a:buChar char="•"/>
              <a:tabLst/>
              <a:defRPr lang="en-GB" sz="1200" b="0" i="0" kern="120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4pPr>
            <a:lvl5pPr marL="582613" indent="-228600" algn="l" defTabSz="914400" rtl="0" eaLnBrk="1" latinLnBrk="0" hangingPunct="1">
              <a:lnSpc>
                <a:spcPct val="110000"/>
              </a:lnSpc>
              <a:spcBef>
                <a:spcPts val="600"/>
              </a:spcBef>
              <a:spcAft>
                <a:spcPts val="0"/>
              </a:spcAft>
              <a:buFont typeface="Arial" panose="020B0604020202020204" pitchFamily="34" charset="0"/>
              <a:buChar char="•"/>
              <a:tabLst/>
              <a:defRPr lang="en-US" sz="1200" b="0" i="0" kern="1200" dirty="0">
                <a:solidFill>
                  <a:schemeClr val="tx1"/>
                </a:solidFill>
                <a:latin typeface="Calibri Light" panose="020F0302020204030204" pitchFamily="34" charset="0"/>
                <a:ea typeface="Source Sans Pro" panose="020B050303040302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b="1" dirty="0"/>
              <a:t>VS</a:t>
            </a:r>
            <a:endParaRPr lang="en-US" sz="3600" dirty="0"/>
          </a:p>
        </p:txBody>
      </p:sp>
    </p:spTree>
    <p:extLst>
      <p:ext uri="{BB962C8B-B14F-4D97-AF65-F5344CB8AC3E}">
        <p14:creationId xmlns:p14="http://schemas.microsoft.com/office/powerpoint/2010/main" val="747380446"/>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59522-46B2-9C49-8E5A-315B3E4B881C}"/>
              </a:ext>
            </a:extLst>
          </p:cNvPr>
          <p:cNvSpPr>
            <a:spLocks noGrp="1"/>
          </p:cNvSpPr>
          <p:nvPr>
            <p:ph type="title"/>
          </p:nvPr>
        </p:nvSpPr>
        <p:spPr/>
        <p:txBody>
          <a:bodyPr/>
          <a:lstStyle/>
          <a:p>
            <a:r>
              <a:rPr lang="en-US" dirty="0"/>
              <a:t>Kolb's Experiential Learning Theory</a:t>
            </a:r>
          </a:p>
        </p:txBody>
      </p:sp>
      <p:sp>
        <p:nvSpPr>
          <p:cNvPr id="6" name="Text Placeholder 5">
            <a:extLst>
              <a:ext uri="{FF2B5EF4-FFF2-40B4-BE49-F238E27FC236}">
                <a16:creationId xmlns:a16="http://schemas.microsoft.com/office/drawing/2014/main" id="{B3CC20FE-2EC0-8782-52C5-7FEAC09DF4C2}"/>
              </a:ext>
            </a:extLst>
          </p:cNvPr>
          <p:cNvSpPr>
            <a:spLocks noGrp="1"/>
          </p:cNvSpPr>
          <p:nvPr>
            <p:ph type="body" sz="quarter" idx="28"/>
          </p:nvPr>
        </p:nvSpPr>
        <p:spPr/>
        <p:txBody>
          <a:bodyPr/>
          <a:lstStyle/>
          <a:p>
            <a:r>
              <a:rPr lang="en-US" dirty="0"/>
              <a:t>How to learn and how to teach</a:t>
            </a:r>
          </a:p>
          <a:p>
            <a:endParaRPr lang="en-CZ" dirty="0"/>
          </a:p>
        </p:txBody>
      </p:sp>
      <p:sp>
        <p:nvSpPr>
          <p:cNvPr id="4" name="TextBox 3">
            <a:extLst>
              <a:ext uri="{FF2B5EF4-FFF2-40B4-BE49-F238E27FC236}">
                <a16:creationId xmlns:a16="http://schemas.microsoft.com/office/drawing/2014/main" id="{6B0F5AF8-4574-AE42-A00B-41DEBD7C2560}"/>
              </a:ext>
            </a:extLst>
          </p:cNvPr>
          <p:cNvSpPr txBox="1"/>
          <p:nvPr/>
        </p:nvSpPr>
        <p:spPr>
          <a:xfrm>
            <a:off x="634602" y="1690668"/>
            <a:ext cx="5115643" cy="4583242"/>
          </a:xfrm>
          <a:prstGeom prst="rect">
            <a:avLst/>
          </a:prstGeom>
          <a:noFill/>
        </p:spPr>
        <p:txBody>
          <a:bodyPr wrap="square" rtlCol="0">
            <a:spAutoFit/>
          </a:bodyPr>
          <a:lstStyle/>
          <a:p>
            <a:pPr marL="268793" indent="-268793" defTabSz="1219170">
              <a:lnSpc>
                <a:spcPct val="150000"/>
              </a:lnSpc>
              <a:buClr>
                <a:schemeClr val="tx1"/>
              </a:buClr>
              <a:buFont typeface="Arial" panose="020B0604020202020204" pitchFamily="34" charset="0"/>
              <a:buChar char="•"/>
              <a:defRPr/>
            </a:pPr>
            <a:r>
              <a:rPr lang="en-US" sz="1400" b="1" dirty="0">
                <a:solidFill>
                  <a:srgbClr val="222222"/>
                </a:solidFill>
                <a:latin typeface="Calibri Light" panose="020F0302020204030204" pitchFamily="34" charset="0"/>
                <a:cs typeface="Calibri Light" panose="020F0302020204030204" pitchFamily="34" charset="0"/>
              </a:rPr>
              <a:t>Concrete Experience </a:t>
            </a:r>
            <a:r>
              <a:rPr lang="en-US" sz="1400" dirty="0">
                <a:solidFill>
                  <a:srgbClr val="222222"/>
                </a:solidFill>
                <a:latin typeface="Calibri Light" panose="020F0302020204030204" pitchFamily="34" charset="0"/>
                <a:cs typeface="Calibri Light" panose="020F0302020204030204" pitchFamily="34" charset="0"/>
              </a:rPr>
              <a:t>– the learner encounters a concrete experience. This might be a new experience or situation, or a reinterpretation of existing experience in the light of new concepts.</a:t>
            </a:r>
          </a:p>
          <a:p>
            <a:pPr marL="268793" indent="-268793" defTabSz="1219170">
              <a:lnSpc>
                <a:spcPct val="150000"/>
              </a:lnSpc>
              <a:buClr>
                <a:schemeClr val="tx1"/>
              </a:buClr>
              <a:buFont typeface="Arial" panose="020B0604020202020204" pitchFamily="34" charset="0"/>
              <a:buChar char="•"/>
              <a:defRPr/>
            </a:pPr>
            <a:r>
              <a:rPr lang="en-US" sz="1400" b="1" dirty="0">
                <a:solidFill>
                  <a:srgbClr val="222222"/>
                </a:solidFill>
                <a:latin typeface="Calibri Light" panose="020F0302020204030204" pitchFamily="34" charset="0"/>
                <a:cs typeface="Calibri Light" panose="020F0302020204030204" pitchFamily="34" charset="0"/>
              </a:rPr>
              <a:t>Reflective Observation of the New Experience </a:t>
            </a:r>
            <a:r>
              <a:rPr lang="en-US" sz="1400" dirty="0">
                <a:solidFill>
                  <a:srgbClr val="222222"/>
                </a:solidFill>
                <a:latin typeface="Calibri Light" panose="020F0302020204030204" pitchFamily="34" charset="0"/>
                <a:cs typeface="Calibri Light" panose="020F0302020204030204" pitchFamily="34" charset="0"/>
              </a:rPr>
              <a:t>– the learner reflects on the new experience in the light of their existing knowledge. Of particular importance are any inconsistencies between experience and understanding.</a:t>
            </a:r>
          </a:p>
          <a:p>
            <a:pPr marL="268793" indent="-268793" defTabSz="1219170">
              <a:lnSpc>
                <a:spcPct val="150000"/>
              </a:lnSpc>
              <a:buClr>
                <a:schemeClr val="tx1"/>
              </a:buClr>
              <a:buFont typeface="Arial" panose="020B0604020202020204" pitchFamily="34" charset="0"/>
              <a:buChar char="•"/>
              <a:defRPr/>
            </a:pPr>
            <a:r>
              <a:rPr lang="en-US" sz="1400" b="1" dirty="0">
                <a:solidFill>
                  <a:srgbClr val="222222"/>
                </a:solidFill>
                <a:latin typeface="Calibri Light" panose="020F0302020204030204" pitchFamily="34" charset="0"/>
                <a:cs typeface="Calibri Light" panose="020F0302020204030204" pitchFamily="34" charset="0"/>
              </a:rPr>
              <a:t>Abstract Conceptualization </a:t>
            </a:r>
            <a:r>
              <a:rPr lang="en-US" sz="1400" dirty="0">
                <a:solidFill>
                  <a:srgbClr val="222222"/>
                </a:solidFill>
                <a:latin typeface="Calibri Light" panose="020F0302020204030204" pitchFamily="34" charset="0"/>
                <a:cs typeface="Calibri Light" panose="020F0302020204030204" pitchFamily="34" charset="0"/>
              </a:rPr>
              <a:t>– reflection gives rise to a new idea, or a modification of an existing abstract concept (the person has learned from their experience).</a:t>
            </a:r>
          </a:p>
          <a:p>
            <a:pPr marL="268793" indent="-268793" defTabSz="1219170">
              <a:lnSpc>
                <a:spcPct val="150000"/>
              </a:lnSpc>
              <a:buClr>
                <a:schemeClr val="tx1"/>
              </a:buClr>
              <a:buFont typeface="Arial" panose="020B0604020202020204" pitchFamily="34" charset="0"/>
              <a:buChar char="•"/>
              <a:defRPr/>
            </a:pPr>
            <a:r>
              <a:rPr lang="en-US" sz="1400" b="1" dirty="0">
                <a:solidFill>
                  <a:srgbClr val="222222"/>
                </a:solidFill>
                <a:latin typeface="Calibri Light" panose="020F0302020204030204" pitchFamily="34" charset="0"/>
                <a:cs typeface="Calibri Light" panose="020F0302020204030204" pitchFamily="34" charset="0"/>
              </a:rPr>
              <a:t>Active Experimentation </a:t>
            </a:r>
            <a:r>
              <a:rPr lang="en-US" sz="1400" dirty="0">
                <a:solidFill>
                  <a:srgbClr val="222222"/>
                </a:solidFill>
                <a:latin typeface="Calibri Light" panose="020F0302020204030204" pitchFamily="34" charset="0"/>
                <a:cs typeface="Calibri Light" panose="020F0302020204030204" pitchFamily="34" charset="0"/>
              </a:rPr>
              <a:t>– the newly created or modified concepts give rise to experimentation. The learner applies their idea(s) to the world around them to see what happens.</a:t>
            </a:r>
          </a:p>
        </p:txBody>
      </p:sp>
      <p:sp>
        <p:nvSpPr>
          <p:cNvPr id="9" name="Rectangle 8">
            <a:extLst>
              <a:ext uri="{FF2B5EF4-FFF2-40B4-BE49-F238E27FC236}">
                <a16:creationId xmlns:a16="http://schemas.microsoft.com/office/drawing/2014/main" id="{529CE732-355F-405F-B8E1-C9ED38D10CDC}"/>
              </a:ext>
            </a:extLst>
          </p:cNvPr>
          <p:cNvSpPr/>
          <p:nvPr/>
        </p:nvSpPr>
        <p:spPr>
          <a:xfrm>
            <a:off x="568884" y="1167448"/>
            <a:ext cx="5247080" cy="523220"/>
          </a:xfrm>
          <a:prstGeom prst="rect">
            <a:avLst/>
          </a:prstGeom>
        </p:spPr>
        <p:txBody>
          <a:bodyPr wrap="square">
            <a:spAutoFit/>
          </a:bodyPr>
          <a:lstStyle/>
          <a:p>
            <a:pPr>
              <a:defRPr/>
            </a:pPr>
            <a:r>
              <a:rPr lang="en-US" sz="1400" b="1" dirty="0">
                <a:latin typeface="Calibri Light" panose="020F0302020204030204" pitchFamily="34" charset="0"/>
                <a:cs typeface="Calibri Light" panose="020F0302020204030204" pitchFamily="34" charset="0"/>
              </a:rPr>
              <a:t>Kolb’s experiential learning style theory is typically represented by a four-stage learning cycle in which the learner “touches all the bases”</a:t>
            </a:r>
          </a:p>
        </p:txBody>
      </p:sp>
      <p:pic>
        <p:nvPicPr>
          <p:cNvPr id="3" name="Picture 2" descr="Diagram&#10;&#10;Description automatically generated">
            <a:extLst>
              <a:ext uri="{FF2B5EF4-FFF2-40B4-BE49-F238E27FC236}">
                <a16:creationId xmlns:a16="http://schemas.microsoft.com/office/drawing/2014/main" id="{7594CE47-86BB-86F5-2A89-B5CEBF2F7CF4}"/>
              </a:ext>
            </a:extLst>
          </p:cNvPr>
          <p:cNvPicPr>
            <a:picLocks noChangeAspect="1"/>
          </p:cNvPicPr>
          <p:nvPr/>
        </p:nvPicPr>
        <p:blipFill>
          <a:blip r:embed="rId3"/>
          <a:stretch>
            <a:fillRect/>
          </a:stretch>
        </p:blipFill>
        <p:spPr>
          <a:xfrm>
            <a:off x="6441757" y="503651"/>
            <a:ext cx="5452489" cy="54524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0629484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3693319"/>
          </a:xfrm>
        </p:spPr>
        <p:txBody>
          <a:bodyPr/>
          <a:lstStyle/>
          <a:p>
            <a:r>
              <a:rPr lang="en-US" sz="4800" dirty="0">
                <a:latin typeface="Calibri Light"/>
                <a:ea typeface="Calibri"/>
                <a:cs typeface="Calibri Light"/>
              </a:rPr>
              <a:t>What are the key skills of a Team Lead?</a:t>
            </a:r>
            <a:br>
              <a:rPr lang="en-US" sz="4800" dirty="0"/>
            </a:br>
            <a:r>
              <a:rPr lang="en-US" sz="4800" dirty="0">
                <a:solidFill>
                  <a:schemeClr val="accent6"/>
                </a:solidFill>
                <a:latin typeface="Calibri Light"/>
                <a:ea typeface="Calibri"/>
                <a:cs typeface="Calibri Light"/>
              </a:rPr>
              <a:t>What is the difference between a group and a team?</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Tricky question</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Before the discussion</a:t>
            </a:r>
          </a:p>
        </p:txBody>
      </p:sp>
      <p:pic>
        <p:nvPicPr>
          <p:cNvPr id="6" name="Picture 5" descr="A picture containing room, table&#10;&#10;Description automatically generated">
            <a:extLst>
              <a:ext uri="{FF2B5EF4-FFF2-40B4-BE49-F238E27FC236}">
                <a16:creationId xmlns:a16="http://schemas.microsoft.com/office/drawing/2014/main" id="{8B9BCDD0-BBCA-7E06-A2DC-09C50A6946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4672" y="1424520"/>
            <a:ext cx="3812316" cy="3506217"/>
          </a:xfrm>
          <a:prstGeom prst="rect">
            <a:avLst/>
          </a:prstGeom>
        </p:spPr>
      </p:pic>
    </p:spTree>
    <p:extLst>
      <p:ext uri="{BB962C8B-B14F-4D97-AF65-F5344CB8AC3E}">
        <p14:creationId xmlns:p14="http://schemas.microsoft.com/office/powerpoint/2010/main" val="30670268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431983"/>
          </a:xfrm>
        </p:spPr>
        <p:txBody>
          <a:bodyPr/>
          <a:lstStyle/>
          <a:p>
            <a:r>
              <a:rPr lang="en-US" sz="3600" dirty="0"/>
              <a:t>A </a:t>
            </a:r>
            <a:r>
              <a:rPr lang="en-US" sz="3600" dirty="0">
                <a:solidFill>
                  <a:schemeClr val="accent6"/>
                </a:solidFill>
              </a:rPr>
              <a:t>team</a:t>
            </a:r>
            <a:r>
              <a:rPr lang="en-US" sz="3600" dirty="0"/>
              <a:t> is a </a:t>
            </a:r>
            <a:r>
              <a:rPr lang="en-US" sz="3600" dirty="0">
                <a:solidFill>
                  <a:schemeClr val="accent6"/>
                </a:solidFill>
              </a:rPr>
              <a:t>small number</a:t>
            </a:r>
            <a:r>
              <a:rPr lang="en-US" sz="3600" dirty="0"/>
              <a:t> of people with </a:t>
            </a:r>
            <a:r>
              <a:rPr lang="en-US" sz="3600" dirty="0">
                <a:solidFill>
                  <a:schemeClr val="accent6"/>
                </a:solidFill>
              </a:rPr>
              <a:t>complementary skills</a:t>
            </a:r>
            <a:r>
              <a:rPr lang="en-US" sz="3600" dirty="0"/>
              <a:t> who are </a:t>
            </a:r>
            <a:r>
              <a:rPr lang="en-US" sz="3600" dirty="0">
                <a:solidFill>
                  <a:schemeClr val="accent6"/>
                </a:solidFill>
              </a:rPr>
              <a:t>committed to a common purpose</a:t>
            </a:r>
            <a:r>
              <a:rPr lang="en-US" sz="3600" dirty="0"/>
              <a:t>, set of performance </a:t>
            </a:r>
            <a:r>
              <a:rPr lang="en-US" sz="3600" dirty="0">
                <a:solidFill>
                  <a:schemeClr val="accent6"/>
                </a:solidFill>
              </a:rPr>
              <a:t>goals</a:t>
            </a:r>
            <a:r>
              <a:rPr lang="en-US" sz="3600" dirty="0"/>
              <a:t>, and </a:t>
            </a:r>
            <a:r>
              <a:rPr lang="en-US" sz="3600" dirty="0">
                <a:solidFill>
                  <a:schemeClr val="accent6"/>
                </a:solidFill>
              </a:rPr>
              <a:t>approach</a:t>
            </a:r>
            <a:r>
              <a:rPr lang="en-US" sz="3600" dirty="0"/>
              <a:t> for which they hold themselves </a:t>
            </a:r>
            <a:r>
              <a:rPr lang="en-US" sz="3600" dirty="0">
                <a:solidFill>
                  <a:schemeClr val="accent6"/>
                </a:solidFill>
              </a:rPr>
              <a:t>mutually accountable</a:t>
            </a:r>
            <a:r>
              <a:rPr lang="en-US" sz="3600" dirty="0"/>
              <a:t>.</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Key definition</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Definition of Team</a:t>
            </a:r>
          </a:p>
        </p:txBody>
      </p:sp>
      <p:pic>
        <p:nvPicPr>
          <p:cNvPr id="6" name="Picture 5" descr="A picture containing room, table&#10;&#10;Description automatically generated">
            <a:extLst>
              <a:ext uri="{FF2B5EF4-FFF2-40B4-BE49-F238E27FC236}">
                <a16:creationId xmlns:a16="http://schemas.microsoft.com/office/drawing/2014/main" id="{86BB01EE-E1E1-34C2-8D82-42F2A8714B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4672" y="1424520"/>
            <a:ext cx="3812316" cy="3506217"/>
          </a:xfrm>
          <a:prstGeom prst="rect">
            <a:avLst/>
          </a:prstGeom>
        </p:spPr>
      </p:pic>
    </p:spTree>
    <p:extLst>
      <p:ext uri="{BB962C8B-B14F-4D97-AF65-F5344CB8AC3E}">
        <p14:creationId xmlns:p14="http://schemas.microsoft.com/office/powerpoint/2010/main" val="237847405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769989"/>
          </a:xfrm>
        </p:spPr>
        <p:txBody>
          <a:bodyPr/>
          <a:lstStyle/>
          <a:p>
            <a:r>
              <a:rPr lang="en-US" dirty="0"/>
              <a:t>What are the key skills of Team Lead?</a:t>
            </a:r>
            <a:endParaRPr lang="en-US" dirty="0">
              <a:solidFill>
                <a:schemeClr val="accent6"/>
              </a:solidFill>
              <a:latin typeface="Calibri" panose="020F0502020204030204" pitchFamily="34" charset="0"/>
              <a:cs typeface="Calibri" panose="020F0502020204030204" pitchFamily="34" charset="0"/>
            </a:endParaRP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Tricky question</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Let’s try to find out now</a:t>
            </a:r>
          </a:p>
        </p:txBody>
      </p:sp>
      <p:pic>
        <p:nvPicPr>
          <p:cNvPr id="5" name="Picture 4" descr="A picture containing room, table&#10;&#10;Description automatically generated">
            <a:extLst>
              <a:ext uri="{FF2B5EF4-FFF2-40B4-BE49-F238E27FC236}">
                <a16:creationId xmlns:a16="http://schemas.microsoft.com/office/drawing/2014/main" id="{C9411D12-EFD0-94EA-0EB0-33B6FD1276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4672" y="1424520"/>
            <a:ext cx="3812316" cy="3506217"/>
          </a:xfrm>
          <a:prstGeom prst="rect">
            <a:avLst/>
          </a:prstGeom>
        </p:spPr>
      </p:pic>
    </p:spTree>
    <p:extLst>
      <p:ext uri="{BB962C8B-B14F-4D97-AF65-F5344CB8AC3E}">
        <p14:creationId xmlns:p14="http://schemas.microsoft.com/office/powerpoint/2010/main" val="233738066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B7E49-B1B9-71EB-FC7F-D3A73F732678}"/>
              </a:ext>
            </a:extLst>
          </p:cNvPr>
          <p:cNvSpPr>
            <a:spLocks noGrp="1"/>
          </p:cNvSpPr>
          <p:nvPr>
            <p:ph type="title"/>
          </p:nvPr>
        </p:nvSpPr>
        <p:spPr/>
        <p:txBody>
          <a:bodyPr/>
          <a:lstStyle/>
          <a:p>
            <a:r>
              <a:rPr lang="en-GB" b="1" dirty="0">
                <a:latin typeface="Calibri"/>
                <a:cs typeface="Calibri"/>
              </a:rPr>
              <a:t>Key Skills and Roles</a:t>
            </a:r>
            <a:endParaRPr lang="en-GB" b="1" dirty="0">
              <a:ea typeface="+mn-lt"/>
              <a:cs typeface="+mn-lt"/>
            </a:endParaRPr>
          </a:p>
        </p:txBody>
      </p:sp>
      <p:sp>
        <p:nvSpPr>
          <p:cNvPr id="6" name="Text Placeholder 5">
            <a:extLst>
              <a:ext uri="{FF2B5EF4-FFF2-40B4-BE49-F238E27FC236}">
                <a16:creationId xmlns:a16="http://schemas.microsoft.com/office/drawing/2014/main" id="{19DE40A4-CE09-7791-B5FA-7A576E1AB8D1}"/>
              </a:ext>
            </a:extLst>
          </p:cNvPr>
          <p:cNvSpPr>
            <a:spLocks noGrp="1"/>
          </p:cNvSpPr>
          <p:nvPr>
            <p:ph type="body" sz="quarter" idx="28"/>
          </p:nvPr>
        </p:nvSpPr>
        <p:spPr/>
        <p:txBody>
          <a:bodyPr/>
          <a:lstStyle/>
          <a:p>
            <a:r>
              <a:rPr lang="en-US" dirty="0"/>
              <a:t>Team Lead</a:t>
            </a:r>
          </a:p>
        </p:txBody>
      </p:sp>
      <p:graphicFrame>
        <p:nvGraphicFramePr>
          <p:cNvPr id="13" name="Table 22">
            <a:extLst>
              <a:ext uri="{FF2B5EF4-FFF2-40B4-BE49-F238E27FC236}">
                <a16:creationId xmlns:a16="http://schemas.microsoft.com/office/drawing/2014/main" id="{113D7873-3B68-A9E8-E792-242A59445F41}"/>
              </a:ext>
            </a:extLst>
          </p:cNvPr>
          <p:cNvGraphicFramePr>
            <a:graphicFrameLocks noGrp="1"/>
          </p:cNvGraphicFramePr>
          <p:nvPr>
            <p:extLst>
              <p:ext uri="{D42A27DB-BD31-4B8C-83A1-F6EECF244321}">
                <p14:modId xmlns:p14="http://schemas.microsoft.com/office/powerpoint/2010/main" val="3448733085"/>
              </p:ext>
            </p:extLst>
          </p:nvPr>
        </p:nvGraphicFramePr>
        <p:xfrm>
          <a:off x="633632" y="2341344"/>
          <a:ext cx="10963056" cy="3592508"/>
        </p:xfrm>
        <a:graphic>
          <a:graphicData uri="http://schemas.openxmlformats.org/drawingml/2006/table">
            <a:tbl>
              <a:tblPr firstRow="1" bandRow="1">
                <a:tableStyleId>{5C22544A-7EE6-4342-B048-85BDC9FD1C3A}</a:tableStyleId>
              </a:tblPr>
              <a:tblGrid>
                <a:gridCol w="2740764">
                  <a:extLst>
                    <a:ext uri="{9D8B030D-6E8A-4147-A177-3AD203B41FA5}">
                      <a16:colId xmlns:a16="http://schemas.microsoft.com/office/drawing/2014/main" val="610704003"/>
                    </a:ext>
                  </a:extLst>
                </a:gridCol>
                <a:gridCol w="2740764">
                  <a:extLst>
                    <a:ext uri="{9D8B030D-6E8A-4147-A177-3AD203B41FA5}">
                      <a16:colId xmlns:a16="http://schemas.microsoft.com/office/drawing/2014/main" val="588174359"/>
                    </a:ext>
                  </a:extLst>
                </a:gridCol>
                <a:gridCol w="2740764">
                  <a:extLst>
                    <a:ext uri="{9D8B030D-6E8A-4147-A177-3AD203B41FA5}">
                      <a16:colId xmlns:a16="http://schemas.microsoft.com/office/drawing/2014/main" val="2272569554"/>
                    </a:ext>
                  </a:extLst>
                </a:gridCol>
                <a:gridCol w="2740764">
                  <a:extLst>
                    <a:ext uri="{9D8B030D-6E8A-4147-A177-3AD203B41FA5}">
                      <a16:colId xmlns:a16="http://schemas.microsoft.com/office/drawing/2014/main" val="2201176222"/>
                    </a:ext>
                  </a:extLst>
                </a:gridCol>
              </a:tblGrid>
              <a:tr h="651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Basic skills</a:t>
                      </a:r>
                      <a:endParaRPr lang="en-GB" sz="1800" dirty="0">
                        <a:solidFill>
                          <a:schemeClr val="tx1"/>
                        </a:solidFill>
                        <a:ea typeface="+mn-lt"/>
                        <a:cs typeface="+mn-lt"/>
                      </a:endParaRPr>
                    </a:p>
                  </a:txBody>
                  <a:tcPr marL="180000" marR="180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Personal skills</a:t>
                      </a:r>
                      <a:endParaRPr lang="en-GB" sz="1800" dirty="0">
                        <a:solidFill>
                          <a:schemeClr val="tx1"/>
                        </a:solidFill>
                        <a:ea typeface="+mn-lt"/>
                        <a:cs typeface="+mn-lt"/>
                      </a:endParaRPr>
                    </a:p>
                  </a:txBody>
                  <a:tcPr marL="180000" marR="180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Roles and responsibilities</a:t>
                      </a:r>
                      <a:endParaRPr lang="en-GB" sz="1800" dirty="0">
                        <a:solidFill>
                          <a:schemeClr val="tx1"/>
                        </a:solidFill>
                        <a:ea typeface="+mn-lt"/>
                        <a:cs typeface="+mn-lt"/>
                      </a:endParaRPr>
                    </a:p>
                  </a:txBody>
                  <a:tcPr marL="180000" marR="180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dirty="0">
                          <a:solidFill>
                            <a:schemeClr val="tx1"/>
                          </a:solidFill>
                        </a:rPr>
                        <a:t>Key activities</a:t>
                      </a:r>
                    </a:p>
                  </a:txBody>
                  <a:tcPr marL="180000" marR="180000" anchor="b">
                    <a:lnL w="12700" cap="flat" cmpd="sng" algn="ctr">
                      <a:noFill/>
                      <a:prstDash val="solid"/>
                      <a:round/>
                      <a:headEnd type="none" w="med" len="med"/>
                      <a:tailEnd type="none" w="med" len="med"/>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784268"/>
                  </a:ext>
                </a:extLst>
              </a:tr>
              <a:tr h="2940912">
                <a:tc>
                  <a:txBody>
                    <a:bodyPr/>
                    <a:lstStyle/>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Read (how to read)</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Listen</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Analyze and synthesize (formal logic)</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Discuss (art of discussion)</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Learn</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Teach</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Solve</a:t>
                      </a:r>
                    </a:p>
                    <a:p>
                      <a:pPr marL="171450" indent="-171450">
                        <a:spcAft>
                          <a:spcPts val="600"/>
                        </a:spcAft>
                        <a:buFont typeface="Arial" panose="020B0604020202020204" pitchFamily="34" charset="0"/>
                        <a:buChar char="•"/>
                      </a:pPr>
                      <a:r>
                        <a:rPr lang="en-US" sz="1400" b="0" i="0" dirty="0">
                          <a:solidFill>
                            <a:schemeClr val="accent6"/>
                          </a:solidFill>
                          <a:latin typeface="Calibri Light" panose="020F0302020204030204" pitchFamily="34" charset="0"/>
                          <a:cs typeface="Calibri Light" panose="020F0302020204030204" pitchFamily="34" charset="0"/>
                        </a:rPr>
                        <a:t>Lead</a:t>
                      </a:r>
                    </a:p>
                  </a:txBody>
                  <a:tcPr marL="180000" marR="180000" marT="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Relationship building</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Agility and adaptability</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Innovation and creativity</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Employee motivation</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Decision-making</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Conflict management</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Negotiation</a:t>
                      </a:r>
                    </a:p>
                    <a:p>
                      <a:pPr marL="171450" indent="-1714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Critical Thinking</a:t>
                      </a:r>
                    </a:p>
                    <a:p>
                      <a:pPr marL="285750" indent="-285750">
                        <a:spcAft>
                          <a:spcPts val="600"/>
                        </a:spcAft>
                        <a:buFont typeface="Arial" panose="020B0604020202020204" pitchFamily="34" charset="0"/>
                        <a:buChar char="•"/>
                      </a:pPr>
                      <a:endParaRPr lang="en-CZ" sz="1200" b="0" i="0" dirty="0">
                        <a:solidFill>
                          <a:schemeClr val="tx1"/>
                        </a:solidFill>
                        <a:latin typeface="Calibri Light" panose="020F0302020204030204" pitchFamily="34" charset="0"/>
                        <a:cs typeface="Calibri Light" panose="020F0302020204030204" pitchFamily="34" charset="0"/>
                      </a:endParaRPr>
                    </a:p>
                  </a:txBody>
                  <a:tcPr marL="180000" marR="180000" marT="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Administrator</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Integrator</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People manager</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Product owner</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Technical lead</a:t>
                      </a:r>
                    </a:p>
                    <a:p>
                      <a:pPr marL="342900" marR="0" lvl="0" indent="-3429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GB" sz="1200" b="0" i="0" kern="1200" dirty="0">
                        <a:solidFill>
                          <a:schemeClr val="tx1"/>
                        </a:solidFill>
                        <a:latin typeface="Calibri Light" panose="020F0302020204030204" pitchFamily="34" charset="0"/>
                        <a:ea typeface="+mn-lt"/>
                        <a:cs typeface="Calibri Light" panose="020F0302020204030204" pitchFamily="34" charset="0"/>
                      </a:endParaRPr>
                    </a:p>
                  </a:txBody>
                  <a:tcPr marL="180000" marR="180000" marT="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285750" indent="-285750">
                        <a:spcAft>
                          <a:spcPts val="600"/>
                        </a:spcAft>
                        <a:buFont typeface="Arial" panose="020B0604020202020204" pitchFamily="34" charset="0"/>
                        <a:buChar char="•"/>
                      </a:pPr>
                      <a:r>
                        <a:rPr lang="en-US" sz="1400" b="0" i="0" dirty="0">
                          <a:solidFill>
                            <a:schemeClr val="accent6"/>
                          </a:solidFill>
                          <a:latin typeface="Calibri Light" panose="020F0302020204030204" pitchFamily="34" charset="0"/>
                          <a:cs typeface="Calibri Light" panose="020F0302020204030204" pitchFamily="34" charset="0"/>
                        </a:rPr>
                        <a:t>Team development</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Estimation</a:t>
                      </a:r>
                    </a:p>
                    <a:p>
                      <a:pPr marL="285750" lvl="0" indent="-285750">
                        <a:spcAft>
                          <a:spcPts val="600"/>
                        </a:spcAft>
                        <a:buFont typeface="Arial" panose="020B0604020202020204" pitchFamily="34" charset="0"/>
                        <a:buChar char="•"/>
                      </a:pPr>
                      <a:r>
                        <a:rPr lang="en-US" sz="1400" b="0" i="0" dirty="0">
                          <a:latin typeface="Calibri Light"/>
                          <a:cs typeface="Calibri Light"/>
                        </a:rPr>
                        <a:t>Delegation</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Leading agile practices</a:t>
                      </a:r>
                    </a:p>
                    <a:p>
                      <a:pPr marL="285750" indent="-285750">
                        <a:spcAft>
                          <a:spcPts val="600"/>
                        </a:spcAft>
                        <a:buFont typeface="Arial" panose="020B0604020202020204" pitchFamily="34" charset="0"/>
                        <a:buChar char="•"/>
                      </a:pPr>
                      <a:r>
                        <a:rPr lang="en-US" sz="1400" b="0" i="0" dirty="0">
                          <a:latin typeface="Calibri Light"/>
                          <a:cs typeface="Calibri Light"/>
                        </a:rPr>
                        <a:t>Feedback activities (SBI)</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Knowledge sharing</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Facilitation</a:t>
                      </a:r>
                    </a:p>
                    <a:p>
                      <a:pPr marL="285750" indent="-285750">
                        <a:spcAft>
                          <a:spcPts val="600"/>
                        </a:spcAft>
                        <a:buFont typeface="Arial" panose="020B0604020202020204" pitchFamily="34" charset="0"/>
                        <a:buChar char="•"/>
                      </a:pPr>
                      <a:r>
                        <a:rPr lang="en-US" sz="1400" b="0" i="0" dirty="0">
                          <a:latin typeface="Calibri Light" panose="020F0302020204030204" pitchFamily="34" charset="0"/>
                          <a:cs typeface="Calibri Light" panose="020F0302020204030204" pitchFamily="34" charset="0"/>
                        </a:rPr>
                        <a:t>Teaching</a:t>
                      </a:r>
                    </a:p>
                    <a:p>
                      <a:pPr>
                        <a:spcAft>
                          <a:spcPts val="600"/>
                        </a:spcAft>
                      </a:pPr>
                      <a:endParaRPr lang="en-CZ" sz="1200" b="0" i="0" dirty="0">
                        <a:solidFill>
                          <a:schemeClr val="tx1"/>
                        </a:solidFill>
                        <a:latin typeface="Calibri Light" panose="020F0302020204030204" pitchFamily="34" charset="0"/>
                        <a:cs typeface="Calibri Light" panose="020F0302020204030204" pitchFamily="34" charset="0"/>
                      </a:endParaRPr>
                    </a:p>
                  </a:txBody>
                  <a:tcPr marL="180000" marR="180000" marT="180000">
                    <a:lnL w="12700" cap="flat" cmpd="sng" algn="ctr">
                      <a:noFill/>
                      <a:prstDash val="solid"/>
                      <a:round/>
                      <a:headEnd type="none" w="med" len="med"/>
                      <a:tailEnd type="none" w="med" len="med"/>
                    </a:lnL>
                    <a:lnR w="12700" cmpd="sng">
                      <a:noFill/>
                    </a:lnR>
                    <a:lnT w="190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92896629"/>
                  </a:ext>
                </a:extLst>
              </a:tr>
            </a:tbl>
          </a:graphicData>
        </a:graphic>
      </p:graphicFrame>
      <p:pic>
        <p:nvPicPr>
          <p:cNvPr id="23" name="Picture 22">
            <a:extLst>
              <a:ext uri="{FF2B5EF4-FFF2-40B4-BE49-F238E27FC236}">
                <a16:creationId xmlns:a16="http://schemas.microsoft.com/office/drawing/2014/main" id="{1630F43F-2A1C-37FB-E7FC-FF059BC2ACB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3632" y="1374070"/>
            <a:ext cx="805661" cy="654600"/>
          </a:xfrm>
          <a:prstGeom prst="rect">
            <a:avLst/>
          </a:prstGeom>
        </p:spPr>
      </p:pic>
      <p:pic>
        <p:nvPicPr>
          <p:cNvPr id="25" name="Picture 24">
            <a:extLst>
              <a:ext uri="{FF2B5EF4-FFF2-40B4-BE49-F238E27FC236}">
                <a16:creationId xmlns:a16="http://schemas.microsoft.com/office/drawing/2014/main" id="{87F4FDE2-3494-F68F-BDA6-67961F6F624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418664" y="1374070"/>
            <a:ext cx="818250" cy="654600"/>
          </a:xfrm>
          <a:prstGeom prst="rect">
            <a:avLst/>
          </a:prstGeom>
        </p:spPr>
      </p:pic>
      <p:pic>
        <p:nvPicPr>
          <p:cNvPr id="26" name="Picture 25">
            <a:extLst>
              <a:ext uri="{FF2B5EF4-FFF2-40B4-BE49-F238E27FC236}">
                <a16:creationId xmlns:a16="http://schemas.microsoft.com/office/drawing/2014/main" id="{421CC147-558A-23FA-FC4F-FBDCE0F5FE7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209990" y="1374070"/>
            <a:ext cx="818250" cy="654600"/>
          </a:xfrm>
          <a:prstGeom prst="rect">
            <a:avLst/>
          </a:prstGeom>
        </p:spPr>
      </p:pic>
      <p:pic>
        <p:nvPicPr>
          <p:cNvPr id="27" name="Picture 26">
            <a:extLst>
              <a:ext uri="{FF2B5EF4-FFF2-40B4-BE49-F238E27FC236}">
                <a16:creationId xmlns:a16="http://schemas.microsoft.com/office/drawing/2014/main" id="{3208BA6C-E05A-CE8E-723A-9A4C48F8EB6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001316" y="1374070"/>
            <a:ext cx="818250" cy="654600"/>
          </a:xfrm>
          <a:prstGeom prst="rect">
            <a:avLst/>
          </a:prstGeom>
        </p:spPr>
      </p:pic>
    </p:spTree>
    <p:extLst>
      <p:ext uri="{BB962C8B-B14F-4D97-AF65-F5344CB8AC3E}">
        <p14:creationId xmlns:p14="http://schemas.microsoft.com/office/powerpoint/2010/main" val="3710291466"/>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3693319"/>
          </a:xfrm>
        </p:spPr>
        <p:txBody>
          <a:bodyPr/>
          <a:lstStyle/>
          <a:p>
            <a:r>
              <a:rPr lang="en-US" dirty="0"/>
              <a:t>Team development model</a:t>
            </a:r>
            <a:r>
              <a:rPr lang="en-US" dirty="0">
                <a:solidFill>
                  <a:schemeClr val="accent6"/>
                </a:solidFill>
                <a:latin typeface="+mn-lt"/>
              </a:rPr>
              <a:t> by Tackman</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Your Main Activity</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How to build a Team?</a:t>
            </a:r>
          </a:p>
        </p:txBody>
      </p:sp>
      <p:pic>
        <p:nvPicPr>
          <p:cNvPr id="3" name="Picture 4" descr="4.2 Five Models for Understanding Team Dynamics – Technical Writing  Essentials">
            <a:extLst>
              <a:ext uri="{FF2B5EF4-FFF2-40B4-BE49-F238E27FC236}">
                <a16:creationId xmlns:a16="http://schemas.microsoft.com/office/drawing/2014/main" id="{55AAB63B-AF30-FF99-6EAF-A2D92D4DA3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5843" y="617966"/>
            <a:ext cx="5333999" cy="5110041"/>
          </a:xfrm>
          <a:prstGeom prst="snip2DiagRect">
            <a:avLst>
              <a:gd name="adj1" fmla="val 0"/>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19204716"/>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27063" y="722843"/>
            <a:ext cx="3817168" cy="225706"/>
          </a:xfrm>
        </p:spPr>
        <p:txBody>
          <a:bodyPr/>
          <a:lstStyle/>
          <a:p>
            <a:r>
              <a:rPr lang="en-US" dirty="0"/>
              <a:t>THE </a:t>
            </a:r>
            <a:r>
              <a:rPr lang="en-US" dirty="0">
                <a:solidFill>
                  <a:schemeClr val="accent6"/>
                </a:solidFill>
              </a:rPr>
              <a:t>FUNDAMENTAL</a:t>
            </a:r>
            <a:r>
              <a:rPr lang="en-US" dirty="0"/>
              <a:t> ATTRIBUTION ERROR</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p:txBody>
          <a:bodyPr>
            <a:normAutofit/>
          </a:bodyPr>
          <a:lstStyle/>
          <a:p>
            <a:r>
              <a:rPr lang="en-US" dirty="0"/>
              <a:t>Point of view problem</a:t>
            </a:r>
          </a:p>
        </p:txBody>
      </p:sp>
      <p:sp>
        <p:nvSpPr>
          <p:cNvPr id="7" name="Text Placeholder 6">
            <a:extLst>
              <a:ext uri="{FF2B5EF4-FFF2-40B4-BE49-F238E27FC236}">
                <a16:creationId xmlns:a16="http://schemas.microsoft.com/office/drawing/2014/main" id="{CA211C83-0ECC-7201-4143-28C0C45C24D4}"/>
              </a:ext>
            </a:extLst>
          </p:cNvPr>
          <p:cNvSpPr>
            <a:spLocks noGrp="1"/>
          </p:cNvSpPr>
          <p:nvPr>
            <p:ph type="body" sz="quarter" idx="16"/>
          </p:nvPr>
        </p:nvSpPr>
        <p:spPr>
          <a:xfrm>
            <a:off x="627063" y="1981200"/>
            <a:ext cx="3346076" cy="2375266"/>
          </a:xfrm>
        </p:spPr>
        <p:txBody>
          <a:bodyPr/>
          <a:lstStyle/>
          <a:p>
            <a:r>
              <a:rPr lang="en-US" sz="1600" dirty="0"/>
              <a:t>The fundamental attribution error refers to an individual's tendency to attribute another's actions to their character or personality, while attributing their behavior to external situational factors outside of their control. </a:t>
            </a:r>
          </a:p>
          <a:p>
            <a:r>
              <a:rPr lang="en-US" sz="1600" dirty="0"/>
              <a:t>In other words, you tend to cut yourself a break while holding others 100 percent accountable for their actions.</a:t>
            </a:r>
          </a:p>
        </p:txBody>
      </p:sp>
      <p:pic>
        <p:nvPicPr>
          <p:cNvPr id="2050" name="Picture 2" descr="Fundamental Attribution Error — DTA Innovation">
            <a:extLst>
              <a:ext uri="{FF2B5EF4-FFF2-40B4-BE49-F238E27FC236}">
                <a16:creationId xmlns:a16="http://schemas.microsoft.com/office/drawing/2014/main" id="{A5FDD9F3-FF97-5AF5-F57A-9A54FDDC87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2159" y="1081115"/>
            <a:ext cx="5958843" cy="4695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11094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27063" y="722843"/>
            <a:ext cx="3817168" cy="225706"/>
          </a:xfrm>
        </p:spPr>
        <p:txBody>
          <a:bodyPr/>
          <a:lstStyle/>
          <a:p>
            <a:r>
              <a:rPr lang="en-US" dirty="0">
                <a:solidFill>
                  <a:schemeClr val="accent6"/>
                </a:solidFill>
              </a:rPr>
              <a:t>Dialectical</a:t>
            </a:r>
            <a:r>
              <a:rPr lang="en-US" dirty="0"/>
              <a:t> method (logic)</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p:txBody>
          <a:bodyPr>
            <a:normAutofit/>
          </a:bodyPr>
          <a:lstStyle/>
          <a:p>
            <a:r>
              <a:rPr lang="en-US" dirty="0"/>
              <a:t>A bit of Philosophy</a:t>
            </a:r>
          </a:p>
        </p:txBody>
      </p:sp>
      <p:sp>
        <p:nvSpPr>
          <p:cNvPr id="7" name="Text Placeholder 6">
            <a:extLst>
              <a:ext uri="{FF2B5EF4-FFF2-40B4-BE49-F238E27FC236}">
                <a16:creationId xmlns:a16="http://schemas.microsoft.com/office/drawing/2014/main" id="{CA211C83-0ECC-7201-4143-28C0C45C24D4}"/>
              </a:ext>
            </a:extLst>
          </p:cNvPr>
          <p:cNvSpPr>
            <a:spLocks noGrp="1"/>
          </p:cNvSpPr>
          <p:nvPr>
            <p:ph type="body" sz="quarter" idx="16"/>
          </p:nvPr>
        </p:nvSpPr>
        <p:spPr>
          <a:xfrm>
            <a:off x="627062" y="1490597"/>
            <a:ext cx="4107775" cy="4221925"/>
          </a:xfrm>
        </p:spPr>
        <p:txBody>
          <a:bodyPr/>
          <a:lstStyle/>
          <a:p>
            <a:r>
              <a:rPr lang="en-US" sz="1600" dirty="0"/>
              <a:t>“Dialectics” is a term used to describe a method of philosophical argument that involves some sort of contradictory process between opposing sides.</a:t>
            </a:r>
          </a:p>
          <a:p>
            <a:r>
              <a:rPr lang="en-US" sz="1600" dirty="0"/>
              <a:t>The main idea of dialectics is to look at any object or phenomenon in development, and see the mutual influence both on other objects and phenomena, and from them.</a:t>
            </a:r>
          </a:p>
          <a:p>
            <a:r>
              <a:rPr lang="en-US" sz="1600" dirty="0"/>
              <a:t>Try to look at every situation in </a:t>
            </a:r>
            <a:r>
              <a:rPr lang="en-US" sz="1600" b="1" dirty="0"/>
              <a:t>3 types of perspective</a:t>
            </a:r>
            <a:r>
              <a:rPr lang="en-US" sz="1600" dirty="0"/>
              <a:t>:</a:t>
            </a:r>
          </a:p>
          <a:p>
            <a:pPr marL="285750" indent="-285750">
              <a:buFont typeface="Arial" panose="020B0604020202020204" pitchFamily="34" charset="0"/>
              <a:buChar char="•"/>
            </a:pPr>
            <a:r>
              <a:rPr lang="en-US" sz="1600" b="1" dirty="0"/>
              <a:t>from many sides and point of views in the current moment</a:t>
            </a:r>
          </a:p>
          <a:p>
            <a:pPr marL="285750" indent="-285750">
              <a:buFont typeface="Arial" panose="020B0604020202020204" pitchFamily="34" charset="0"/>
              <a:buChar char="•"/>
            </a:pPr>
            <a:r>
              <a:rPr lang="en-US" sz="1600" b="1" dirty="0"/>
              <a:t>in progress </a:t>
            </a:r>
            <a:r>
              <a:rPr lang="en-US" sz="1600" dirty="0"/>
              <a:t>- how did we come to this situation and what results will we face in future</a:t>
            </a:r>
          </a:p>
          <a:p>
            <a:pPr marL="285750" indent="-285750">
              <a:buFont typeface="Arial" panose="020B0604020202020204" pitchFamily="34" charset="0"/>
              <a:buChar char="•"/>
            </a:pPr>
            <a:r>
              <a:rPr lang="en-US" sz="1600" b="1" dirty="0"/>
              <a:t>in collision </a:t>
            </a:r>
            <a:r>
              <a:rPr lang="en-US" sz="1600" dirty="0"/>
              <a:t>- how does this situation affects other workers and processes</a:t>
            </a:r>
          </a:p>
        </p:txBody>
      </p:sp>
      <p:pic>
        <p:nvPicPr>
          <p:cNvPr id="2050" name="Picture 2" descr="The Anti-Dialectic and the Nihilectic -">
            <a:extLst>
              <a:ext uri="{FF2B5EF4-FFF2-40B4-BE49-F238E27FC236}">
                <a16:creationId xmlns:a16="http://schemas.microsoft.com/office/drawing/2014/main" id="{D9E1441F-183C-174F-112F-9BEEF6EDD8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2693" y="419100"/>
            <a:ext cx="5603571" cy="5819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62533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27063" y="722843"/>
            <a:ext cx="6337408" cy="225706"/>
          </a:xfrm>
        </p:spPr>
        <p:txBody>
          <a:bodyPr/>
          <a:lstStyle/>
          <a:p>
            <a:r>
              <a:rPr lang="en-US" dirty="0"/>
              <a:t>So, you've just become a team lead of new team that will work on new project… </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p:txBody>
          <a:bodyPr>
            <a:normAutofit/>
          </a:bodyPr>
          <a:lstStyle/>
          <a:p>
            <a:r>
              <a:rPr lang="en-US" dirty="0"/>
              <a:t>Team Leadership workshop: USE-cases</a:t>
            </a:r>
          </a:p>
        </p:txBody>
      </p:sp>
      <p:sp>
        <p:nvSpPr>
          <p:cNvPr id="7" name="Text Placeholder 6">
            <a:extLst>
              <a:ext uri="{FF2B5EF4-FFF2-40B4-BE49-F238E27FC236}">
                <a16:creationId xmlns:a16="http://schemas.microsoft.com/office/drawing/2014/main" id="{CA211C83-0ECC-7201-4143-28C0C45C24D4}"/>
              </a:ext>
            </a:extLst>
          </p:cNvPr>
          <p:cNvSpPr>
            <a:spLocks noGrp="1"/>
          </p:cNvSpPr>
          <p:nvPr>
            <p:ph type="body" sz="quarter" idx="16"/>
          </p:nvPr>
        </p:nvSpPr>
        <p:spPr>
          <a:xfrm>
            <a:off x="627063" y="1981200"/>
            <a:ext cx="6337408" cy="4119333"/>
          </a:xfrm>
        </p:spPr>
        <p:txBody>
          <a:bodyPr/>
          <a:lstStyle/>
          <a:p>
            <a:r>
              <a:rPr lang="en-US" sz="1600" dirty="0"/>
              <a:t>Team:</a:t>
            </a:r>
          </a:p>
          <a:p>
            <a:pPr marL="285750" indent="-285750">
              <a:buFont typeface="Arial" panose="020B0604020202020204" pitchFamily="34" charset="0"/>
              <a:buChar char="•"/>
            </a:pPr>
            <a:r>
              <a:rPr lang="en-US" sz="1600" b="1" dirty="0"/>
              <a:t>Adam</a:t>
            </a:r>
            <a:r>
              <a:rPr lang="en-US" sz="1600" dirty="0"/>
              <a:t> -</a:t>
            </a:r>
            <a:r>
              <a:rPr lang="en-US" sz="1600" b="1" dirty="0"/>
              <a:t> key senior developer</a:t>
            </a:r>
            <a:r>
              <a:rPr lang="en-US" sz="1600" dirty="0"/>
              <a:t> with a huge experience, more interested in technical staff</a:t>
            </a:r>
          </a:p>
          <a:p>
            <a:pPr marL="285750" indent="-285750">
              <a:buFont typeface="Arial" panose="020B0604020202020204" pitchFamily="34" charset="0"/>
              <a:buChar char="•"/>
            </a:pPr>
            <a:r>
              <a:rPr lang="en-US" sz="1600" b="1" dirty="0"/>
              <a:t>Bob</a:t>
            </a:r>
            <a:r>
              <a:rPr lang="en-US" sz="1600" dirty="0"/>
              <a:t> - </a:t>
            </a:r>
            <a:r>
              <a:rPr lang="en-US" sz="1600" b="1" dirty="0"/>
              <a:t>strong middle+ developer</a:t>
            </a:r>
            <a:r>
              <a:rPr lang="en-US" sz="1600" dirty="0"/>
              <a:t> with specific experience, which is required for this project - also he very likes his previous team and its lead, and he doesn't believe that this team can be half as good as previous </a:t>
            </a:r>
          </a:p>
          <a:p>
            <a:pPr marL="285750" indent="-285750">
              <a:buFont typeface="Arial" panose="020B0604020202020204" pitchFamily="34" charset="0"/>
              <a:buChar char="•"/>
            </a:pPr>
            <a:r>
              <a:rPr lang="en-US" sz="1600" b="1" dirty="0"/>
              <a:t>Eva</a:t>
            </a:r>
            <a:r>
              <a:rPr lang="en-US" sz="1600" dirty="0"/>
              <a:t> - </a:t>
            </a:r>
            <a:r>
              <a:rPr lang="en-US" sz="1600" b="1" dirty="0"/>
              <a:t>junior</a:t>
            </a:r>
            <a:r>
              <a:rPr lang="en-US" sz="1600" dirty="0"/>
              <a:t> superstar </a:t>
            </a:r>
            <a:r>
              <a:rPr lang="en-US" sz="1600" b="1" dirty="0"/>
              <a:t>developer</a:t>
            </a:r>
            <a:r>
              <a:rPr lang="en-US" sz="1600" dirty="0"/>
              <a:t>, likes to learn and is interested in everything new</a:t>
            </a:r>
          </a:p>
          <a:p>
            <a:pPr marL="285750" indent="-285750">
              <a:buFont typeface="Arial" panose="020B0604020202020204" pitchFamily="34" charset="0"/>
              <a:buChar char="•"/>
            </a:pPr>
            <a:r>
              <a:rPr lang="en-US" sz="1600" b="1" dirty="0"/>
              <a:t>Diana</a:t>
            </a:r>
            <a:r>
              <a:rPr lang="en-US" sz="1600" dirty="0"/>
              <a:t> - </a:t>
            </a:r>
            <a:r>
              <a:rPr lang="en-US" sz="1600" b="1" dirty="0"/>
              <a:t>tester</a:t>
            </a:r>
            <a:r>
              <a:rPr lang="en-US" sz="1600" dirty="0"/>
              <a:t>, wants to grow in test automation</a:t>
            </a:r>
          </a:p>
          <a:p>
            <a:pPr marL="285750" indent="-285750">
              <a:buFont typeface="Arial" panose="020B0604020202020204" pitchFamily="34" charset="0"/>
              <a:buChar char="•"/>
            </a:pPr>
            <a:r>
              <a:rPr lang="en-US" sz="1600" b="1" dirty="0"/>
              <a:t>Mary</a:t>
            </a:r>
            <a:r>
              <a:rPr lang="en-US" sz="1600" dirty="0"/>
              <a:t> - </a:t>
            </a:r>
            <a:r>
              <a:rPr lang="en-US" sz="1600" b="1" dirty="0"/>
              <a:t>PO + BA</a:t>
            </a:r>
            <a:r>
              <a:rPr lang="en-US" sz="1600" dirty="0"/>
              <a:t> from client's side, owns most of the communications with the customer</a:t>
            </a:r>
          </a:p>
          <a:p>
            <a:pPr marL="285750" indent="-285750">
              <a:buFont typeface="Arial" panose="020B0604020202020204" pitchFamily="34" charset="0"/>
              <a:buChar char="•"/>
            </a:pPr>
            <a:r>
              <a:rPr lang="en-US" sz="1600" b="1" dirty="0"/>
              <a:t>Dean</a:t>
            </a:r>
            <a:r>
              <a:rPr lang="en-US" sz="1600" dirty="0"/>
              <a:t> - </a:t>
            </a:r>
            <a:r>
              <a:rPr lang="en-US" sz="1600" b="1" dirty="0"/>
              <a:t>scrum master</a:t>
            </a:r>
            <a:r>
              <a:rPr lang="en-US" sz="1600" dirty="0"/>
              <a:t>, he is good at setting up of standard ceremonies, but don't expect more from him </a:t>
            </a:r>
          </a:p>
          <a:p>
            <a:pPr marL="285750" indent="-285750">
              <a:buFont typeface="Arial" panose="020B0604020202020204" pitchFamily="34" charset="0"/>
              <a:buChar char="•"/>
            </a:pPr>
            <a:r>
              <a:rPr lang="en-US" sz="1600" b="1" dirty="0"/>
              <a:t>Pavel</a:t>
            </a:r>
            <a:r>
              <a:rPr lang="en-US" sz="1600" dirty="0"/>
              <a:t> - </a:t>
            </a:r>
            <a:r>
              <a:rPr lang="en-US" sz="1600" b="1" dirty="0"/>
              <a:t>DevOps</a:t>
            </a:r>
            <a:r>
              <a:rPr lang="en-US" sz="1600" dirty="0"/>
              <a:t>, trying to make fully automated CI / CD on the project</a:t>
            </a:r>
          </a:p>
        </p:txBody>
      </p:sp>
      <p:grpSp>
        <p:nvGrpSpPr>
          <p:cNvPr id="21" name="Group 20">
            <a:extLst>
              <a:ext uri="{FF2B5EF4-FFF2-40B4-BE49-F238E27FC236}">
                <a16:creationId xmlns:a16="http://schemas.microsoft.com/office/drawing/2014/main" id="{B67B7893-3F66-AC57-B9B8-6DC0F5260A9C}"/>
              </a:ext>
            </a:extLst>
          </p:cNvPr>
          <p:cNvGrpSpPr/>
          <p:nvPr/>
        </p:nvGrpSpPr>
        <p:grpSpPr>
          <a:xfrm>
            <a:off x="9027705" y="677498"/>
            <a:ext cx="923632" cy="1258357"/>
            <a:chOff x="9278671" y="722843"/>
            <a:chExt cx="923632" cy="1258357"/>
          </a:xfrm>
        </p:grpSpPr>
        <p:pic>
          <p:nvPicPr>
            <p:cNvPr id="14" name="Picture 13" descr="Icon&#10;&#10;Description automatically generated">
              <a:extLst>
                <a:ext uri="{FF2B5EF4-FFF2-40B4-BE49-F238E27FC236}">
                  <a16:creationId xmlns:a16="http://schemas.microsoft.com/office/drawing/2014/main" id="{58BC4A20-D726-6A4C-E97A-81BCE468C2C1}"/>
                </a:ext>
              </a:extLst>
            </p:cNvPr>
            <p:cNvPicPr>
              <a:picLocks noChangeAspect="1"/>
            </p:cNvPicPr>
            <p:nvPr/>
          </p:nvPicPr>
          <p:blipFill>
            <a:blip r:embed="rId3"/>
            <a:stretch>
              <a:fillRect/>
            </a:stretch>
          </p:blipFill>
          <p:spPr>
            <a:xfrm>
              <a:off x="9278671" y="722843"/>
              <a:ext cx="862741" cy="862741"/>
            </a:xfrm>
            <a:prstGeom prst="rect">
              <a:avLst/>
            </a:prstGeom>
          </p:spPr>
        </p:pic>
        <p:sp>
          <p:nvSpPr>
            <p:cNvPr id="20" name="TextBox 19">
              <a:extLst>
                <a:ext uri="{FF2B5EF4-FFF2-40B4-BE49-F238E27FC236}">
                  <a16:creationId xmlns:a16="http://schemas.microsoft.com/office/drawing/2014/main" id="{F6C03A81-4BC5-46FC-7AE6-39BD20FCB462}"/>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29" name="Group 28">
            <a:extLst>
              <a:ext uri="{FF2B5EF4-FFF2-40B4-BE49-F238E27FC236}">
                <a16:creationId xmlns:a16="http://schemas.microsoft.com/office/drawing/2014/main" id="{F2EF02E5-8F60-8DA6-2D9F-CE040D63FE3A}"/>
              </a:ext>
            </a:extLst>
          </p:cNvPr>
          <p:cNvGrpSpPr/>
          <p:nvPr/>
        </p:nvGrpSpPr>
        <p:grpSpPr>
          <a:xfrm>
            <a:off x="7949057" y="1717959"/>
            <a:ext cx="914400" cy="1280310"/>
            <a:chOff x="7949057" y="1717959"/>
            <a:chExt cx="914400" cy="1280310"/>
          </a:xfrm>
        </p:grpSpPr>
        <p:pic>
          <p:nvPicPr>
            <p:cNvPr id="6" name="Picture 5" descr="Icon, circle&#10;&#10;Description automatically generated">
              <a:extLst>
                <a:ext uri="{FF2B5EF4-FFF2-40B4-BE49-F238E27FC236}">
                  <a16:creationId xmlns:a16="http://schemas.microsoft.com/office/drawing/2014/main" id="{EC77AC7B-0E47-E0D9-90E7-0E46158BB532}"/>
                </a:ext>
              </a:extLst>
            </p:cNvPr>
            <p:cNvPicPr>
              <a:picLocks noChangeAspect="1"/>
            </p:cNvPicPr>
            <p:nvPr/>
          </p:nvPicPr>
          <p:blipFill>
            <a:blip r:embed="rId4"/>
            <a:stretch>
              <a:fillRect/>
            </a:stretch>
          </p:blipFill>
          <p:spPr>
            <a:xfrm>
              <a:off x="7974889" y="1717959"/>
              <a:ext cx="862741" cy="862741"/>
            </a:xfrm>
            <a:prstGeom prst="rect">
              <a:avLst/>
            </a:prstGeom>
          </p:spPr>
        </p:pic>
        <p:sp>
          <p:nvSpPr>
            <p:cNvPr id="22" name="TextBox 21">
              <a:extLst>
                <a:ext uri="{FF2B5EF4-FFF2-40B4-BE49-F238E27FC236}">
                  <a16:creationId xmlns:a16="http://schemas.microsoft.com/office/drawing/2014/main" id="{2D1D3825-BD8F-7792-1F6F-1BC084CB37CD}"/>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0" name="Group 29">
            <a:extLst>
              <a:ext uri="{FF2B5EF4-FFF2-40B4-BE49-F238E27FC236}">
                <a16:creationId xmlns:a16="http://schemas.microsoft.com/office/drawing/2014/main" id="{45BB9897-42C0-9EA7-E1F1-808E0968272E}"/>
              </a:ext>
            </a:extLst>
          </p:cNvPr>
          <p:cNvGrpSpPr/>
          <p:nvPr/>
        </p:nvGrpSpPr>
        <p:grpSpPr>
          <a:xfrm>
            <a:off x="10141412" y="1757429"/>
            <a:ext cx="926780" cy="1257253"/>
            <a:chOff x="10327938" y="1717960"/>
            <a:chExt cx="926780" cy="1257253"/>
          </a:xfrm>
        </p:grpSpPr>
        <p:pic>
          <p:nvPicPr>
            <p:cNvPr id="10" name="Picture 9" descr="Icon&#10;&#10;Description automatically generated">
              <a:extLst>
                <a:ext uri="{FF2B5EF4-FFF2-40B4-BE49-F238E27FC236}">
                  <a16:creationId xmlns:a16="http://schemas.microsoft.com/office/drawing/2014/main" id="{F15D876D-2C86-622A-886D-49D3F316E86B}"/>
                </a:ext>
              </a:extLst>
            </p:cNvPr>
            <p:cNvPicPr>
              <a:picLocks noChangeAspect="1"/>
            </p:cNvPicPr>
            <p:nvPr/>
          </p:nvPicPr>
          <p:blipFill>
            <a:blip r:embed="rId5"/>
            <a:stretch>
              <a:fillRect/>
            </a:stretch>
          </p:blipFill>
          <p:spPr>
            <a:xfrm>
              <a:off x="10327938" y="1717960"/>
              <a:ext cx="862741" cy="862741"/>
            </a:xfrm>
            <a:prstGeom prst="rect">
              <a:avLst/>
            </a:prstGeom>
          </p:spPr>
        </p:pic>
        <p:sp>
          <p:nvSpPr>
            <p:cNvPr id="23" name="TextBox 22">
              <a:extLst>
                <a:ext uri="{FF2B5EF4-FFF2-40B4-BE49-F238E27FC236}">
                  <a16:creationId xmlns:a16="http://schemas.microsoft.com/office/drawing/2014/main" id="{B042E3C5-6455-E737-55BF-FE37B29D8097}"/>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31" name="Group 30">
            <a:extLst>
              <a:ext uri="{FF2B5EF4-FFF2-40B4-BE49-F238E27FC236}">
                <a16:creationId xmlns:a16="http://schemas.microsoft.com/office/drawing/2014/main" id="{F5F0539E-D70C-410C-6159-1431F50B1F88}"/>
              </a:ext>
            </a:extLst>
          </p:cNvPr>
          <p:cNvGrpSpPr/>
          <p:nvPr/>
        </p:nvGrpSpPr>
        <p:grpSpPr>
          <a:xfrm>
            <a:off x="7810607" y="3089981"/>
            <a:ext cx="933043" cy="1261978"/>
            <a:chOff x="7810607" y="3089981"/>
            <a:chExt cx="933043" cy="1261978"/>
          </a:xfrm>
        </p:grpSpPr>
        <p:pic>
          <p:nvPicPr>
            <p:cNvPr id="11" name="Picture 10" descr="Icon&#10;&#10;Description automatically generated">
              <a:extLst>
                <a:ext uri="{FF2B5EF4-FFF2-40B4-BE49-F238E27FC236}">
                  <a16:creationId xmlns:a16="http://schemas.microsoft.com/office/drawing/2014/main" id="{F215881F-E044-9C3B-3ADC-5201CB8938FF}"/>
                </a:ext>
              </a:extLst>
            </p:cNvPr>
            <p:cNvPicPr>
              <a:picLocks noChangeAspect="1"/>
            </p:cNvPicPr>
            <p:nvPr/>
          </p:nvPicPr>
          <p:blipFill>
            <a:blip r:embed="rId6"/>
            <a:stretch>
              <a:fillRect/>
            </a:stretch>
          </p:blipFill>
          <p:spPr>
            <a:xfrm>
              <a:off x="7810607" y="3089981"/>
              <a:ext cx="862741" cy="862741"/>
            </a:xfrm>
            <a:prstGeom prst="rect">
              <a:avLst/>
            </a:prstGeom>
          </p:spPr>
        </p:pic>
        <p:sp>
          <p:nvSpPr>
            <p:cNvPr id="24" name="TextBox 23">
              <a:extLst>
                <a:ext uri="{FF2B5EF4-FFF2-40B4-BE49-F238E27FC236}">
                  <a16:creationId xmlns:a16="http://schemas.microsoft.com/office/drawing/2014/main" id="{C5DE6761-84BF-A505-465E-92594D628EB8}"/>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32" name="Group 31">
            <a:extLst>
              <a:ext uri="{FF2B5EF4-FFF2-40B4-BE49-F238E27FC236}">
                <a16:creationId xmlns:a16="http://schemas.microsoft.com/office/drawing/2014/main" id="{F8ECD77C-0570-0DCF-F3A9-671F311F8A11}"/>
              </a:ext>
            </a:extLst>
          </p:cNvPr>
          <p:cNvGrpSpPr/>
          <p:nvPr/>
        </p:nvGrpSpPr>
        <p:grpSpPr>
          <a:xfrm>
            <a:off x="8856532" y="3089982"/>
            <a:ext cx="914400" cy="1265709"/>
            <a:chOff x="8856532" y="3089982"/>
            <a:chExt cx="914400" cy="1265709"/>
          </a:xfrm>
        </p:grpSpPr>
        <p:pic>
          <p:nvPicPr>
            <p:cNvPr id="15" name="Picture 14" descr="Icon&#10;&#10;Description automatically generated">
              <a:extLst>
                <a:ext uri="{FF2B5EF4-FFF2-40B4-BE49-F238E27FC236}">
                  <a16:creationId xmlns:a16="http://schemas.microsoft.com/office/drawing/2014/main" id="{8F1A8B90-73AD-48FE-7188-337C22CD618B}"/>
                </a:ext>
              </a:extLst>
            </p:cNvPr>
            <p:cNvPicPr>
              <a:picLocks noChangeAspect="1"/>
            </p:cNvPicPr>
            <p:nvPr/>
          </p:nvPicPr>
          <p:blipFill>
            <a:blip r:embed="rId7"/>
            <a:stretch>
              <a:fillRect/>
            </a:stretch>
          </p:blipFill>
          <p:spPr>
            <a:xfrm>
              <a:off x="8882362" y="3089982"/>
              <a:ext cx="862741" cy="862741"/>
            </a:xfrm>
            <a:prstGeom prst="rect">
              <a:avLst/>
            </a:prstGeom>
          </p:spPr>
        </p:pic>
        <p:sp>
          <p:nvSpPr>
            <p:cNvPr id="25" name="TextBox 24">
              <a:extLst>
                <a:ext uri="{FF2B5EF4-FFF2-40B4-BE49-F238E27FC236}">
                  <a16:creationId xmlns:a16="http://schemas.microsoft.com/office/drawing/2014/main" id="{BA12B1B8-9A78-2F2B-A318-CC8C7907A95D}"/>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33" name="Group 32">
            <a:extLst>
              <a:ext uri="{FF2B5EF4-FFF2-40B4-BE49-F238E27FC236}">
                <a16:creationId xmlns:a16="http://schemas.microsoft.com/office/drawing/2014/main" id="{EFF9DC71-9BD4-F110-AEB9-FFF927215D40}"/>
              </a:ext>
            </a:extLst>
          </p:cNvPr>
          <p:cNvGrpSpPr/>
          <p:nvPr/>
        </p:nvGrpSpPr>
        <p:grpSpPr>
          <a:xfrm>
            <a:off x="10115582" y="3089982"/>
            <a:ext cx="914400" cy="1285035"/>
            <a:chOff x="10115582" y="3089982"/>
            <a:chExt cx="914400" cy="1285035"/>
          </a:xfrm>
        </p:grpSpPr>
        <p:pic>
          <p:nvPicPr>
            <p:cNvPr id="13" name="Picture 12" descr="Icon&#10;&#10;Description automatically generated">
              <a:extLst>
                <a:ext uri="{FF2B5EF4-FFF2-40B4-BE49-F238E27FC236}">
                  <a16:creationId xmlns:a16="http://schemas.microsoft.com/office/drawing/2014/main" id="{5CB8F84C-C493-4283-51D1-6574E0EE8432}"/>
                </a:ext>
              </a:extLst>
            </p:cNvPr>
            <p:cNvPicPr>
              <a:picLocks noChangeAspect="1"/>
            </p:cNvPicPr>
            <p:nvPr/>
          </p:nvPicPr>
          <p:blipFill>
            <a:blip r:embed="rId8"/>
            <a:stretch>
              <a:fillRect/>
            </a:stretch>
          </p:blipFill>
          <p:spPr>
            <a:xfrm>
              <a:off x="10141412" y="3089982"/>
              <a:ext cx="862741" cy="862741"/>
            </a:xfrm>
            <a:prstGeom prst="rect">
              <a:avLst/>
            </a:prstGeom>
          </p:spPr>
        </p:pic>
        <p:sp>
          <p:nvSpPr>
            <p:cNvPr id="26" name="TextBox 25">
              <a:extLst>
                <a:ext uri="{FF2B5EF4-FFF2-40B4-BE49-F238E27FC236}">
                  <a16:creationId xmlns:a16="http://schemas.microsoft.com/office/drawing/2014/main" id="{982FD42B-CC5D-2261-9565-FD62D958938B}"/>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34" name="Group 33">
            <a:extLst>
              <a:ext uri="{FF2B5EF4-FFF2-40B4-BE49-F238E27FC236}">
                <a16:creationId xmlns:a16="http://schemas.microsoft.com/office/drawing/2014/main" id="{7A920AD3-9843-125B-FAE7-6BC4FD5EE736}"/>
              </a:ext>
            </a:extLst>
          </p:cNvPr>
          <p:cNvGrpSpPr/>
          <p:nvPr/>
        </p:nvGrpSpPr>
        <p:grpSpPr>
          <a:xfrm>
            <a:off x="10153792" y="4495283"/>
            <a:ext cx="914400" cy="1246962"/>
            <a:chOff x="10338849" y="4462008"/>
            <a:chExt cx="914400" cy="1246962"/>
          </a:xfrm>
        </p:grpSpPr>
        <p:pic>
          <p:nvPicPr>
            <p:cNvPr id="5" name="Picture 4" descr="Icon&#10;&#10;Description automatically generated">
              <a:extLst>
                <a:ext uri="{FF2B5EF4-FFF2-40B4-BE49-F238E27FC236}">
                  <a16:creationId xmlns:a16="http://schemas.microsoft.com/office/drawing/2014/main" id="{FAF329BB-F7B2-1621-81AF-CA852487FD0B}"/>
                </a:ext>
              </a:extLst>
            </p:cNvPr>
            <p:cNvPicPr>
              <a:picLocks noChangeAspect="1"/>
            </p:cNvPicPr>
            <p:nvPr/>
          </p:nvPicPr>
          <p:blipFill>
            <a:blip r:embed="rId9"/>
            <a:stretch>
              <a:fillRect/>
            </a:stretch>
          </p:blipFill>
          <p:spPr>
            <a:xfrm>
              <a:off x="10364679" y="4462008"/>
              <a:ext cx="862741" cy="862741"/>
            </a:xfrm>
            <a:prstGeom prst="rect">
              <a:avLst/>
            </a:prstGeom>
          </p:spPr>
        </p:pic>
        <p:sp>
          <p:nvSpPr>
            <p:cNvPr id="27" name="TextBox 26">
              <a:extLst>
                <a:ext uri="{FF2B5EF4-FFF2-40B4-BE49-F238E27FC236}">
                  <a16:creationId xmlns:a16="http://schemas.microsoft.com/office/drawing/2014/main" id="{E41C8A80-0D20-9DEA-78E2-2C136138CFA8}"/>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grpSp>
        <p:nvGrpSpPr>
          <p:cNvPr id="35" name="Group 34">
            <a:extLst>
              <a:ext uri="{FF2B5EF4-FFF2-40B4-BE49-F238E27FC236}">
                <a16:creationId xmlns:a16="http://schemas.microsoft.com/office/drawing/2014/main" id="{81D67649-A9BA-281C-BDAB-0A8D150A00AE}"/>
              </a:ext>
            </a:extLst>
          </p:cNvPr>
          <p:cNvGrpSpPr/>
          <p:nvPr/>
        </p:nvGrpSpPr>
        <p:grpSpPr>
          <a:xfrm>
            <a:off x="7843185" y="4998887"/>
            <a:ext cx="914400" cy="1507452"/>
            <a:chOff x="7954394" y="5075784"/>
            <a:chExt cx="914400" cy="1507452"/>
          </a:xfrm>
        </p:grpSpPr>
        <p:pic>
          <p:nvPicPr>
            <p:cNvPr id="19" name="Picture 18" descr="Icon&#10;&#10;Description automatically generated">
              <a:extLst>
                <a:ext uri="{FF2B5EF4-FFF2-40B4-BE49-F238E27FC236}">
                  <a16:creationId xmlns:a16="http://schemas.microsoft.com/office/drawing/2014/main" id="{302F583D-A58C-F0C0-0AC9-7A3120F34DDA}"/>
                </a:ext>
              </a:extLst>
            </p:cNvPr>
            <p:cNvPicPr>
              <a:picLocks noChangeAspect="1"/>
            </p:cNvPicPr>
            <p:nvPr/>
          </p:nvPicPr>
          <p:blipFill>
            <a:blip r:embed="rId10"/>
            <a:stretch>
              <a:fillRect/>
            </a:stretch>
          </p:blipFill>
          <p:spPr>
            <a:xfrm>
              <a:off x="7974887" y="5075784"/>
              <a:ext cx="862741" cy="1133067"/>
            </a:xfrm>
            <a:prstGeom prst="rect">
              <a:avLst/>
            </a:prstGeom>
          </p:spPr>
        </p:pic>
        <p:sp>
          <p:nvSpPr>
            <p:cNvPr id="28" name="TextBox 27">
              <a:extLst>
                <a:ext uri="{FF2B5EF4-FFF2-40B4-BE49-F238E27FC236}">
                  <a16:creationId xmlns:a16="http://schemas.microsoft.com/office/drawing/2014/main" id="{89EC0938-4C09-0464-5A2E-284ADE0B6E72}"/>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Tree>
    <p:extLst>
      <p:ext uri="{BB962C8B-B14F-4D97-AF65-F5344CB8AC3E}">
        <p14:creationId xmlns:p14="http://schemas.microsoft.com/office/powerpoint/2010/main" val="36913873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984885"/>
          </a:xfrm>
        </p:spPr>
        <p:txBody>
          <a:bodyPr/>
          <a:lstStyle/>
          <a:p>
            <a:r>
              <a:rPr lang="en-US" sz="3200" dirty="0"/>
              <a:t>You've just met your new team.</a:t>
            </a:r>
            <a:br>
              <a:rPr lang="en-US" sz="3200" dirty="0"/>
            </a:br>
            <a:r>
              <a:rPr lang="en-US" sz="3200" dirty="0">
                <a:solidFill>
                  <a:schemeClr val="accent6"/>
                </a:solidFill>
                <a:latin typeface="Calibri" panose="020F0502020204030204" pitchFamily="34" charset="0"/>
                <a:cs typeface="Calibri" panose="020F0502020204030204" pitchFamily="34" charset="0"/>
              </a:rPr>
              <a:t>What will be your first actions?</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1: New beginning</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049123" y="4603162"/>
            <a:ext cx="2332872" cy="420629"/>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400" dirty="0">
                <a:ln w="0"/>
                <a:solidFill>
                  <a:schemeClr val="tx1"/>
                </a:solidFill>
                <a:latin typeface="Calibri Light" panose="020F0302020204030204" pitchFamily="34" charset="0"/>
                <a:ea typeface="Human Sans ExtraLight" charset="0"/>
                <a:cs typeface="Human Sans ExtraLight" charset="0"/>
              </a:rPr>
              <a:t>Hello </a:t>
            </a:r>
            <a:r>
              <a:rPr lang="en-US" sz="2400" strike="sngStrike" dirty="0">
                <a:ln w="0"/>
                <a:solidFill>
                  <a:schemeClr val="tx1"/>
                </a:solidFill>
                <a:latin typeface="Calibri Light" panose="020F0302020204030204" pitchFamily="34" charset="0"/>
                <a:ea typeface="Human Sans ExtraLight" charset="0"/>
                <a:cs typeface="Human Sans ExtraLight" charset="0"/>
              </a:rPr>
              <a:t>team</a:t>
            </a:r>
            <a:r>
              <a:rPr lang="en-US" sz="2400" dirty="0">
                <a:ln w="0"/>
                <a:solidFill>
                  <a:schemeClr val="tx1"/>
                </a:solidFill>
                <a:latin typeface="Calibri Light" panose="020F0302020204030204" pitchFamily="34" charset="0"/>
                <a:ea typeface="Human Sans ExtraLight" charset="0"/>
                <a:cs typeface="Human Sans ExtraLight" charset="0"/>
              </a:rPr>
              <a:t> group!</a:t>
            </a:r>
            <a:endParaRPr lang="en-US" sz="2400" strike="sngStrike" dirty="0">
              <a:solidFill>
                <a:schemeClr val="bg1"/>
              </a:solidFill>
              <a:latin typeface="Calibri Light" panose="020F0302020204030204" pitchFamily="34" charset="0"/>
              <a:ea typeface="Human Sans ExtraLight" charset="0"/>
              <a:cs typeface="Human Sans ExtraLight" charset="0"/>
            </a:endParaRPr>
          </a:p>
        </p:txBody>
      </p:sp>
      <p:grpSp>
        <p:nvGrpSpPr>
          <p:cNvPr id="36" name="Group 35">
            <a:extLst>
              <a:ext uri="{FF2B5EF4-FFF2-40B4-BE49-F238E27FC236}">
                <a16:creationId xmlns:a16="http://schemas.microsoft.com/office/drawing/2014/main" id="{88B11F8F-178B-97F4-98EF-0AFB4F938D50}"/>
              </a:ext>
            </a:extLst>
          </p:cNvPr>
          <p:cNvGrpSpPr/>
          <p:nvPr/>
        </p:nvGrpSpPr>
        <p:grpSpPr>
          <a:xfrm>
            <a:off x="8993544" y="432218"/>
            <a:ext cx="923632" cy="1258357"/>
            <a:chOff x="9278671" y="722843"/>
            <a:chExt cx="923632" cy="1258357"/>
          </a:xfrm>
        </p:grpSpPr>
        <p:pic>
          <p:nvPicPr>
            <p:cNvPr id="37" name="Picture 36" descr="Icon&#10;&#10;Description automatically generated">
              <a:extLst>
                <a:ext uri="{FF2B5EF4-FFF2-40B4-BE49-F238E27FC236}">
                  <a16:creationId xmlns:a16="http://schemas.microsoft.com/office/drawing/2014/main" id="{61A84A7C-D011-32D2-3E73-03D71F55FB34}"/>
                </a:ext>
              </a:extLst>
            </p:cNvPr>
            <p:cNvPicPr>
              <a:picLocks noChangeAspect="1"/>
            </p:cNvPicPr>
            <p:nvPr/>
          </p:nvPicPr>
          <p:blipFill>
            <a:blip r:embed="rId4"/>
            <a:stretch>
              <a:fillRect/>
            </a:stretch>
          </p:blipFill>
          <p:spPr>
            <a:xfrm>
              <a:off x="9278671" y="722843"/>
              <a:ext cx="862741" cy="862741"/>
            </a:xfrm>
            <a:prstGeom prst="rect">
              <a:avLst/>
            </a:prstGeom>
          </p:spPr>
        </p:pic>
        <p:sp>
          <p:nvSpPr>
            <p:cNvPr id="38" name="TextBox 37">
              <a:extLst>
                <a:ext uri="{FF2B5EF4-FFF2-40B4-BE49-F238E27FC236}">
                  <a16:creationId xmlns:a16="http://schemas.microsoft.com/office/drawing/2014/main" id="{09616F8D-4957-C04E-D440-17D26FF18B8C}"/>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39" name="Group 38">
            <a:extLst>
              <a:ext uri="{FF2B5EF4-FFF2-40B4-BE49-F238E27FC236}">
                <a16:creationId xmlns:a16="http://schemas.microsoft.com/office/drawing/2014/main" id="{8D13E281-B204-256D-EA48-6E441F8E97D2}"/>
              </a:ext>
            </a:extLst>
          </p:cNvPr>
          <p:cNvGrpSpPr/>
          <p:nvPr/>
        </p:nvGrpSpPr>
        <p:grpSpPr>
          <a:xfrm>
            <a:off x="7914896" y="1472679"/>
            <a:ext cx="914400" cy="1280310"/>
            <a:chOff x="7949057" y="1717959"/>
            <a:chExt cx="914400" cy="1280310"/>
          </a:xfrm>
        </p:grpSpPr>
        <p:pic>
          <p:nvPicPr>
            <p:cNvPr id="40" name="Picture 39" descr="Icon, circle&#10;&#10;Description automatically generated">
              <a:extLst>
                <a:ext uri="{FF2B5EF4-FFF2-40B4-BE49-F238E27FC236}">
                  <a16:creationId xmlns:a16="http://schemas.microsoft.com/office/drawing/2014/main" id="{58B38F99-6F9A-884D-C67F-263784EE92BA}"/>
                </a:ext>
              </a:extLst>
            </p:cNvPr>
            <p:cNvPicPr>
              <a:picLocks noChangeAspect="1"/>
            </p:cNvPicPr>
            <p:nvPr/>
          </p:nvPicPr>
          <p:blipFill>
            <a:blip r:embed="rId5"/>
            <a:stretch>
              <a:fillRect/>
            </a:stretch>
          </p:blipFill>
          <p:spPr>
            <a:xfrm>
              <a:off x="7974889" y="1717959"/>
              <a:ext cx="862741" cy="862741"/>
            </a:xfrm>
            <a:prstGeom prst="rect">
              <a:avLst/>
            </a:prstGeom>
          </p:spPr>
        </p:pic>
        <p:sp>
          <p:nvSpPr>
            <p:cNvPr id="41" name="TextBox 40">
              <a:extLst>
                <a:ext uri="{FF2B5EF4-FFF2-40B4-BE49-F238E27FC236}">
                  <a16:creationId xmlns:a16="http://schemas.microsoft.com/office/drawing/2014/main" id="{5F86A836-9F92-F9B7-BAB1-56DFB48164B3}"/>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42" name="Group 41">
            <a:extLst>
              <a:ext uri="{FF2B5EF4-FFF2-40B4-BE49-F238E27FC236}">
                <a16:creationId xmlns:a16="http://schemas.microsoft.com/office/drawing/2014/main" id="{9969954B-721A-B53C-B701-405E526E1079}"/>
              </a:ext>
            </a:extLst>
          </p:cNvPr>
          <p:cNvGrpSpPr/>
          <p:nvPr/>
        </p:nvGrpSpPr>
        <p:grpSpPr>
          <a:xfrm>
            <a:off x="10107251" y="1512149"/>
            <a:ext cx="926780" cy="1257253"/>
            <a:chOff x="10327938" y="1717960"/>
            <a:chExt cx="926780" cy="1257253"/>
          </a:xfrm>
        </p:grpSpPr>
        <p:pic>
          <p:nvPicPr>
            <p:cNvPr id="43" name="Picture 42" descr="Icon&#10;&#10;Description automatically generated">
              <a:extLst>
                <a:ext uri="{FF2B5EF4-FFF2-40B4-BE49-F238E27FC236}">
                  <a16:creationId xmlns:a16="http://schemas.microsoft.com/office/drawing/2014/main" id="{6108923B-0615-DA92-E782-6B489A4C1100}"/>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44" name="TextBox 43">
              <a:extLst>
                <a:ext uri="{FF2B5EF4-FFF2-40B4-BE49-F238E27FC236}">
                  <a16:creationId xmlns:a16="http://schemas.microsoft.com/office/drawing/2014/main" id="{8AD4DD94-EAD0-3E33-5708-915EE664896C}"/>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5" name="Group 44">
            <a:extLst>
              <a:ext uri="{FF2B5EF4-FFF2-40B4-BE49-F238E27FC236}">
                <a16:creationId xmlns:a16="http://schemas.microsoft.com/office/drawing/2014/main" id="{2D11AE18-A145-2DBC-1C6F-F2990F7FA8D1}"/>
              </a:ext>
            </a:extLst>
          </p:cNvPr>
          <p:cNvGrpSpPr/>
          <p:nvPr/>
        </p:nvGrpSpPr>
        <p:grpSpPr>
          <a:xfrm>
            <a:off x="7776446" y="2844701"/>
            <a:ext cx="933043" cy="1261978"/>
            <a:chOff x="7810607" y="3089981"/>
            <a:chExt cx="933043" cy="1261978"/>
          </a:xfrm>
        </p:grpSpPr>
        <p:pic>
          <p:nvPicPr>
            <p:cNvPr id="46" name="Picture 45" descr="Icon&#10;&#10;Description automatically generated">
              <a:extLst>
                <a:ext uri="{FF2B5EF4-FFF2-40B4-BE49-F238E27FC236}">
                  <a16:creationId xmlns:a16="http://schemas.microsoft.com/office/drawing/2014/main" id="{DEB2D16E-646A-FC3D-E27E-B46048049768}"/>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7" name="TextBox 46">
              <a:extLst>
                <a:ext uri="{FF2B5EF4-FFF2-40B4-BE49-F238E27FC236}">
                  <a16:creationId xmlns:a16="http://schemas.microsoft.com/office/drawing/2014/main" id="{600EE915-23CC-2F21-27E1-18355757295B}"/>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8" name="Group 47">
            <a:extLst>
              <a:ext uri="{FF2B5EF4-FFF2-40B4-BE49-F238E27FC236}">
                <a16:creationId xmlns:a16="http://schemas.microsoft.com/office/drawing/2014/main" id="{EB6AA686-A92B-4B14-0AE5-F2A39E595BD4}"/>
              </a:ext>
            </a:extLst>
          </p:cNvPr>
          <p:cNvGrpSpPr/>
          <p:nvPr/>
        </p:nvGrpSpPr>
        <p:grpSpPr>
          <a:xfrm>
            <a:off x="8822371" y="2844702"/>
            <a:ext cx="914400" cy="1265709"/>
            <a:chOff x="8856532" y="3089982"/>
            <a:chExt cx="914400" cy="1265709"/>
          </a:xfrm>
        </p:grpSpPr>
        <p:pic>
          <p:nvPicPr>
            <p:cNvPr id="49" name="Picture 48" descr="Icon&#10;&#10;Description automatically generated">
              <a:extLst>
                <a:ext uri="{FF2B5EF4-FFF2-40B4-BE49-F238E27FC236}">
                  <a16:creationId xmlns:a16="http://schemas.microsoft.com/office/drawing/2014/main" id="{CC08BC3C-673A-F043-E388-FAF546C0827D}"/>
                </a:ext>
              </a:extLst>
            </p:cNvPr>
            <p:cNvPicPr>
              <a:picLocks noChangeAspect="1"/>
            </p:cNvPicPr>
            <p:nvPr/>
          </p:nvPicPr>
          <p:blipFill>
            <a:blip r:embed="rId8"/>
            <a:stretch>
              <a:fillRect/>
            </a:stretch>
          </p:blipFill>
          <p:spPr>
            <a:xfrm>
              <a:off x="8882362" y="3089982"/>
              <a:ext cx="862741" cy="862741"/>
            </a:xfrm>
            <a:prstGeom prst="rect">
              <a:avLst/>
            </a:prstGeom>
          </p:spPr>
        </p:pic>
        <p:sp>
          <p:nvSpPr>
            <p:cNvPr id="50" name="TextBox 49">
              <a:extLst>
                <a:ext uri="{FF2B5EF4-FFF2-40B4-BE49-F238E27FC236}">
                  <a16:creationId xmlns:a16="http://schemas.microsoft.com/office/drawing/2014/main" id="{06394596-918A-FD18-B213-547DD41EE81B}"/>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51" name="Group 50">
            <a:extLst>
              <a:ext uri="{FF2B5EF4-FFF2-40B4-BE49-F238E27FC236}">
                <a16:creationId xmlns:a16="http://schemas.microsoft.com/office/drawing/2014/main" id="{55053044-2B2B-192F-F9F5-BC8D3901CAAD}"/>
              </a:ext>
            </a:extLst>
          </p:cNvPr>
          <p:cNvGrpSpPr/>
          <p:nvPr/>
        </p:nvGrpSpPr>
        <p:grpSpPr>
          <a:xfrm>
            <a:off x="10081421" y="2844702"/>
            <a:ext cx="914400" cy="1285035"/>
            <a:chOff x="10115582" y="3089982"/>
            <a:chExt cx="914400" cy="1285035"/>
          </a:xfrm>
        </p:grpSpPr>
        <p:pic>
          <p:nvPicPr>
            <p:cNvPr id="52" name="Picture 51" descr="Icon&#10;&#10;Description automatically generated">
              <a:extLst>
                <a:ext uri="{FF2B5EF4-FFF2-40B4-BE49-F238E27FC236}">
                  <a16:creationId xmlns:a16="http://schemas.microsoft.com/office/drawing/2014/main" id="{C259DE38-2736-24A7-0A02-349782F93C6A}"/>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53" name="TextBox 52">
              <a:extLst>
                <a:ext uri="{FF2B5EF4-FFF2-40B4-BE49-F238E27FC236}">
                  <a16:creationId xmlns:a16="http://schemas.microsoft.com/office/drawing/2014/main" id="{87F43D4A-371E-6B9E-EBC6-02897CB5119E}"/>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54" name="Group 53">
            <a:extLst>
              <a:ext uri="{FF2B5EF4-FFF2-40B4-BE49-F238E27FC236}">
                <a16:creationId xmlns:a16="http://schemas.microsoft.com/office/drawing/2014/main" id="{BECC091B-E46E-3536-CD3F-D4B092CAC0CC}"/>
              </a:ext>
            </a:extLst>
          </p:cNvPr>
          <p:cNvGrpSpPr/>
          <p:nvPr/>
        </p:nvGrpSpPr>
        <p:grpSpPr>
          <a:xfrm>
            <a:off x="10119631" y="4250003"/>
            <a:ext cx="914400" cy="1246962"/>
            <a:chOff x="10338849" y="4462008"/>
            <a:chExt cx="914400" cy="1246962"/>
          </a:xfrm>
        </p:grpSpPr>
        <p:pic>
          <p:nvPicPr>
            <p:cNvPr id="55" name="Picture 54" descr="Icon&#10;&#10;Description automatically generated">
              <a:extLst>
                <a:ext uri="{FF2B5EF4-FFF2-40B4-BE49-F238E27FC236}">
                  <a16:creationId xmlns:a16="http://schemas.microsoft.com/office/drawing/2014/main" id="{58F01FFA-F1CB-64F1-252A-341FCDAF770D}"/>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6" name="TextBox 55">
              <a:extLst>
                <a:ext uri="{FF2B5EF4-FFF2-40B4-BE49-F238E27FC236}">
                  <a16:creationId xmlns:a16="http://schemas.microsoft.com/office/drawing/2014/main" id="{FB2491E5-6BC5-CEAC-0FA3-CB6A57FB30D5}"/>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573753785"/>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954655"/>
          </a:xfrm>
        </p:spPr>
        <p:txBody>
          <a:bodyPr/>
          <a:lstStyle/>
          <a:p>
            <a:r>
              <a:rPr lang="en-US" sz="3200" dirty="0"/>
              <a:t>In your work you need two frameworks</a:t>
            </a:r>
            <a:r>
              <a:rPr lang="en-US" sz="3200"/>
              <a:t>, the first </a:t>
            </a:r>
            <a:r>
              <a:rPr lang="en-US" sz="3200" dirty="0"/>
              <a:t>is required from client's side. The second you and your team should choose. </a:t>
            </a:r>
            <a:br>
              <a:rPr lang="en-US" sz="3200" dirty="0"/>
            </a:br>
            <a:r>
              <a:rPr lang="en-US" sz="3200" dirty="0">
                <a:solidFill>
                  <a:schemeClr val="accent6"/>
                </a:solidFill>
                <a:latin typeface="Calibri" panose="020F0502020204030204" pitchFamily="34" charset="0"/>
                <a:cs typeface="Calibri" panose="020F0502020204030204" pitchFamily="34" charset="0"/>
              </a:rPr>
              <a:t>How will you do it? </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2: Choice</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260463268"/>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462213"/>
          </a:xfrm>
        </p:spPr>
        <p:txBody>
          <a:bodyPr/>
          <a:lstStyle/>
          <a:p>
            <a:r>
              <a:rPr lang="en-US" sz="3200" dirty="0"/>
              <a:t>Client asks you to estimate first epic with the list of stories. </a:t>
            </a:r>
            <a:br>
              <a:rPr lang="en-US" sz="3200" dirty="0"/>
            </a:br>
            <a:r>
              <a:rPr lang="en-US" sz="3200" dirty="0">
                <a:solidFill>
                  <a:schemeClr val="accent6"/>
                </a:solidFill>
                <a:latin typeface="Calibri" panose="020F0502020204030204" pitchFamily="34" charset="0"/>
                <a:cs typeface="Calibri" panose="020F0502020204030204" pitchFamily="34" charset="0"/>
              </a:rPr>
              <a:t>How will you do it, what instruments and practices will you use for it? </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3.1: Estimation</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1416403245"/>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954655"/>
          </a:xfrm>
        </p:spPr>
        <p:txBody>
          <a:bodyPr/>
          <a:lstStyle/>
          <a:p>
            <a:r>
              <a:rPr lang="en-US" sz="3200" dirty="0"/>
              <a:t>After estimation session Eva said that she doesn't understand how estimation works, for her is obvious, that she'll do same task as Adam for x100 times longer. </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 with it?</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3.2: Estimation</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15555205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1969770"/>
          </a:xfrm>
        </p:spPr>
        <p:txBody>
          <a:bodyPr/>
          <a:lstStyle/>
          <a:p>
            <a:r>
              <a:rPr lang="en-US" sz="3200" dirty="0"/>
              <a:t>PO thinks that your estimation is too large, she thought that it will take less time or story points. </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 </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3.3: Estimation</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332678650"/>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924425"/>
          </a:xfrm>
        </p:spPr>
        <p:txBody>
          <a:bodyPr/>
          <a:lstStyle/>
          <a:p>
            <a:r>
              <a:rPr lang="en-US" sz="3200" dirty="0"/>
              <a:t>You and the rest of the team see that something bad is happening between Adam and Bob, in the first weeks they tried to just ignore their differences, but now you all see that every day the estimation, code review or even discussion about any issue leads to conflicts.</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4: First conflicts</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1619210280"/>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3447098"/>
          </a:xfrm>
        </p:spPr>
        <p:txBody>
          <a:bodyPr/>
          <a:lstStyle/>
          <a:p>
            <a:r>
              <a:rPr lang="en-US" sz="3200" dirty="0"/>
              <a:t>Diana complains that after implementing of every feature something is breaking in features that was implemented before, she asks you to do something with it.</a:t>
            </a:r>
            <a:br>
              <a:rPr lang="en-US" sz="3200" dirty="0"/>
            </a:br>
            <a:r>
              <a:rPr lang="en-US" sz="3200" dirty="0">
                <a:solidFill>
                  <a:schemeClr val="accent6"/>
                </a:solidFill>
                <a:latin typeface="Calibri" panose="020F0502020204030204" pitchFamily="34" charset="0"/>
                <a:cs typeface="Calibri" panose="020F0502020204030204" pitchFamily="34" charset="0"/>
              </a:rPr>
              <a:t>What will be your actions?</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5.1: Tests and testers</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2379865670"/>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954655"/>
          </a:xfrm>
        </p:spPr>
        <p:txBody>
          <a:bodyPr/>
          <a:lstStyle/>
          <a:p>
            <a:r>
              <a:rPr lang="en-US" sz="3200" dirty="0"/>
              <a:t>Whatever decision you’ve made, in few weeks after, you can see that Bob is ignoring your decision and Eva is taking he's behavior as an example.</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p:txBody>
          <a:bodyPr/>
          <a:lstStyle/>
          <a:p>
            <a:r>
              <a:rPr lang="en-US" dirty="0"/>
              <a:t>Case 5.2: Tests and testers</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1941243125"/>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1969770"/>
          </a:xfrm>
        </p:spPr>
        <p:txBody>
          <a:bodyPr/>
          <a:lstStyle/>
          <a:p>
            <a:r>
              <a:rPr lang="en-US" sz="3200" dirty="0"/>
              <a:t>Bob starts to be a bottleneck - his capacity isn't enough to solve all required issues.</a:t>
            </a:r>
            <a:br>
              <a:rPr lang="en-US" sz="3200" dirty="0"/>
            </a:br>
            <a:r>
              <a:rPr lang="en-US" sz="3200" dirty="0">
                <a:solidFill>
                  <a:schemeClr val="accent6"/>
                </a:solidFill>
                <a:latin typeface="Calibri" panose="020F0502020204030204" pitchFamily="34" charset="0"/>
                <a:cs typeface="Calibri" panose="020F0502020204030204" pitchFamily="34" charset="0"/>
              </a:rPr>
              <a:t>How can you solve it? </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3"/>
            <a:ext cx="4420926" cy="397732"/>
          </a:xfrm>
        </p:spPr>
        <p:txBody>
          <a:bodyPr/>
          <a:lstStyle/>
          <a:p>
            <a:r>
              <a:rPr lang="en-US" dirty="0"/>
              <a:t>Case 6.1: Bottleneck and bus factor</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028625648"/>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3447098"/>
          </a:xfrm>
        </p:spPr>
        <p:txBody>
          <a:bodyPr/>
          <a:lstStyle/>
          <a:p>
            <a:r>
              <a:rPr lang="en-US" sz="3200" dirty="0"/>
              <a:t>After 6 moth from start of the project Bob broke his arm, and he will not be able to work for 3 weeks.</a:t>
            </a:r>
            <a:br>
              <a:rPr lang="en-US" sz="3200" dirty="0"/>
            </a:br>
            <a:r>
              <a:rPr lang="en-US" sz="3200" dirty="0">
                <a:solidFill>
                  <a:schemeClr val="accent6"/>
                </a:solidFill>
                <a:latin typeface="Calibri" panose="020F0502020204030204" pitchFamily="34" charset="0"/>
                <a:cs typeface="Calibri" panose="020F0502020204030204" pitchFamily="34" charset="0"/>
              </a:rPr>
              <a:t>Are you ready for this situation? What should you do if you are ready, and what if you are not?</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6.2: Bottleneck and bus factor</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2890595070"/>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4431983"/>
          </a:xfrm>
        </p:spPr>
        <p:txBody>
          <a:bodyPr/>
          <a:lstStyle/>
          <a:p>
            <a:r>
              <a:rPr lang="en-US" sz="3200" dirty="0"/>
              <a:t>Client asks your team to add ultra high priority task in the middle of current sprint. Adam doesn't think that this is a good idea, Mary thinks that we just must do it anyway.</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 and how will you convince your position or decision?</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7: Breaking of sprint</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169304169"/>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954655"/>
          </a:xfrm>
        </p:spPr>
        <p:txBody>
          <a:bodyPr/>
          <a:lstStyle/>
          <a:p>
            <a:r>
              <a:rPr lang="en-US" sz="3200" dirty="0"/>
              <a:t>User story contains several tasks, one of which has tiny functionality but at the same time requires a large effort. </a:t>
            </a:r>
            <a:br>
              <a:rPr lang="en-US" sz="3200" dirty="0"/>
            </a:br>
            <a:r>
              <a:rPr lang="en-US" sz="3200" dirty="0">
                <a:solidFill>
                  <a:schemeClr val="accent6"/>
                </a:solidFill>
                <a:latin typeface="Calibri" panose="020F0502020204030204" pitchFamily="34" charset="0"/>
                <a:cs typeface="Calibri" panose="020F0502020204030204" pitchFamily="34" charset="0"/>
              </a:rPr>
              <a:t>How will you communicate it with PO / customer?</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8: Effort and impact</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4245322407"/>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1969770"/>
          </a:xfrm>
        </p:spPr>
        <p:txBody>
          <a:bodyPr/>
          <a:lstStyle/>
          <a:p>
            <a:r>
              <a:rPr lang="en-US" sz="3200" dirty="0"/>
              <a:t>Business Analyst creates contradiction requirements unclear for developers. </a:t>
            </a:r>
            <a:br>
              <a:rPr lang="en-US" sz="3200" dirty="0"/>
            </a:br>
            <a:r>
              <a:rPr lang="en-US" sz="3200" dirty="0">
                <a:solidFill>
                  <a:schemeClr val="accent6"/>
                </a:solidFill>
                <a:latin typeface="Calibri" panose="020F0502020204030204" pitchFamily="34" charset="0"/>
                <a:cs typeface="Calibri" panose="020F0502020204030204" pitchFamily="34" charset="0"/>
              </a:rPr>
              <a:t>What will be your actions?</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9: Unclear requirements</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2343442935"/>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462213"/>
          </a:xfrm>
        </p:spPr>
        <p:txBody>
          <a:bodyPr/>
          <a:lstStyle/>
          <a:p>
            <a:r>
              <a:rPr lang="en-US" sz="3200" dirty="0"/>
              <a:t>Developer from your team wants to become a </a:t>
            </a:r>
            <a:r>
              <a:rPr lang="en-US" sz="3200" dirty="0" err="1"/>
              <a:t>teamlead</a:t>
            </a:r>
            <a:r>
              <a:rPr lang="en-US" sz="3200" dirty="0"/>
              <a:t> (who is it depending on your previous decisions). </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10: Team Lead</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805640432"/>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2462213"/>
          </a:xfrm>
        </p:spPr>
        <p:txBody>
          <a:bodyPr/>
          <a:lstStyle/>
          <a:p>
            <a:r>
              <a:rPr lang="en-US" sz="3200" dirty="0"/>
              <a:t>10 minutes before the customer demo, you notice that the app/feature you want to demo isn't working.</a:t>
            </a:r>
            <a:br>
              <a:rPr lang="en-US" sz="3200" dirty="0"/>
            </a:br>
            <a:r>
              <a:rPr lang="en-US" sz="3200" dirty="0">
                <a:solidFill>
                  <a:schemeClr val="accent6"/>
                </a:solidFill>
                <a:latin typeface="Calibri" panose="020F0502020204030204" pitchFamily="34" charset="0"/>
                <a:cs typeface="Calibri" panose="020F0502020204030204" pitchFamily="34" charset="0"/>
              </a:rPr>
              <a:t>What will you do?</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11: Demo</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173873053"/>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39073" y="1424520"/>
            <a:ext cx="5333999" cy="3939540"/>
          </a:xfrm>
        </p:spPr>
        <p:txBody>
          <a:bodyPr/>
          <a:lstStyle/>
          <a:p>
            <a:r>
              <a:rPr lang="en-US" sz="3200" dirty="0"/>
              <a:t>You did a very good job, customer is happy, team very likes you and each other, team spirit is very-very high. But you know, that soon project will be over, the job is done. </a:t>
            </a:r>
            <a:br>
              <a:rPr lang="en-US" sz="3200" dirty="0"/>
            </a:br>
            <a:r>
              <a:rPr lang="en-US" sz="3200" dirty="0">
                <a:solidFill>
                  <a:schemeClr val="accent6"/>
                </a:solidFill>
                <a:latin typeface="Calibri" panose="020F0502020204030204" pitchFamily="34" charset="0"/>
                <a:cs typeface="Calibri" panose="020F0502020204030204" pitchFamily="34" charset="0"/>
              </a:rPr>
              <a:t>What should you think about it and what should you do?</a:t>
            </a:r>
          </a:p>
        </p:txBody>
      </p:sp>
      <p:sp>
        <p:nvSpPr>
          <p:cNvPr id="8" name="Text Placeholder 7">
            <a:extLst>
              <a:ext uri="{FF2B5EF4-FFF2-40B4-BE49-F238E27FC236}">
                <a16:creationId xmlns:a16="http://schemas.microsoft.com/office/drawing/2014/main" id="{A33CA039-DE3C-5D85-0DB8-D98A38BFDC35}"/>
              </a:ext>
            </a:extLst>
          </p:cNvPr>
          <p:cNvSpPr>
            <a:spLocks noGrp="1"/>
          </p:cNvSpPr>
          <p:nvPr>
            <p:ph type="body" sz="quarter" idx="28"/>
          </p:nvPr>
        </p:nvSpPr>
        <p:spPr>
          <a:xfrm>
            <a:off x="627063" y="419100"/>
            <a:ext cx="3725862" cy="397732"/>
          </a:xfrm>
        </p:spPr>
        <p:txBody>
          <a:bodyPr>
            <a:normAutofit/>
          </a:bodyPr>
          <a:lstStyle/>
          <a:p>
            <a:r>
              <a:rPr lang="en-US" dirty="0"/>
              <a:t>Team Leadership workshop: USE-cases</a:t>
            </a:r>
          </a:p>
        </p:txBody>
      </p:sp>
      <p:sp>
        <p:nvSpPr>
          <p:cNvPr id="10" name="Text Placeholder 9">
            <a:extLst>
              <a:ext uri="{FF2B5EF4-FFF2-40B4-BE49-F238E27FC236}">
                <a16:creationId xmlns:a16="http://schemas.microsoft.com/office/drawing/2014/main" id="{1F88C411-8C59-AFA3-5C10-11E75FDF9817}"/>
              </a:ext>
            </a:extLst>
          </p:cNvPr>
          <p:cNvSpPr>
            <a:spLocks noGrp="1"/>
          </p:cNvSpPr>
          <p:nvPr>
            <p:ph type="body" sz="quarter" idx="25"/>
          </p:nvPr>
        </p:nvSpPr>
        <p:spPr>
          <a:xfrm>
            <a:off x="627063" y="722842"/>
            <a:ext cx="4646395" cy="397731"/>
          </a:xfrm>
        </p:spPr>
        <p:txBody>
          <a:bodyPr/>
          <a:lstStyle/>
          <a:p>
            <a:r>
              <a:rPr lang="en-US" dirty="0"/>
              <a:t>Case 12: The End</a:t>
            </a:r>
          </a:p>
        </p:txBody>
      </p:sp>
      <p:grpSp>
        <p:nvGrpSpPr>
          <p:cNvPr id="32" name="Group 31">
            <a:extLst>
              <a:ext uri="{FF2B5EF4-FFF2-40B4-BE49-F238E27FC236}">
                <a16:creationId xmlns:a16="http://schemas.microsoft.com/office/drawing/2014/main" id="{38CAE5AD-B9D9-1BE3-D8DA-9F3BAC97EFE3}"/>
              </a:ext>
            </a:extLst>
          </p:cNvPr>
          <p:cNvGrpSpPr/>
          <p:nvPr/>
        </p:nvGrpSpPr>
        <p:grpSpPr>
          <a:xfrm>
            <a:off x="7031633" y="5174495"/>
            <a:ext cx="914400" cy="1507452"/>
            <a:chOff x="7954394" y="5075784"/>
            <a:chExt cx="914400" cy="1507452"/>
          </a:xfrm>
        </p:grpSpPr>
        <p:pic>
          <p:nvPicPr>
            <p:cNvPr id="33" name="Picture 32" descr="Icon&#10;&#10;Description automatically generated">
              <a:extLst>
                <a:ext uri="{FF2B5EF4-FFF2-40B4-BE49-F238E27FC236}">
                  <a16:creationId xmlns:a16="http://schemas.microsoft.com/office/drawing/2014/main" id="{2F838510-22B0-4FBB-C199-A585524A88F1}"/>
                </a:ext>
              </a:extLst>
            </p:cNvPr>
            <p:cNvPicPr>
              <a:picLocks noChangeAspect="1"/>
            </p:cNvPicPr>
            <p:nvPr/>
          </p:nvPicPr>
          <p:blipFill>
            <a:blip r:embed="rId3"/>
            <a:stretch>
              <a:fillRect/>
            </a:stretch>
          </p:blipFill>
          <p:spPr>
            <a:xfrm>
              <a:off x="7974887" y="5075784"/>
              <a:ext cx="862741" cy="1133067"/>
            </a:xfrm>
            <a:prstGeom prst="rect">
              <a:avLst/>
            </a:prstGeom>
          </p:spPr>
        </p:pic>
        <p:sp>
          <p:nvSpPr>
            <p:cNvPr id="34" name="TextBox 33">
              <a:extLst>
                <a:ext uri="{FF2B5EF4-FFF2-40B4-BE49-F238E27FC236}">
                  <a16:creationId xmlns:a16="http://schemas.microsoft.com/office/drawing/2014/main" id="{587F560B-62C0-B867-EC11-79B4C360893D}"/>
                </a:ext>
              </a:extLst>
            </p:cNvPr>
            <p:cNvSpPr txBox="1"/>
            <p:nvPr/>
          </p:nvSpPr>
          <p:spPr>
            <a:xfrm>
              <a:off x="7954394" y="6275711"/>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You</a:t>
              </a:r>
            </a:p>
          </p:txBody>
        </p:sp>
      </p:grpSp>
      <p:sp>
        <p:nvSpPr>
          <p:cNvPr id="35" name="Speech Bubble: Rectangle 34">
            <a:extLst>
              <a:ext uri="{FF2B5EF4-FFF2-40B4-BE49-F238E27FC236}">
                <a16:creationId xmlns:a16="http://schemas.microsoft.com/office/drawing/2014/main" id="{5A3D9C85-096D-77E0-F8FF-1459C0ADD876}"/>
              </a:ext>
            </a:extLst>
          </p:cNvPr>
          <p:cNvSpPr/>
          <p:nvPr/>
        </p:nvSpPr>
        <p:spPr bwMode="auto">
          <a:xfrm>
            <a:off x="7697873" y="4555837"/>
            <a:ext cx="396301" cy="551798"/>
          </a:xfrm>
          <a:prstGeom prst="wedgeRectCallout">
            <a:avLst/>
          </a:prstGeom>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Human Sans ExtraLight" charset="0"/>
                <a:cs typeface="Human Sans ExtraLight" charset="0"/>
              </a:rPr>
              <a:t>?</a:t>
            </a:r>
            <a:endParaRPr lang="en-US" sz="2000" dirty="0">
              <a:solidFill>
                <a:schemeClr val="bg1"/>
              </a:solidFill>
              <a:latin typeface="Calibri Light" panose="020F0302020204030204" pitchFamily="34" charset="0"/>
              <a:ea typeface="Human Sans ExtraLight" charset="0"/>
              <a:cs typeface="Human Sans ExtraLight" charset="0"/>
            </a:endParaRPr>
          </a:p>
        </p:txBody>
      </p:sp>
      <p:grpSp>
        <p:nvGrpSpPr>
          <p:cNvPr id="4" name="Group 3">
            <a:extLst>
              <a:ext uri="{FF2B5EF4-FFF2-40B4-BE49-F238E27FC236}">
                <a16:creationId xmlns:a16="http://schemas.microsoft.com/office/drawing/2014/main" id="{BB4845E9-5781-3F39-B75A-F8107484E395}"/>
              </a:ext>
            </a:extLst>
          </p:cNvPr>
          <p:cNvGrpSpPr/>
          <p:nvPr/>
        </p:nvGrpSpPr>
        <p:grpSpPr>
          <a:xfrm>
            <a:off x="8827288" y="550438"/>
            <a:ext cx="923632" cy="1258357"/>
            <a:chOff x="9278671" y="722843"/>
            <a:chExt cx="923632" cy="1258357"/>
          </a:xfrm>
        </p:grpSpPr>
        <p:pic>
          <p:nvPicPr>
            <p:cNvPr id="5" name="Picture 4" descr="Icon&#10;&#10;Description automatically generated">
              <a:extLst>
                <a:ext uri="{FF2B5EF4-FFF2-40B4-BE49-F238E27FC236}">
                  <a16:creationId xmlns:a16="http://schemas.microsoft.com/office/drawing/2014/main" id="{551DFBEF-7F97-AFC6-553C-1B3BBF9FFF2B}"/>
                </a:ext>
              </a:extLst>
            </p:cNvPr>
            <p:cNvPicPr>
              <a:picLocks noChangeAspect="1"/>
            </p:cNvPicPr>
            <p:nvPr/>
          </p:nvPicPr>
          <p:blipFill>
            <a:blip r:embed="rId4"/>
            <a:stretch>
              <a:fillRect/>
            </a:stretch>
          </p:blipFill>
          <p:spPr>
            <a:xfrm>
              <a:off x="9278671" y="722843"/>
              <a:ext cx="862741" cy="862741"/>
            </a:xfrm>
            <a:prstGeom prst="rect">
              <a:avLst/>
            </a:prstGeom>
          </p:spPr>
        </p:pic>
        <p:sp>
          <p:nvSpPr>
            <p:cNvPr id="6" name="TextBox 5">
              <a:extLst>
                <a:ext uri="{FF2B5EF4-FFF2-40B4-BE49-F238E27FC236}">
                  <a16:creationId xmlns:a16="http://schemas.microsoft.com/office/drawing/2014/main" id="{787D0E6B-D589-01B3-A6E4-63C68B64DD65}"/>
                </a:ext>
              </a:extLst>
            </p:cNvPr>
            <p:cNvSpPr txBox="1"/>
            <p:nvPr/>
          </p:nvSpPr>
          <p:spPr>
            <a:xfrm>
              <a:off x="9287903" y="167367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Dean - SM</a:t>
              </a:r>
            </a:p>
          </p:txBody>
        </p:sp>
      </p:grpSp>
      <p:grpSp>
        <p:nvGrpSpPr>
          <p:cNvPr id="7" name="Group 6">
            <a:extLst>
              <a:ext uri="{FF2B5EF4-FFF2-40B4-BE49-F238E27FC236}">
                <a16:creationId xmlns:a16="http://schemas.microsoft.com/office/drawing/2014/main" id="{84309EC9-FF7E-8DB6-3B0A-F24E5005367D}"/>
              </a:ext>
            </a:extLst>
          </p:cNvPr>
          <p:cNvGrpSpPr/>
          <p:nvPr/>
        </p:nvGrpSpPr>
        <p:grpSpPr>
          <a:xfrm>
            <a:off x="7748640" y="1590899"/>
            <a:ext cx="914400" cy="1280310"/>
            <a:chOff x="7949057" y="1717959"/>
            <a:chExt cx="914400" cy="1280310"/>
          </a:xfrm>
        </p:grpSpPr>
        <p:pic>
          <p:nvPicPr>
            <p:cNvPr id="9" name="Picture 8" descr="Icon, circle&#10;&#10;Description automatically generated">
              <a:extLst>
                <a:ext uri="{FF2B5EF4-FFF2-40B4-BE49-F238E27FC236}">
                  <a16:creationId xmlns:a16="http://schemas.microsoft.com/office/drawing/2014/main" id="{38E0BDAB-5373-19C6-6F91-35D85857A5DD}"/>
                </a:ext>
              </a:extLst>
            </p:cNvPr>
            <p:cNvPicPr>
              <a:picLocks noChangeAspect="1"/>
            </p:cNvPicPr>
            <p:nvPr/>
          </p:nvPicPr>
          <p:blipFill>
            <a:blip r:embed="rId5"/>
            <a:stretch>
              <a:fillRect/>
            </a:stretch>
          </p:blipFill>
          <p:spPr>
            <a:xfrm>
              <a:off x="7974889" y="1717959"/>
              <a:ext cx="862741" cy="862741"/>
            </a:xfrm>
            <a:prstGeom prst="rect">
              <a:avLst/>
            </a:prstGeom>
          </p:spPr>
        </p:pic>
        <p:sp>
          <p:nvSpPr>
            <p:cNvPr id="36" name="TextBox 35">
              <a:extLst>
                <a:ext uri="{FF2B5EF4-FFF2-40B4-BE49-F238E27FC236}">
                  <a16:creationId xmlns:a16="http://schemas.microsoft.com/office/drawing/2014/main" id="{EF22CD6A-7350-B784-9FA5-1629B4C3CE31}"/>
                </a:ext>
              </a:extLst>
            </p:cNvPr>
            <p:cNvSpPr txBox="1"/>
            <p:nvPr/>
          </p:nvSpPr>
          <p:spPr>
            <a:xfrm>
              <a:off x="7949057" y="269074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Adam – SD</a:t>
              </a:r>
            </a:p>
          </p:txBody>
        </p:sp>
      </p:grpSp>
      <p:grpSp>
        <p:nvGrpSpPr>
          <p:cNvPr id="37" name="Group 36">
            <a:extLst>
              <a:ext uri="{FF2B5EF4-FFF2-40B4-BE49-F238E27FC236}">
                <a16:creationId xmlns:a16="http://schemas.microsoft.com/office/drawing/2014/main" id="{15401A2B-13DF-F884-07EA-990F72A86F8E}"/>
              </a:ext>
            </a:extLst>
          </p:cNvPr>
          <p:cNvGrpSpPr/>
          <p:nvPr/>
        </p:nvGrpSpPr>
        <p:grpSpPr>
          <a:xfrm>
            <a:off x="9940995" y="1630369"/>
            <a:ext cx="926780" cy="1257253"/>
            <a:chOff x="10327938" y="1717960"/>
            <a:chExt cx="926780" cy="1257253"/>
          </a:xfrm>
        </p:grpSpPr>
        <p:pic>
          <p:nvPicPr>
            <p:cNvPr id="38" name="Picture 37" descr="Icon&#10;&#10;Description automatically generated">
              <a:extLst>
                <a:ext uri="{FF2B5EF4-FFF2-40B4-BE49-F238E27FC236}">
                  <a16:creationId xmlns:a16="http://schemas.microsoft.com/office/drawing/2014/main" id="{18881A4B-8FB3-CD52-49B2-C568CC61DE34}"/>
                </a:ext>
              </a:extLst>
            </p:cNvPr>
            <p:cNvPicPr>
              <a:picLocks noChangeAspect="1"/>
            </p:cNvPicPr>
            <p:nvPr/>
          </p:nvPicPr>
          <p:blipFill>
            <a:blip r:embed="rId6"/>
            <a:stretch>
              <a:fillRect/>
            </a:stretch>
          </p:blipFill>
          <p:spPr>
            <a:xfrm>
              <a:off x="10327938" y="1717960"/>
              <a:ext cx="862741" cy="862741"/>
            </a:xfrm>
            <a:prstGeom prst="rect">
              <a:avLst/>
            </a:prstGeom>
          </p:spPr>
        </p:pic>
        <p:sp>
          <p:nvSpPr>
            <p:cNvPr id="39" name="TextBox 38">
              <a:extLst>
                <a:ext uri="{FF2B5EF4-FFF2-40B4-BE49-F238E27FC236}">
                  <a16:creationId xmlns:a16="http://schemas.microsoft.com/office/drawing/2014/main" id="{123AC138-EB9B-5AF0-1D25-C569E570C2DA}"/>
                </a:ext>
              </a:extLst>
            </p:cNvPr>
            <p:cNvSpPr txBox="1"/>
            <p:nvPr/>
          </p:nvSpPr>
          <p:spPr>
            <a:xfrm>
              <a:off x="10340318" y="2667688"/>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Mary – PO/BA</a:t>
              </a:r>
            </a:p>
          </p:txBody>
        </p:sp>
      </p:grpSp>
      <p:grpSp>
        <p:nvGrpSpPr>
          <p:cNvPr id="40" name="Group 39">
            <a:extLst>
              <a:ext uri="{FF2B5EF4-FFF2-40B4-BE49-F238E27FC236}">
                <a16:creationId xmlns:a16="http://schemas.microsoft.com/office/drawing/2014/main" id="{B0B1EFE6-25B8-46DF-22EF-47268626D5DA}"/>
              </a:ext>
            </a:extLst>
          </p:cNvPr>
          <p:cNvGrpSpPr/>
          <p:nvPr/>
        </p:nvGrpSpPr>
        <p:grpSpPr>
          <a:xfrm>
            <a:off x="7610190" y="2962921"/>
            <a:ext cx="933043" cy="1261978"/>
            <a:chOff x="7810607" y="3089981"/>
            <a:chExt cx="933043" cy="1261978"/>
          </a:xfrm>
        </p:grpSpPr>
        <p:pic>
          <p:nvPicPr>
            <p:cNvPr id="41" name="Picture 40" descr="Icon&#10;&#10;Description automatically generated">
              <a:extLst>
                <a:ext uri="{FF2B5EF4-FFF2-40B4-BE49-F238E27FC236}">
                  <a16:creationId xmlns:a16="http://schemas.microsoft.com/office/drawing/2014/main" id="{5D679CD3-BC09-9870-C144-64E4120FF3EE}"/>
                </a:ext>
              </a:extLst>
            </p:cNvPr>
            <p:cNvPicPr>
              <a:picLocks noChangeAspect="1"/>
            </p:cNvPicPr>
            <p:nvPr/>
          </p:nvPicPr>
          <p:blipFill>
            <a:blip r:embed="rId7"/>
            <a:stretch>
              <a:fillRect/>
            </a:stretch>
          </p:blipFill>
          <p:spPr>
            <a:xfrm>
              <a:off x="7810607" y="3089981"/>
              <a:ext cx="862741" cy="862741"/>
            </a:xfrm>
            <a:prstGeom prst="rect">
              <a:avLst/>
            </a:prstGeom>
          </p:spPr>
        </p:pic>
        <p:sp>
          <p:nvSpPr>
            <p:cNvPr id="42" name="TextBox 41">
              <a:extLst>
                <a:ext uri="{FF2B5EF4-FFF2-40B4-BE49-F238E27FC236}">
                  <a16:creationId xmlns:a16="http://schemas.microsoft.com/office/drawing/2014/main" id="{C888D0DC-3138-63C0-086D-2383C730CE89}"/>
                </a:ext>
              </a:extLst>
            </p:cNvPr>
            <p:cNvSpPr txBox="1"/>
            <p:nvPr/>
          </p:nvSpPr>
          <p:spPr>
            <a:xfrm>
              <a:off x="7829250" y="4044434"/>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Bob – MD</a:t>
              </a:r>
            </a:p>
          </p:txBody>
        </p:sp>
      </p:grpSp>
      <p:grpSp>
        <p:nvGrpSpPr>
          <p:cNvPr id="43" name="Group 42">
            <a:extLst>
              <a:ext uri="{FF2B5EF4-FFF2-40B4-BE49-F238E27FC236}">
                <a16:creationId xmlns:a16="http://schemas.microsoft.com/office/drawing/2014/main" id="{D57BE348-96F4-A86B-766A-69EE3A26BD5F}"/>
              </a:ext>
            </a:extLst>
          </p:cNvPr>
          <p:cNvGrpSpPr/>
          <p:nvPr/>
        </p:nvGrpSpPr>
        <p:grpSpPr>
          <a:xfrm>
            <a:off x="8656115" y="2962922"/>
            <a:ext cx="914400" cy="1265709"/>
            <a:chOff x="8856532" y="3089982"/>
            <a:chExt cx="914400" cy="1265709"/>
          </a:xfrm>
        </p:grpSpPr>
        <p:pic>
          <p:nvPicPr>
            <p:cNvPr id="44" name="Picture 43" descr="Icon&#10;&#10;Description automatically generated">
              <a:extLst>
                <a:ext uri="{FF2B5EF4-FFF2-40B4-BE49-F238E27FC236}">
                  <a16:creationId xmlns:a16="http://schemas.microsoft.com/office/drawing/2014/main" id="{74801FF4-2909-3002-3F91-24C62642132B}"/>
                </a:ext>
              </a:extLst>
            </p:cNvPr>
            <p:cNvPicPr>
              <a:picLocks noChangeAspect="1"/>
            </p:cNvPicPr>
            <p:nvPr/>
          </p:nvPicPr>
          <p:blipFill>
            <a:blip r:embed="rId8"/>
            <a:stretch>
              <a:fillRect/>
            </a:stretch>
          </p:blipFill>
          <p:spPr>
            <a:xfrm>
              <a:off x="8882362" y="3089982"/>
              <a:ext cx="862741" cy="862741"/>
            </a:xfrm>
            <a:prstGeom prst="rect">
              <a:avLst/>
            </a:prstGeom>
          </p:spPr>
        </p:pic>
        <p:sp>
          <p:nvSpPr>
            <p:cNvPr id="45" name="TextBox 44">
              <a:extLst>
                <a:ext uri="{FF2B5EF4-FFF2-40B4-BE49-F238E27FC236}">
                  <a16:creationId xmlns:a16="http://schemas.microsoft.com/office/drawing/2014/main" id="{B85FC62E-3972-030F-18E0-640C16D623C7}"/>
                </a:ext>
              </a:extLst>
            </p:cNvPr>
            <p:cNvSpPr txBox="1"/>
            <p:nvPr/>
          </p:nvSpPr>
          <p:spPr>
            <a:xfrm>
              <a:off x="8856532" y="4048166"/>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Eva - JD</a:t>
              </a:r>
            </a:p>
          </p:txBody>
        </p:sp>
      </p:grpSp>
      <p:grpSp>
        <p:nvGrpSpPr>
          <p:cNvPr id="46" name="Group 45">
            <a:extLst>
              <a:ext uri="{FF2B5EF4-FFF2-40B4-BE49-F238E27FC236}">
                <a16:creationId xmlns:a16="http://schemas.microsoft.com/office/drawing/2014/main" id="{3EA658B8-54F8-A019-9430-44555FE20C4C}"/>
              </a:ext>
            </a:extLst>
          </p:cNvPr>
          <p:cNvGrpSpPr/>
          <p:nvPr/>
        </p:nvGrpSpPr>
        <p:grpSpPr>
          <a:xfrm>
            <a:off x="9915165" y="2962922"/>
            <a:ext cx="914400" cy="1285035"/>
            <a:chOff x="10115582" y="3089982"/>
            <a:chExt cx="914400" cy="1285035"/>
          </a:xfrm>
        </p:grpSpPr>
        <p:pic>
          <p:nvPicPr>
            <p:cNvPr id="47" name="Picture 46" descr="Icon&#10;&#10;Description automatically generated">
              <a:extLst>
                <a:ext uri="{FF2B5EF4-FFF2-40B4-BE49-F238E27FC236}">
                  <a16:creationId xmlns:a16="http://schemas.microsoft.com/office/drawing/2014/main" id="{7F723980-9F86-DB0F-2C39-652042288F24}"/>
                </a:ext>
              </a:extLst>
            </p:cNvPr>
            <p:cNvPicPr>
              <a:picLocks noChangeAspect="1"/>
            </p:cNvPicPr>
            <p:nvPr/>
          </p:nvPicPr>
          <p:blipFill>
            <a:blip r:embed="rId9"/>
            <a:stretch>
              <a:fillRect/>
            </a:stretch>
          </p:blipFill>
          <p:spPr>
            <a:xfrm>
              <a:off x="10141412" y="3089982"/>
              <a:ext cx="862741" cy="862741"/>
            </a:xfrm>
            <a:prstGeom prst="rect">
              <a:avLst/>
            </a:prstGeom>
          </p:spPr>
        </p:pic>
        <p:sp>
          <p:nvSpPr>
            <p:cNvPr id="48" name="TextBox 47">
              <a:extLst>
                <a:ext uri="{FF2B5EF4-FFF2-40B4-BE49-F238E27FC236}">
                  <a16:creationId xmlns:a16="http://schemas.microsoft.com/office/drawing/2014/main" id="{A41BCC08-3034-1F8B-3F21-EECBD65EB641}"/>
                </a:ext>
              </a:extLst>
            </p:cNvPr>
            <p:cNvSpPr txBox="1"/>
            <p:nvPr/>
          </p:nvSpPr>
          <p:spPr>
            <a:xfrm>
              <a:off x="10115582" y="4067492"/>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Diana - QA</a:t>
              </a:r>
            </a:p>
          </p:txBody>
        </p:sp>
      </p:grpSp>
      <p:grpSp>
        <p:nvGrpSpPr>
          <p:cNvPr id="49" name="Group 48">
            <a:extLst>
              <a:ext uri="{FF2B5EF4-FFF2-40B4-BE49-F238E27FC236}">
                <a16:creationId xmlns:a16="http://schemas.microsoft.com/office/drawing/2014/main" id="{2328E9C9-E83C-362D-F6D2-A69E23B0BBA1}"/>
              </a:ext>
            </a:extLst>
          </p:cNvPr>
          <p:cNvGrpSpPr/>
          <p:nvPr/>
        </p:nvGrpSpPr>
        <p:grpSpPr>
          <a:xfrm>
            <a:off x="9953375" y="4368223"/>
            <a:ext cx="914400" cy="1246962"/>
            <a:chOff x="10338849" y="4462008"/>
            <a:chExt cx="914400" cy="1246962"/>
          </a:xfrm>
        </p:grpSpPr>
        <p:pic>
          <p:nvPicPr>
            <p:cNvPr id="50" name="Picture 49" descr="Icon&#10;&#10;Description automatically generated">
              <a:extLst>
                <a:ext uri="{FF2B5EF4-FFF2-40B4-BE49-F238E27FC236}">
                  <a16:creationId xmlns:a16="http://schemas.microsoft.com/office/drawing/2014/main" id="{7664D971-33C2-298C-5CDD-B8E9723F4675}"/>
                </a:ext>
              </a:extLst>
            </p:cNvPr>
            <p:cNvPicPr>
              <a:picLocks noChangeAspect="1"/>
            </p:cNvPicPr>
            <p:nvPr/>
          </p:nvPicPr>
          <p:blipFill>
            <a:blip r:embed="rId10"/>
            <a:stretch>
              <a:fillRect/>
            </a:stretch>
          </p:blipFill>
          <p:spPr>
            <a:xfrm>
              <a:off x="10364679" y="4462008"/>
              <a:ext cx="862741" cy="862741"/>
            </a:xfrm>
            <a:prstGeom prst="rect">
              <a:avLst/>
            </a:prstGeom>
          </p:spPr>
        </p:pic>
        <p:sp>
          <p:nvSpPr>
            <p:cNvPr id="51" name="TextBox 50">
              <a:extLst>
                <a:ext uri="{FF2B5EF4-FFF2-40B4-BE49-F238E27FC236}">
                  <a16:creationId xmlns:a16="http://schemas.microsoft.com/office/drawing/2014/main" id="{FE7FEC11-0F04-314D-D4CF-BB326136E17C}"/>
                </a:ext>
              </a:extLst>
            </p:cNvPr>
            <p:cNvSpPr txBox="1"/>
            <p:nvPr/>
          </p:nvSpPr>
          <p:spPr>
            <a:xfrm>
              <a:off x="10338849" y="5401445"/>
              <a:ext cx="914400" cy="307525"/>
            </a:xfrm>
            <a:prstGeom prst="rect">
              <a:avLst/>
            </a:prstGeom>
            <a:noFill/>
          </p:spPr>
          <p:txBody>
            <a:bodyPr wrap="none" lIns="0" tIns="0" rIns="0" bIns="0" rtlCol="0">
              <a:noAutofit/>
            </a:bodyPr>
            <a:lstStyle/>
            <a:p>
              <a:pPr algn="ctr">
                <a:lnSpc>
                  <a:spcPct val="110000"/>
                </a:lnSpc>
                <a:spcBef>
                  <a:spcPts val="600"/>
                </a:spcBef>
              </a:pPr>
              <a:r>
                <a:rPr lang="en-US" sz="1200" dirty="0">
                  <a:ea typeface="Human Sans" charset="0"/>
                  <a:cs typeface="Human Sans" charset="0"/>
                </a:rPr>
                <a:t>Pavel - DevOps</a:t>
              </a:r>
            </a:p>
          </p:txBody>
        </p:sp>
      </p:grpSp>
    </p:spTree>
    <p:extLst>
      <p:ext uri="{BB962C8B-B14F-4D97-AF65-F5344CB8AC3E}">
        <p14:creationId xmlns:p14="http://schemas.microsoft.com/office/powerpoint/2010/main" val="317305034"/>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974813" y="3244334"/>
            <a:ext cx="242374" cy="369332"/>
          </a:xfrm>
          <a:prstGeom prst="rect">
            <a:avLst/>
          </a:prstGeom>
        </p:spPr>
        <p:txBody>
          <a:bodyPr wrap="none">
            <a:spAutoFit/>
          </a:bodyPr>
          <a:lstStyle/>
          <a:p>
            <a:r>
              <a:rPr lang="ru-RU">
                <a:solidFill>
                  <a:srgbClr val="000000"/>
                </a:solidFill>
                <a:latin typeface="Times New Roman" panose="02020603050405020304" pitchFamily="18" charset="0"/>
              </a:rPr>
              <a:t> </a:t>
            </a:r>
            <a:endParaRPr lang="ru-RU"/>
          </a:p>
        </p:txBody>
      </p:sp>
      <p:sp>
        <p:nvSpPr>
          <p:cNvPr id="3" name="Title 2">
            <a:extLst>
              <a:ext uri="{FF2B5EF4-FFF2-40B4-BE49-F238E27FC236}">
                <a16:creationId xmlns:a16="http://schemas.microsoft.com/office/drawing/2014/main" id="{7FE0072B-F5BB-B847-8290-F50BF0BBDDEE}"/>
              </a:ext>
            </a:extLst>
          </p:cNvPr>
          <p:cNvSpPr>
            <a:spLocks noGrp="1"/>
          </p:cNvSpPr>
          <p:nvPr>
            <p:ph type="title"/>
          </p:nvPr>
        </p:nvSpPr>
        <p:spPr/>
        <p:txBody>
          <a:bodyPr/>
          <a:lstStyle/>
          <a:p>
            <a:r>
              <a:rPr lang="en-GB" dirty="0"/>
              <a:t>Homework</a:t>
            </a:r>
            <a:endParaRPr lang="en-KZ" dirty="0"/>
          </a:p>
        </p:txBody>
      </p:sp>
      <p:sp>
        <p:nvSpPr>
          <p:cNvPr id="9" name="Text Placeholder 8">
            <a:extLst>
              <a:ext uri="{FF2B5EF4-FFF2-40B4-BE49-F238E27FC236}">
                <a16:creationId xmlns:a16="http://schemas.microsoft.com/office/drawing/2014/main" id="{62F09D45-D9C9-DC4A-B5E8-1951F8CB1E58}"/>
              </a:ext>
            </a:extLst>
          </p:cNvPr>
          <p:cNvSpPr>
            <a:spLocks noGrp="1"/>
          </p:cNvSpPr>
          <p:nvPr>
            <p:ph type="body" sz="quarter" idx="16"/>
          </p:nvPr>
        </p:nvSpPr>
        <p:spPr>
          <a:xfrm>
            <a:off x="1285240" y="2822347"/>
            <a:ext cx="4757677" cy="998735"/>
          </a:xfrm>
        </p:spPr>
        <p:txBody>
          <a:bodyPr/>
          <a:lstStyle/>
          <a:p>
            <a:r>
              <a:rPr lang="en-US" sz="2000" b="1" dirty="0">
                <a:solidFill>
                  <a:schemeClr val="accent6"/>
                </a:solidFill>
                <a:latin typeface="Calibri" panose="020F0502020204030204" pitchFamily="34" charset="0"/>
                <a:cs typeface="Calibri" panose="020F0502020204030204" pitchFamily="34" charset="0"/>
              </a:rPr>
              <a:t>Write your own solution for each case, try to think about consequences of your own decisions</a:t>
            </a:r>
          </a:p>
        </p:txBody>
      </p:sp>
      <p:pic>
        <p:nvPicPr>
          <p:cNvPr id="13" name="Picture Placeholder 12">
            <a:extLst>
              <a:ext uri="{FF2B5EF4-FFF2-40B4-BE49-F238E27FC236}">
                <a16:creationId xmlns:a16="http://schemas.microsoft.com/office/drawing/2014/main" id="{9BB2F88A-DC9D-3601-A5E0-794B18334B92}"/>
              </a:ext>
            </a:extLst>
          </p:cNvPr>
          <p:cNvPicPr>
            <a:picLocks noGrp="1" noChangeAspect="1"/>
          </p:cNvPicPr>
          <p:nvPr>
            <p:ph type="pic" sz="quarter" idx="17"/>
          </p:nvPr>
        </p:nvPicPr>
        <p:blipFill>
          <a:blip r:embed="rId2">
            <a:extLst>
              <a:ext uri="{96DAC541-7B7A-43D3-8B79-37D633B846F1}">
                <asvg:svgBlip xmlns:asvg="http://schemas.microsoft.com/office/drawing/2016/SVG/main" r:embed="rId3"/>
              </a:ext>
            </a:extLst>
          </a:blip>
          <a:srcRect t="414" b="414"/>
          <a:stretch/>
        </p:blipFill>
        <p:spPr/>
      </p:pic>
    </p:spTree>
    <p:extLst>
      <p:ext uri="{BB962C8B-B14F-4D97-AF65-F5344CB8AC3E}">
        <p14:creationId xmlns:p14="http://schemas.microsoft.com/office/powerpoint/2010/main" val="245338789"/>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974813" y="3244334"/>
            <a:ext cx="242374" cy="369332"/>
          </a:xfrm>
          <a:prstGeom prst="rect">
            <a:avLst/>
          </a:prstGeom>
        </p:spPr>
        <p:txBody>
          <a:bodyPr wrap="none">
            <a:spAutoFit/>
          </a:bodyPr>
          <a:lstStyle/>
          <a:p>
            <a:r>
              <a:rPr lang="ru-RU">
                <a:solidFill>
                  <a:srgbClr val="000000"/>
                </a:solidFill>
                <a:latin typeface="Times New Roman" panose="02020603050405020304" pitchFamily="18" charset="0"/>
              </a:rPr>
              <a:t> </a:t>
            </a:r>
            <a:endParaRPr lang="ru-RU"/>
          </a:p>
        </p:txBody>
      </p:sp>
      <p:sp>
        <p:nvSpPr>
          <p:cNvPr id="3" name="Title 2">
            <a:extLst>
              <a:ext uri="{FF2B5EF4-FFF2-40B4-BE49-F238E27FC236}">
                <a16:creationId xmlns:a16="http://schemas.microsoft.com/office/drawing/2014/main" id="{7FE0072B-F5BB-B847-8290-F50BF0BBDDEE}"/>
              </a:ext>
            </a:extLst>
          </p:cNvPr>
          <p:cNvSpPr>
            <a:spLocks noGrp="1"/>
          </p:cNvSpPr>
          <p:nvPr>
            <p:ph type="title"/>
          </p:nvPr>
        </p:nvSpPr>
        <p:spPr/>
        <p:txBody>
          <a:bodyPr/>
          <a:lstStyle/>
          <a:p>
            <a:r>
              <a:rPr lang="en-GB" dirty="0"/>
              <a:t>Q&amp;A</a:t>
            </a:r>
            <a:endParaRPr lang="en-KZ" dirty="0"/>
          </a:p>
        </p:txBody>
      </p:sp>
      <p:sp>
        <p:nvSpPr>
          <p:cNvPr id="9" name="Text Placeholder 8">
            <a:extLst>
              <a:ext uri="{FF2B5EF4-FFF2-40B4-BE49-F238E27FC236}">
                <a16:creationId xmlns:a16="http://schemas.microsoft.com/office/drawing/2014/main" id="{62F09D45-D9C9-DC4A-B5E8-1951F8CB1E58}"/>
              </a:ext>
            </a:extLst>
          </p:cNvPr>
          <p:cNvSpPr>
            <a:spLocks noGrp="1"/>
          </p:cNvSpPr>
          <p:nvPr>
            <p:ph type="body" sz="quarter" idx="16"/>
          </p:nvPr>
        </p:nvSpPr>
        <p:spPr>
          <a:xfrm>
            <a:off x="1285240" y="5014402"/>
            <a:ext cx="4757677" cy="321627"/>
          </a:xfrm>
        </p:spPr>
        <p:txBody>
          <a:bodyPr/>
          <a:lstStyle/>
          <a:p>
            <a:r>
              <a:rPr lang="en-US" sz="2000" b="1" dirty="0">
                <a:solidFill>
                  <a:schemeClr val="accent6"/>
                </a:solidFill>
                <a:latin typeface="Calibri" panose="020F0502020204030204" pitchFamily="34" charset="0"/>
                <a:cs typeface="Calibri" panose="020F0502020204030204" pitchFamily="34" charset="0"/>
              </a:rPr>
              <a:t>Feel free to write them in the chat</a:t>
            </a:r>
          </a:p>
        </p:txBody>
      </p:sp>
      <p:pic>
        <p:nvPicPr>
          <p:cNvPr id="13" name="Picture Placeholder 12">
            <a:extLst>
              <a:ext uri="{FF2B5EF4-FFF2-40B4-BE49-F238E27FC236}">
                <a16:creationId xmlns:a16="http://schemas.microsoft.com/office/drawing/2014/main" id="{9BB2F88A-DC9D-3601-A5E0-794B18334B92}"/>
              </a:ext>
            </a:extLst>
          </p:cNvPr>
          <p:cNvPicPr>
            <a:picLocks noGrp="1" noChangeAspect="1"/>
          </p:cNvPicPr>
          <p:nvPr>
            <p:ph type="pic" sz="quarter" idx="17"/>
          </p:nvPr>
        </p:nvPicPr>
        <p:blipFill>
          <a:blip r:embed="rId2">
            <a:extLst>
              <a:ext uri="{96DAC541-7B7A-43D3-8B79-37D633B846F1}">
                <asvg:svgBlip xmlns:asvg="http://schemas.microsoft.com/office/drawing/2016/SVG/main" r:embed="rId3"/>
              </a:ext>
            </a:extLst>
          </a:blip>
          <a:srcRect t="414" b="414"/>
          <a:stretch/>
        </p:blipFill>
        <p:spPr/>
      </p:pic>
    </p:spTree>
    <p:extLst>
      <p:ext uri="{BB962C8B-B14F-4D97-AF65-F5344CB8AC3E}">
        <p14:creationId xmlns:p14="http://schemas.microsoft.com/office/powerpoint/2010/main" val="372937970"/>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974813" y="3244334"/>
            <a:ext cx="242374" cy="369332"/>
          </a:xfrm>
          <a:prstGeom prst="rect">
            <a:avLst/>
          </a:prstGeom>
        </p:spPr>
        <p:txBody>
          <a:bodyPr wrap="none">
            <a:spAutoFit/>
          </a:bodyPr>
          <a:lstStyle/>
          <a:p>
            <a:r>
              <a:rPr lang="ru-RU">
                <a:solidFill>
                  <a:srgbClr val="000000"/>
                </a:solidFill>
                <a:latin typeface="Times New Roman" panose="02020603050405020304" pitchFamily="18" charset="0"/>
              </a:rPr>
              <a:t> </a:t>
            </a:r>
            <a:endParaRPr lang="ru-RU"/>
          </a:p>
        </p:txBody>
      </p:sp>
      <p:sp>
        <p:nvSpPr>
          <p:cNvPr id="3" name="Title 2">
            <a:extLst>
              <a:ext uri="{FF2B5EF4-FFF2-40B4-BE49-F238E27FC236}">
                <a16:creationId xmlns:a16="http://schemas.microsoft.com/office/drawing/2014/main" id="{7FE0072B-F5BB-B847-8290-F50BF0BBDDEE}"/>
              </a:ext>
            </a:extLst>
          </p:cNvPr>
          <p:cNvSpPr>
            <a:spLocks noGrp="1"/>
          </p:cNvSpPr>
          <p:nvPr>
            <p:ph type="title"/>
          </p:nvPr>
        </p:nvSpPr>
        <p:spPr/>
        <p:txBody>
          <a:bodyPr/>
          <a:lstStyle/>
          <a:p>
            <a:r>
              <a:rPr lang="en-GB" dirty="0"/>
              <a:t>Feedback and takeaways </a:t>
            </a:r>
            <a:endParaRPr lang="en-KZ" dirty="0"/>
          </a:p>
        </p:txBody>
      </p:sp>
      <p:sp>
        <p:nvSpPr>
          <p:cNvPr id="9" name="Text Placeholder 8">
            <a:extLst>
              <a:ext uri="{FF2B5EF4-FFF2-40B4-BE49-F238E27FC236}">
                <a16:creationId xmlns:a16="http://schemas.microsoft.com/office/drawing/2014/main" id="{62F09D45-D9C9-DC4A-B5E8-1951F8CB1E58}"/>
              </a:ext>
            </a:extLst>
          </p:cNvPr>
          <p:cNvSpPr>
            <a:spLocks noGrp="1"/>
          </p:cNvSpPr>
          <p:nvPr>
            <p:ph type="body" sz="quarter" idx="16"/>
          </p:nvPr>
        </p:nvSpPr>
        <p:spPr>
          <a:xfrm>
            <a:off x="1285240" y="5014402"/>
            <a:ext cx="4757677" cy="321627"/>
          </a:xfrm>
        </p:spPr>
        <p:txBody>
          <a:bodyPr/>
          <a:lstStyle/>
          <a:p>
            <a:r>
              <a:rPr lang="en-US" sz="2000" b="1" dirty="0">
                <a:solidFill>
                  <a:schemeClr val="accent6"/>
                </a:solidFill>
                <a:latin typeface="Calibri" panose="020F0502020204030204" pitchFamily="34" charset="0"/>
                <a:cs typeface="Calibri" panose="020F0502020204030204" pitchFamily="34" charset="0"/>
              </a:rPr>
              <a:t>Help the program to become better</a:t>
            </a:r>
          </a:p>
        </p:txBody>
      </p:sp>
      <p:pic>
        <p:nvPicPr>
          <p:cNvPr id="13" name="Picture Placeholder 12">
            <a:extLst>
              <a:ext uri="{FF2B5EF4-FFF2-40B4-BE49-F238E27FC236}">
                <a16:creationId xmlns:a16="http://schemas.microsoft.com/office/drawing/2014/main" id="{9BB2F88A-DC9D-3601-A5E0-794B18334B92}"/>
              </a:ext>
            </a:extLst>
          </p:cNvPr>
          <p:cNvPicPr>
            <a:picLocks noGrp="1" noChangeAspect="1"/>
          </p:cNvPicPr>
          <p:nvPr>
            <p:ph type="pic" sz="quarter" idx="17"/>
          </p:nvPr>
        </p:nvPicPr>
        <p:blipFill>
          <a:blip r:embed="rId3">
            <a:extLst>
              <a:ext uri="{96DAC541-7B7A-43D3-8B79-37D633B846F1}">
                <asvg:svgBlip xmlns:asvg="http://schemas.microsoft.com/office/drawing/2016/SVG/main" r:embed="rId4"/>
              </a:ext>
            </a:extLst>
          </a:blip>
          <a:srcRect t="414" b="414"/>
          <a:stretch/>
        </p:blipFill>
        <p:spPr/>
      </p:pic>
    </p:spTree>
    <p:extLst>
      <p:ext uri="{BB962C8B-B14F-4D97-AF65-F5344CB8AC3E}">
        <p14:creationId xmlns:p14="http://schemas.microsoft.com/office/powerpoint/2010/main" val="862857461"/>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6">
            <a:extLst>
              <a:ext uri="{FF2B5EF4-FFF2-40B4-BE49-F238E27FC236}">
                <a16:creationId xmlns:a16="http://schemas.microsoft.com/office/drawing/2014/main" id="{277F5026-A4B6-3E15-C245-C0AD932D3E7C}"/>
              </a:ext>
            </a:extLst>
          </p:cNvPr>
          <p:cNvPicPr>
            <a:picLocks noChangeAspect="1"/>
          </p:cNvPicPr>
          <p:nvPr/>
        </p:nvPicPr>
        <p:blipFill>
          <a:blip r:embed="rId3"/>
          <a:srcRect/>
          <a:stretch/>
        </p:blipFill>
        <p:spPr>
          <a:xfrm>
            <a:off x="0" y="0"/>
            <a:ext cx="12192000" cy="6858000"/>
          </a:xfrm>
          <a:prstGeom prst="rect">
            <a:avLst/>
          </a:prstGeom>
          <a:noFill/>
        </p:spPr>
      </p:pic>
      <p:sp>
        <p:nvSpPr>
          <p:cNvPr id="3" name="Text Placeholder 2">
            <a:extLst>
              <a:ext uri="{FF2B5EF4-FFF2-40B4-BE49-F238E27FC236}">
                <a16:creationId xmlns:a16="http://schemas.microsoft.com/office/drawing/2014/main" id="{605CD837-5DA0-7F49-823D-405CCB7B0E1F}"/>
              </a:ext>
            </a:extLst>
          </p:cNvPr>
          <p:cNvSpPr>
            <a:spLocks noGrp="1"/>
          </p:cNvSpPr>
          <p:nvPr>
            <p:ph type="body" sz="quarter" idx="12"/>
          </p:nvPr>
        </p:nvSpPr>
        <p:spPr>
          <a:xfrm>
            <a:off x="647699" y="4531314"/>
            <a:ext cx="3827462" cy="257250"/>
          </a:xfrm>
        </p:spPr>
        <p:txBody>
          <a:bodyPr/>
          <a:lstStyle/>
          <a:p>
            <a:r>
              <a:rPr lang="en-US" sz="2000" dirty="0">
                <a:solidFill>
                  <a:schemeClr val="tx1"/>
                </a:solidFill>
              </a:rPr>
              <a:t>Please contact us</a:t>
            </a:r>
          </a:p>
          <a:p>
            <a:endParaRPr lang="en-US" dirty="0">
              <a:solidFill>
                <a:schemeClr val="tx1"/>
              </a:solidFill>
            </a:endParaRPr>
          </a:p>
          <a:p>
            <a:r>
              <a:rPr lang="en-US" b="1" dirty="0">
                <a:solidFill>
                  <a:schemeClr val="accent6"/>
                </a:solidFill>
              </a:rPr>
              <a:t>uladzimir_litvinau@epam.com</a:t>
            </a:r>
          </a:p>
          <a:p>
            <a:r>
              <a:rPr lang="en-US" b="1" dirty="0">
                <a:solidFill>
                  <a:schemeClr val="accent6"/>
                </a:solidFill>
              </a:rPr>
              <a:t>wl.litvinov@gmail.com</a:t>
            </a:r>
          </a:p>
        </p:txBody>
      </p:sp>
      <p:sp>
        <p:nvSpPr>
          <p:cNvPr id="2" name="Title 1">
            <a:extLst>
              <a:ext uri="{FF2B5EF4-FFF2-40B4-BE49-F238E27FC236}">
                <a16:creationId xmlns:a16="http://schemas.microsoft.com/office/drawing/2014/main" id="{FCDCF703-2E21-034C-BAC7-3D90554215AF}"/>
              </a:ext>
            </a:extLst>
          </p:cNvPr>
          <p:cNvSpPr>
            <a:spLocks noGrp="1"/>
          </p:cNvSpPr>
          <p:nvPr>
            <p:ph type="title"/>
          </p:nvPr>
        </p:nvSpPr>
        <p:spPr/>
        <p:txBody>
          <a:bodyPr/>
          <a:lstStyle/>
          <a:p>
            <a:r>
              <a:rPr lang="en-US">
                <a:solidFill>
                  <a:schemeClr val="accent6"/>
                </a:solidFill>
              </a:rPr>
              <a:t>Thank you!</a:t>
            </a:r>
          </a:p>
        </p:txBody>
      </p:sp>
      <p:pic>
        <p:nvPicPr>
          <p:cNvPr id="35" name="Picture 34">
            <a:extLst>
              <a:ext uri="{FF2B5EF4-FFF2-40B4-BE49-F238E27FC236}">
                <a16:creationId xmlns:a16="http://schemas.microsoft.com/office/drawing/2014/main" id="{F1463326-CCCC-528D-E5FB-2F15B595A85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pic>
        <p:nvPicPr>
          <p:cNvPr id="4" name="Graphic 2">
            <a:extLst>
              <a:ext uri="{FF2B5EF4-FFF2-40B4-BE49-F238E27FC236}">
                <a16:creationId xmlns:a16="http://schemas.microsoft.com/office/drawing/2014/main" id="{5943D167-7CFA-DE7E-00CD-5CC24E1D2F05}"/>
              </a:ext>
            </a:extLst>
          </p:cNvPr>
          <p:cNvPicPr>
            <a:picLocks noChangeAspect="1"/>
          </p:cNvPicPr>
          <p:nvPr/>
        </p:nvPicPr>
        <p:blipFill>
          <a:blip r:embed="rId5"/>
          <a:srcRect/>
          <a:stretch/>
        </p:blipFill>
        <p:spPr>
          <a:xfrm>
            <a:off x="1677511" y="692958"/>
            <a:ext cx="908033" cy="245472"/>
          </a:xfrm>
          <a:prstGeom prst="rect">
            <a:avLst/>
          </a:prstGeom>
        </p:spPr>
      </p:pic>
    </p:spTree>
    <p:extLst>
      <p:ext uri="{BB962C8B-B14F-4D97-AF65-F5344CB8AC3E}">
        <p14:creationId xmlns:p14="http://schemas.microsoft.com/office/powerpoint/2010/main" val="2011181405"/>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2.xml><?xml version="1.0" encoding="utf-8"?>
<p:tagLst xmlns:a="http://schemas.openxmlformats.org/drawingml/2006/main" xmlns:r="http://schemas.openxmlformats.org/officeDocument/2006/relationships" xmlns:p="http://schemas.openxmlformats.org/presentationml/2006/main">
  <p:tag name="MIO_SHAPETYPES_AGENDA" val="MIO_AGENDA_FIRSTELEMENT_DECORATION"/>
</p:tagLst>
</file>

<file path=ppt/tags/tag3.xml><?xml version="1.0" encoding="utf-8"?>
<p:tagLst xmlns:a="http://schemas.openxmlformats.org/drawingml/2006/main" xmlns:r="http://schemas.openxmlformats.org/officeDocument/2006/relationships" xmlns:p="http://schemas.openxmlformats.org/presentationml/2006/main">
  <p:tag name="MIO_SHAPETYPES_AGENDA" val="MIO_AGENDA_FIRSTELEMENT_DECORATION"/>
</p:tagLst>
</file>

<file path=ppt/tags/tag4.xml><?xml version="1.0" encoding="utf-8"?>
<p:tagLst xmlns:a="http://schemas.openxmlformats.org/drawingml/2006/main" xmlns:r="http://schemas.openxmlformats.org/officeDocument/2006/relationships" xmlns:p="http://schemas.openxmlformats.org/presentationml/2006/main">
  <p:tag name="MIO_SHAPETYPES_AGENDA" val="MIO_AGENDA_FIRSTELEMENT_DECORATION"/>
</p:tagLst>
</file>

<file path=ppt/theme/theme1.xml><?xml version="1.0" encoding="utf-8"?>
<a:theme xmlns:a="http://schemas.openxmlformats.org/drawingml/2006/main" name="4_EngX Theme - ver.1.0">
  <a:themeElements>
    <a:clrScheme name="EngX Color Palette">
      <a:dk1>
        <a:srgbClr val="000000"/>
      </a:dk1>
      <a:lt1>
        <a:srgbClr val="FFFFFF"/>
      </a:lt1>
      <a:dk2>
        <a:srgbClr val="0A203C"/>
      </a:dk2>
      <a:lt2>
        <a:srgbClr val="F1F9F8"/>
      </a:lt2>
      <a:accent1>
        <a:srgbClr val="2C302F"/>
      </a:accent1>
      <a:accent2>
        <a:srgbClr val="1698DC"/>
      </a:accent2>
      <a:accent3>
        <a:srgbClr val="FA9A26"/>
      </a:accent3>
      <a:accent4>
        <a:srgbClr val="FF736C"/>
      </a:accent4>
      <a:accent5>
        <a:srgbClr val="75CCBD"/>
      </a:accent5>
      <a:accent6>
        <a:srgbClr val="177D69"/>
      </a:accent6>
      <a:hlink>
        <a:srgbClr val="37C1D6"/>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Presentation6" id="{62DACD8C-B8D8-704C-A726-ED3C800E8B6F}" vid="{BF7782E1-39DB-C74E-80CB-72E0F1C63B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6088</TotalTime>
  <Words>4090</Words>
  <Application>Microsoft Office PowerPoint</Application>
  <PresentationFormat>Widescreen</PresentationFormat>
  <Paragraphs>507</Paragraphs>
  <Slides>35</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-apple-system</vt:lpstr>
      <vt:lpstr>Arial</vt:lpstr>
      <vt:lpstr>Calibri</vt:lpstr>
      <vt:lpstr>Calibri Light</vt:lpstr>
      <vt:lpstr>Human Sans</vt:lpstr>
      <vt:lpstr>Roboto</vt:lpstr>
      <vt:lpstr>Times New Roman</vt:lpstr>
      <vt:lpstr>4_EngX Theme - ver.1.0</vt:lpstr>
      <vt:lpstr>PowerPoint Presentation</vt:lpstr>
      <vt:lpstr> (Recording) Table of Contents  </vt:lpstr>
      <vt:lpstr>Speaker: Uladzimir Litvinau Software Engineering Team Leader </vt:lpstr>
      <vt:lpstr>Work hard now Save thousands of hours and nerves in future…</vt:lpstr>
      <vt:lpstr>From Senior Developer to Junior Team Lead (and sometimes back)</vt:lpstr>
      <vt:lpstr>What is the difference in learning style of child and an adult?…</vt:lpstr>
      <vt:lpstr>Kolb's Experiential Learning Theory</vt:lpstr>
      <vt:lpstr>What are the key skills of a Team Lead? What is the difference between a group and a team?</vt:lpstr>
      <vt:lpstr>A team is a small number of people with complementary skills who are committed to a common purpose, set of performance goals, and approach for which they hold themselves mutually accountable.</vt:lpstr>
      <vt:lpstr>What are the key skills of Team Lead?</vt:lpstr>
      <vt:lpstr>Key Skills and Roles</vt:lpstr>
      <vt:lpstr>Team development model by Tackman</vt:lpstr>
      <vt:lpstr>THE FUNDAMENTAL ATTRIBUTION ERROR</vt:lpstr>
      <vt:lpstr>Dialectical method (logic)</vt:lpstr>
      <vt:lpstr>So, you've just become a team lead of new team that will work on new project… </vt:lpstr>
      <vt:lpstr>You've just met your new team. What will be your first actions?</vt:lpstr>
      <vt:lpstr>In your work you need two frameworks, the first is required from client's side. The second you and your team should choose.  How will you do it? </vt:lpstr>
      <vt:lpstr>Client asks you to estimate first epic with the list of stories.  How will you do it, what instruments and practices will you use for it? </vt:lpstr>
      <vt:lpstr>After estimation session Eva said that she doesn't understand how estimation works, for her is obvious, that she'll do same task as Adam for x100 times longer.  What will you do with it?</vt:lpstr>
      <vt:lpstr>PO thinks that your estimation is too large, she thought that it will take less time or story points.  What will you do? </vt:lpstr>
      <vt:lpstr>You and the rest of the team see that something bad is happening between Adam and Bob, in the first weeks they tried to just ignore their differences, but now you all see that every day the estimation, code review or even discussion about any issue leads to conflicts. What will you do?</vt:lpstr>
      <vt:lpstr>Diana complains that after implementing of every feature something is breaking in features that was implemented before, she asks you to do something with it. What will be your actions?</vt:lpstr>
      <vt:lpstr>Whatever decision you’ve made, in few weeks after, you can see that Bob is ignoring your decision and Eva is taking he's behavior as an example. What will you do?</vt:lpstr>
      <vt:lpstr>Bob starts to be a bottleneck - his capacity isn't enough to solve all required issues. How can you solve it? </vt:lpstr>
      <vt:lpstr>After 6 moth from start of the project Bob broke his arm, and he will not be able to work for 3 weeks. Are you ready for this situation? What should you do if you are ready, and what if you are not?</vt:lpstr>
      <vt:lpstr>Client asks your team to add ultra high priority task in the middle of current sprint. Adam doesn't think that this is a good idea, Mary thinks that we just must do it anyway. What will you do and how will you convince your position or decision?</vt:lpstr>
      <vt:lpstr>User story contains several tasks, one of which has tiny functionality but at the same time requires a large effort.  How will you communicate it with PO / customer?</vt:lpstr>
      <vt:lpstr>Business Analyst creates contradiction requirements unclear for developers.  What will be your actions?</vt:lpstr>
      <vt:lpstr>Developer from your team wants to become a teamlead (who is it depending on your previous decisions).  What will you do?</vt:lpstr>
      <vt:lpstr>10 minutes before the customer demo, you notice that the app/feature you want to demo isn't working. What will you do?</vt:lpstr>
      <vt:lpstr>You did a very good job, customer is happy, team very likes you and each other, team spirit is very-very high. But you know, that soon project will be over, the job is done.  What should you think about it and what should you do?</vt:lpstr>
      <vt:lpstr>Homework</vt:lpstr>
      <vt:lpstr>Q&amp;A</vt:lpstr>
      <vt:lpstr>Feedback and takeaways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description</dc:title>
  <dc:creator>Yana Noninian</dc:creator>
  <cp:lastModifiedBy>Uladzimir Litvinau</cp:lastModifiedBy>
  <cp:revision>68</cp:revision>
  <dcterms:created xsi:type="dcterms:W3CDTF">2021-04-12T06:51:46Z</dcterms:created>
  <dcterms:modified xsi:type="dcterms:W3CDTF">2024-04-18T14:49:37Z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535040-0af2-483f-adc3-a132c21e3e2b_Name">
    <vt:lpwstr>EPAM_Confidential</vt:lpwstr>
  </property>
  <property fmtid="{D5CDD505-2E9C-101B-9397-08002B2CF9AE}" pid="3" name="MSIP_Label_2a535040-0af2-483f-adc3-a132c21e3e2b_ContentBits">
    <vt:lpwstr>0</vt:lpwstr>
  </property>
  <property fmtid="{D5CDD505-2E9C-101B-9397-08002B2CF9AE}" pid="4" name="MSIP_Label_2a535040-0af2-483f-adc3-a132c21e3e2b_SiteId">
    <vt:lpwstr>b41b72d0-4e9f-4c26-8a69-f949f367c91d</vt:lpwstr>
  </property>
  <property fmtid="{D5CDD505-2E9C-101B-9397-08002B2CF9AE}" pid="5" name="MSIP_Label_2a535040-0af2-483f-adc3-a132c21e3e2b_Method">
    <vt:lpwstr>Standard</vt:lpwstr>
  </property>
  <property fmtid="{D5CDD505-2E9C-101B-9397-08002B2CF9AE}" pid="6" name="MSIP_Label_2a535040-0af2-483f-adc3-a132c21e3e2b_ActionId">
    <vt:lpwstr>499cad17-fec2-4cef-bb0f-a2f73e09e9a6</vt:lpwstr>
  </property>
  <property fmtid="{D5CDD505-2E9C-101B-9397-08002B2CF9AE}" pid="7" name="MSIP_Label_2a535040-0af2-483f-adc3-a132c21e3e2b_Enabled">
    <vt:lpwstr>true</vt:lpwstr>
  </property>
  <property fmtid="{D5CDD505-2E9C-101B-9397-08002B2CF9AE}" pid="8" name="MSIP_Label_2a535040-0af2-483f-adc3-a132c21e3e2b_SetDate">
    <vt:lpwstr>2022-04-19T10:43:58Z</vt:lpwstr>
  </property>
</Properties>
</file>