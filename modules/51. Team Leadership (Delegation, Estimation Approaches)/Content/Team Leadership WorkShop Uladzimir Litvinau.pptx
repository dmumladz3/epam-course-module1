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4.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76" r:id="rId2"/>
    <p:sldMasterId id="2147483663" r:id="rId3"/>
    <p:sldMasterId id="2147483721" r:id="rId4"/>
    <p:sldMasterId id="2147483737" r:id="rId5"/>
  </p:sldMasterIdLst>
  <p:notesMasterIdLst>
    <p:notesMasterId r:id="rId37"/>
  </p:notesMasterIdLst>
  <p:handoutMasterIdLst>
    <p:handoutMasterId r:id="rId38"/>
  </p:handoutMasterIdLst>
  <p:sldIdLst>
    <p:sldId id="426" r:id="rId6"/>
    <p:sldId id="427" r:id="rId7"/>
    <p:sldId id="431" r:id="rId8"/>
    <p:sldId id="495" r:id="rId9"/>
    <p:sldId id="496" r:id="rId10"/>
    <p:sldId id="471" r:id="rId11"/>
    <p:sldId id="473" r:id="rId12"/>
    <p:sldId id="475" r:id="rId13"/>
    <p:sldId id="476" r:id="rId14"/>
    <p:sldId id="477" r:id="rId15"/>
    <p:sldId id="478" r:id="rId16"/>
    <p:sldId id="497" r:id="rId17"/>
    <p:sldId id="474" r:id="rId18"/>
    <p:sldId id="479" r:id="rId19"/>
    <p:sldId id="472" r:id="rId20"/>
    <p:sldId id="480" r:id="rId21"/>
    <p:sldId id="481" r:id="rId22"/>
    <p:sldId id="492" r:id="rId23"/>
    <p:sldId id="491" r:id="rId24"/>
    <p:sldId id="482" r:id="rId25"/>
    <p:sldId id="483" r:id="rId26"/>
    <p:sldId id="493" r:id="rId27"/>
    <p:sldId id="484" r:id="rId28"/>
    <p:sldId id="494" r:id="rId29"/>
    <p:sldId id="485" r:id="rId30"/>
    <p:sldId id="486" r:id="rId31"/>
    <p:sldId id="487" r:id="rId32"/>
    <p:sldId id="488" r:id="rId33"/>
    <p:sldId id="489" r:id="rId34"/>
    <p:sldId id="490" r:id="rId35"/>
    <p:sldId id="446" r:id="rId36"/>
  </p:sldIdLst>
  <p:sldSz cx="9144000" cy="5143500" type="screen16x9"/>
  <p:notesSz cx="7104063" cy="10234613"/>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063" userDrawn="1">
          <p15:clr>
            <a:srgbClr val="A4A3A4"/>
          </p15:clr>
        </p15:guide>
        <p15:guide id="2" pos="153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a:srgbClr val="C9DB48"/>
    <a:srgbClr val="76CDD8"/>
    <a:srgbClr val="ECF6F8"/>
    <a:srgbClr val="D6EDF0"/>
    <a:srgbClr val="1E2A3C"/>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8D2494-D06A-4482-A17E-2E76AC10EFA9}" v="252" dt="2021-12-03T08:43:51.0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6" autoAdjust="0"/>
    <p:restoredTop sz="87312" autoAdjust="0"/>
  </p:normalViewPr>
  <p:slideViewPr>
    <p:cSldViewPr snapToGrid="0">
      <p:cViewPr varScale="1">
        <p:scale>
          <a:sx n="150" d="100"/>
          <a:sy n="150" d="100"/>
        </p:scale>
        <p:origin x="426" y="114"/>
      </p:cViewPr>
      <p:guideLst/>
    </p:cSldViewPr>
  </p:slideViewPr>
  <p:outlineViewPr>
    <p:cViewPr>
      <p:scale>
        <a:sx n="33" d="100"/>
        <a:sy n="33" d="100"/>
      </p:scale>
      <p:origin x="0" y="0"/>
    </p:cViewPr>
  </p:outlineViewPr>
  <p:notesTextViewPr>
    <p:cViewPr>
      <p:scale>
        <a:sx n="225" d="100"/>
        <a:sy n="225" d="100"/>
      </p:scale>
      <p:origin x="0" y="0"/>
    </p:cViewPr>
  </p:notesTextViewPr>
  <p:sorterViewPr>
    <p:cViewPr>
      <p:scale>
        <a:sx n="100" d="100"/>
        <a:sy n="100" d="100"/>
      </p:scale>
      <p:origin x="0" y="0"/>
    </p:cViewPr>
  </p:sorterViewPr>
  <p:notesViewPr>
    <p:cSldViewPr snapToGrid="0" showGuides="1">
      <p:cViewPr varScale="1">
        <p:scale>
          <a:sx n="89" d="100"/>
          <a:sy n="89" d="100"/>
        </p:scale>
        <p:origin x="3714" y="72"/>
      </p:cViewPr>
      <p:guideLst>
        <p:guide orient="horz" pos="3063"/>
        <p:guide pos="153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5/10/relationships/revisionInfo" Target="revisionInfo.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8"/>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023992" y="0"/>
            <a:ext cx="3078427" cy="513508"/>
          </a:xfrm>
          <a:prstGeom prst="rect">
            <a:avLst/>
          </a:prstGeom>
        </p:spPr>
        <p:txBody>
          <a:bodyPr vert="horz" lIns="96661" tIns="48331" rIns="96661" bIns="48331" rtlCol="0"/>
          <a:lstStyle>
            <a:lvl1pPr algn="r">
              <a:defRPr sz="1300"/>
            </a:lvl1pPr>
          </a:lstStyle>
          <a:p>
            <a:fld id="{3FDC14FC-A894-4869-A797-1EC82735D106}" type="datetimeFigureOut">
              <a:rPr lang="en-US" smtClean="0"/>
              <a:t>01-Dec-21</a:t>
            </a:fld>
            <a:endParaRPr lang="en-US"/>
          </a:p>
        </p:txBody>
      </p:sp>
      <p:sp>
        <p:nvSpPr>
          <p:cNvPr id="4" name="Footer Placeholder 3"/>
          <p:cNvSpPr>
            <a:spLocks noGrp="1"/>
          </p:cNvSpPr>
          <p:nvPr>
            <p:ph type="ftr" sz="quarter" idx="2"/>
          </p:nvPr>
        </p:nvSpPr>
        <p:spPr>
          <a:xfrm>
            <a:off x="0" y="9721106"/>
            <a:ext cx="3078427" cy="513507"/>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4023992" y="9721106"/>
            <a:ext cx="3078427" cy="513507"/>
          </a:xfrm>
          <a:prstGeom prst="rect">
            <a:avLst/>
          </a:prstGeom>
        </p:spPr>
        <p:txBody>
          <a:bodyPr vert="horz" lIns="96661" tIns="48331" rIns="96661" bIns="48331" rtlCol="0" anchor="b"/>
          <a:lstStyle>
            <a:lvl1pPr algn="r">
              <a:defRPr sz="13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8"/>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023992" y="0"/>
            <a:ext cx="3078427" cy="513508"/>
          </a:xfrm>
          <a:prstGeom prst="rect">
            <a:avLst/>
          </a:prstGeom>
        </p:spPr>
        <p:txBody>
          <a:bodyPr vert="horz" lIns="96661" tIns="48331" rIns="96661" bIns="48331" rtlCol="0"/>
          <a:lstStyle>
            <a:lvl1pPr algn="r">
              <a:defRPr sz="1300"/>
            </a:lvl1pPr>
          </a:lstStyle>
          <a:p>
            <a:fld id="{B4F99C05-63F9-4248-8E20-3ACD9DF9DE7F}" type="datetimeFigureOut">
              <a:rPr lang="en-US" smtClean="0"/>
              <a:t>01-Dec-21</a:t>
            </a:fld>
            <a:endParaRPr lang="en-US"/>
          </a:p>
        </p:txBody>
      </p:sp>
      <p:sp>
        <p:nvSpPr>
          <p:cNvPr id="4" name="Slide Image Placeholder 3"/>
          <p:cNvSpPr>
            <a:spLocks noGrp="1" noRot="1" noChangeAspect="1"/>
          </p:cNvSpPr>
          <p:nvPr>
            <p:ph type="sldImg" idx="2"/>
          </p:nvPr>
        </p:nvSpPr>
        <p:spPr>
          <a:xfrm>
            <a:off x="482600" y="1279525"/>
            <a:ext cx="6138863" cy="345440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10407" y="4925408"/>
            <a:ext cx="5683250" cy="4029879"/>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6"/>
            <a:ext cx="3078427" cy="513507"/>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023992" y="9721106"/>
            <a:ext cx="3078427" cy="513507"/>
          </a:xfrm>
          <a:prstGeom prst="rect">
            <a:avLst/>
          </a:prstGeom>
        </p:spPr>
        <p:txBody>
          <a:bodyPr vert="horz" lIns="96661" tIns="48331" rIns="96661" bIns="48331" rtlCol="0" anchor="b"/>
          <a:lstStyle>
            <a:lvl1pPr algn="r">
              <a:defRPr sz="13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2</a:t>
            </a:fld>
            <a:endParaRPr lang="en-US" dirty="0"/>
          </a:p>
        </p:txBody>
      </p:sp>
    </p:spTree>
    <p:extLst>
      <p:ext uri="{BB962C8B-B14F-4D97-AF65-F5344CB8AC3E}">
        <p14:creationId xmlns:p14="http://schemas.microsoft.com/office/powerpoint/2010/main" val="3324103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3</a:t>
            </a:fld>
            <a:endParaRPr lang="en-US" dirty="0"/>
          </a:p>
        </p:txBody>
      </p:sp>
    </p:spTree>
    <p:extLst>
      <p:ext uri="{BB962C8B-B14F-4D97-AF65-F5344CB8AC3E}">
        <p14:creationId xmlns:p14="http://schemas.microsoft.com/office/powerpoint/2010/main" val="1981484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4</a:t>
            </a:fld>
            <a:endParaRPr lang="en-US"/>
          </a:p>
        </p:txBody>
      </p:sp>
    </p:spTree>
    <p:extLst>
      <p:ext uri="{BB962C8B-B14F-4D97-AF65-F5344CB8AC3E}">
        <p14:creationId xmlns:p14="http://schemas.microsoft.com/office/powerpoint/2010/main" val="1887532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5</a:t>
            </a:fld>
            <a:endParaRPr lang="en-US"/>
          </a:p>
        </p:txBody>
      </p:sp>
    </p:spTree>
    <p:extLst>
      <p:ext uri="{BB962C8B-B14F-4D97-AF65-F5344CB8AC3E}">
        <p14:creationId xmlns:p14="http://schemas.microsoft.com/office/powerpoint/2010/main" val="4165290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6</a:t>
            </a:fld>
            <a:endParaRPr lang="en-US"/>
          </a:p>
        </p:txBody>
      </p:sp>
    </p:spTree>
    <p:extLst>
      <p:ext uri="{BB962C8B-B14F-4D97-AF65-F5344CB8AC3E}">
        <p14:creationId xmlns:p14="http://schemas.microsoft.com/office/powerpoint/2010/main" val="2471871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7</a:t>
            </a:fld>
            <a:endParaRPr lang="en-US"/>
          </a:p>
        </p:txBody>
      </p:sp>
    </p:spTree>
    <p:extLst>
      <p:ext uri="{BB962C8B-B14F-4D97-AF65-F5344CB8AC3E}">
        <p14:creationId xmlns:p14="http://schemas.microsoft.com/office/powerpoint/2010/main" val="35260241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8</a:t>
            </a:fld>
            <a:endParaRPr lang="en-US"/>
          </a:p>
        </p:txBody>
      </p:sp>
    </p:spTree>
    <p:extLst>
      <p:ext uri="{BB962C8B-B14F-4D97-AF65-F5344CB8AC3E}">
        <p14:creationId xmlns:p14="http://schemas.microsoft.com/office/powerpoint/2010/main" val="6223310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9</a:t>
            </a:fld>
            <a:endParaRPr lang="en-US"/>
          </a:p>
        </p:txBody>
      </p:sp>
    </p:spTree>
    <p:extLst>
      <p:ext uri="{BB962C8B-B14F-4D97-AF65-F5344CB8AC3E}">
        <p14:creationId xmlns:p14="http://schemas.microsoft.com/office/powerpoint/2010/main" val="1409740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10</a:t>
            </a:fld>
            <a:endParaRPr lang="en-US"/>
          </a:p>
        </p:txBody>
      </p:sp>
    </p:spTree>
    <p:extLst>
      <p:ext uri="{BB962C8B-B14F-4D97-AF65-F5344CB8AC3E}">
        <p14:creationId xmlns:p14="http://schemas.microsoft.com/office/powerpoint/2010/main" val="755915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11</a:t>
            </a:fld>
            <a:endParaRPr lang="en-US"/>
          </a:p>
        </p:txBody>
      </p:sp>
    </p:spTree>
    <p:extLst>
      <p:ext uri="{BB962C8B-B14F-4D97-AF65-F5344CB8AC3E}">
        <p14:creationId xmlns:p14="http://schemas.microsoft.com/office/powerpoint/2010/main" val="27686795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12</a:t>
            </a:fld>
            <a:endParaRPr lang="en-US"/>
          </a:p>
        </p:txBody>
      </p:sp>
    </p:spTree>
    <p:extLst>
      <p:ext uri="{BB962C8B-B14F-4D97-AF65-F5344CB8AC3E}">
        <p14:creationId xmlns:p14="http://schemas.microsoft.com/office/powerpoint/2010/main" val="321934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13</a:t>
            </a:fld>
            <a:endParaRPr lang="en-US"/>
          </a:p>
        </p:txBody>
      </p:sp>
    </p:spTree>
    <p:extLst>
      <p:ext uri="{BB962C8B-B14F-4D97-AF65-F5344CB8AC3E}">
        <p14:creationId xmlns:p14="http://schemas.microsoft.com/office/powerpoint/2010/main" val="15594672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14</a:t>
            </a:fld>
            <a:endParaRPr lang="en-US"/>
          </a:p>
        </p:txBody>
      </p:sp>
    </p:spTree>
    <p:extLst>
      <p:ext uri="{BB962C8B-B14F-4D97-AF65-F5344CB8AC3E}">
        <p14:creationId xmlns:p14="http://schemas.microsoft.com/office/powerpoint/2010/main" val="27259590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15</a:t>
            </a:fld>
            <a:endParaRPr lang="en-US"/>
          </a:p>
        </p:txBody>
      </p:sp>
    </p:spTree>
    <p:extLst>
      <p:ext uri="{BB962C8B-B14F-4D97-AF65-F5344CB8AC3E}">
        <p14:creationId xmlns:p14="http://schemas.microsoft.com/office/powerpoint/2010/main" val="2283499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16</a:t>
            </a:fld>
            <a:endParaRPr lang="en-US"/>
          </a:p>
        </p:txBody>
      </p:sp>
    </p:spTree>
    <p:extLst>
      <p:ext uri="{BB962C8B-B14F-4D97-AF65-F5344CB8AC3E}">
        <p14:creationId xmlns:p14="http://schemas.microsoft.com/office/powerpoint/2010/main" val="9740516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17</a:t>
            </a:fld>
            <a:endParaRPr lang="en-US"/>
          </a:p>
        </p:txBody>
      </p:sp>
    </p:spTree>
    <p:extLst>
      <p:ext uri="{BB962C8B-B14F-4D97-AF65-F5344CB8AC3E}">
        <p14:creationId xmlns:p14="http://schemas.microsoft.com/office/powerpoint/2010/main" val="7644807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18</a:t>
            </a:fld>
            <a:endParaRPr lang="en-US"/>
          </a:p>
        </p:txBody>
      </p:sp>
    </p:spTree>
    <p:extLst>
      <p:ext uri="{BB962C8B-B14F-4D97-AF65-F5344CB8AC3E}">
        <p14:creationId xmlns:p14="http://schemas.microsoft.com/office/powerpoint/2010/main" val="20564879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19</a:t>
            </a:fld>
            <a:endParaRPr lang="en-US"/>
          </a:p>
        </p:txBody>
      </p:sp>
    </p:spTree>
    <p:extLst>
      <p:ext uri="{BB962C8B-B14F-4D97-AF65-F5344CB8AC3E}">
        <p14:creationId xmlns:p14="http://schemas.microsoft.com/office/powerpoint/2010/main" val="4345851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20</a:t>
            </a:fld>
            <a:endParaRPr lang="en-US"/>
          </a:p>
        </p:txBody>
      </p:sp>
    </p:spTree>
    <p:extLst>
      <p:ext uri="{BB962C8B-B14F-4D97-AF65-F5344CB8AC3E}">
        <p14:creationId xmlns:p14="http://schemas.microsoft.com/office/powerpoint/2010/main" val="11415475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21</a:t>
            </a:fld>
            <a:endParaRPr lang="en-US"/>
          </a:p>
        </p:txBody>
      </p:sp>
    </p:spTree>
    <p:extLst>
      <p:ext uri="{BB962C8B-B14F-4D97-AF65-F5344CB8AC3E}">
        <p14:creationId xmlns:p14="http://schemas.microsoft.com/office/powerpoint/2010/main" val="37864524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22</a:t>
            </a:fld>
            <a:endParaRPr lang="en-US"/>
          </a:p>
        </p:txBody>
      </p:sp>
    </p:spTree>
    <p:extLst>
      <p:ext uri="{BB962C8B-B14F-4D97-AF65-F5344CB8AC3E}">
        <p14:creationId xmlns:p14="http://schemas.microsoft.com/office/powerpoint/2010/main" val="17932461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23</a:t>
            </a:fld>
            <a:endParaRPr lang="en-US"/>
          </a:p>
        </p:txBody>
      </p:sp>
    </p:spTree>
    <p:extLst>
      <p:ext uri="{BB962C8B-B14F-4D97-AF65-F5344CB8AC3E}">
        <p14:creationId xmlns:p14="http://schemas.microsoft.com/office/powerpoint/2010/main" val="31536832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24</a:t>
            </a:fld>
            <a:endParaRPr lang="en-US"/>
          </a:p>
        </p:txBody>
      </p:sp>
    </p:spTree>
    <p:extLst>
      <p:ext uri="{BB962C8B-B14F-4D97-AF65-F5344CB8AC3E}">
        <p14:creationId xmlns:p14="http://schemas.microsoft.com/office/powerpoint/2010/main" val="20569064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25</a:t>
            </a:fld>
            <a:endParaRPr lang="en-US"/>
          </a:p>
        </p:txBody>
      </p:sp>
    </p:spTree>
    <p:extLst>
      <p:ext uri="{BB962C8B-B14F-4D97-AF65-F5344CB8AC3E}">
        <p14:creationId xmlns:p14="http://schemas.microsoft.com/office/powerpoint/2010/main" val="27459887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26</a:t>
            </a:fld>
            <a:endParaRPr lang="en-US"/>
          </a:p>
        </p:txBody>
      </p:sp>
    </p:spTree>
    <p:extLst>
      <p:ext uri="{BB962C8B-B14F-4D97-AF65-F5344CB8AC3E}">
        <p14:creationId xmlns:p14="http://schemas.microsoft.com/office/powerpoint/2010/main" val="9287142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27</a:t>
            </a:fld>
            <a:endParaRPr lang="en-US"/>
          </a:p>
        </p:txBody>
      </p:sp>
    </p:spTree>
    <p:extLst>
      <p:ext uri="{BB962C8B-B14F-4D97-AF65-F5344CB8AC3E}">
        <p14:creationId xmlns:p14="http://schemas.microsoft.com/office/powerpoint/2010/main" val="37220292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28</a:t>
            </a:fld>
            <a:endParaRPr lang="en-US"/>
          </a:p>
        </p:txBody>
      </p:sp>
    </p:spTree>
    <p:extLst>
      <p:ext uri="{BB962C8B-B14F-4D97-AF65-F5344CB8AC3E}">
        <p14:creationId xmlns:p14="http://schemas.microsoft.com/office/powerpoint/2010/main" val="36012606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29</a:t>
            </a:fld>
            <a:endParaRPr lang="en-US"/>
          </a:p>
        </p:txBody>
      </p:sp>
    </p:spTree>
    <p:extLst>
      <p:ext uri="{BB962C8B-B14F-4D97-AF65-F5344CB8AC3E}">
        <p14:creationId xmlns:p14="http://schemas.microsoft.com/office/powerpoint/2010/main" val="39210050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30</a:t>
            </a:fld>
            <a:endParaRPr lang="en-US"/>
          </a:p>
        </p:txBody>
      </p:sp>
    </p:spTree>
    <p:extLst>
      <p:ext uri="{BB962C8B-B14F-4D97-AF65-F5344CB8AC3E}">
        <p14:creationId xmlns:p14="http://schemas.microsoft.com/office/powerpoint/2010/main" val="26851214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sz="800" dirty="0"/>
          </a:p>
        </p:txBody>
      </p:sp>
      <p:sp>
        <p:nvSpPr>
          <p:cNvPr id="4" name="Slide Number Placeholder 3"/>
          <p:cNvSpPr>
            <a:spLocks noGrp="1"/>
          </p:cNvSpPr>
          <p:nvPr>
            <p:ph type="sldNum" sz="quarter" idx="10"/>
          </p:nvPr>
        </p:nvSpPr>
        <p:spPr/>
        <p:txBody>
          <a:bodyPr/>
          <a:lstStyle/>
          <a:p>
            <a:fld id="{7AE90029-A909-AD4E-9775-A0D64990AD22}" type="slidenum">
              <a:rPr lang="en-US" smtClean="0"/>
              <a:t>31</a:t>
            </a:fld>
            <a:endParaRPr lang="en-US"/>
          </a:p>
        </p:txBody>
      </p:sp>
    </p:spTree>
    <p:extLst>
      <p:ext uri="{BB962C8B-B14F-4D97-AF65-F5344CB8AC3E}">
        <p14:creationId xmlns:p14="http://schemas.microsoft.com/office/powerpoint/2010/main" val="7781036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1466" y="1412416"/>
            <a:ext cx="4315968" cy="1421928"/>
          </a:xfrm>
        </p:spPr>
        <p:txBody>
          <a:bodyPr/>
          <a:lstStyle>
            <a:lvl1pPr>
              <a:defRPr/>
            </a:lvl1pPr>
          </a:lstStyle>
          <a:p>
            <a:r>
              <a:rPr lang="en-US" dirty="0"/>
              <a:t>Please add title here</a:t>
            </a:r>
          </a:p>
        </p:txBody>
      </p:sp>
      <p:sp>
        <p:nvSpPr>
          <p:cNvPr id="3" name="Date Placeholder 2"/>
          <p:cNvSpPr>
            <a:spLocks noGrp="1"/>
          </p:cNvSpPr>
          <p:nvPr>
            <p:ph type="dt" sz="half" idx="10"/>
          </p:nvPr>
        </p:nvSpPr>
        <p:spPr/>
        <p:txBody>
          <a:bodyPr tIns="0" anchor="ctr" anchorCtr="0"/>
          <a:lstStyle>
            <a:lvl1pPr>
              <a:defRPr cap="all" baseline="0"/>
            </a:lvl1pPr>
          </a:lstStyle>
          <a:p>
            <a:r>
              <a:rPr lang="en-US" dirty="0"/>
              <a:t>DATE OR VENUE</a:t>
            </a:r>
          </a:p>
        </p:txBody>
      </p:sp>
      <p:sp>
        <p:nvSpPr>
          <p:cNvPr id="7" name="Text Placeholder 6"/>
          <p:cNvSpPr>
            <a:spLocks noGrp="1"/>
          </p:cNvSpPr>
          <p:nvPr>
            <p:ph type="body" sz="quarter" idx="11" hasCustomPrompt="1"/>
          </p:nvPr>
        </p:nvSpPr>
        <p:spPr>
          <a:xfrm>
            <a:off x="531466" y="3049747"/>
            <a:ext cx="4315968" cy="313932"/>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dirty="0"/>
              <a:t>Please add subtitle here</a:t>
            </a:r>
          </a:p>
        </p:txBody>
      </p:sp>
      <p:pic>
        <p:nvPicPr>
          <p:cNvPr id="5" name="Picture Placeholder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333937" y="0"/>
            <a:ext cx="3810000" cy="5143500"/>
          </a:xfrm>
          <a:prstGeom prst="rect">
            <a:avLst/>
          </a:prstGeom>
        </p:spPr>
      </p:pic>
      <p:sp>
        <p:nvSpPr>
          <p:cNvPr id="6" name="Rectangle 5"/>
          <p:cNvSpPr/>
          <p:nvPr userDrawn="1"/>
        </p:nvSpPr>
        <p:spPr>
          <a:xfrm>
            <a:off x="5333937" y="0"/>
            <a:ext cx="3810000" cy="5143500"/>
          </a:xfrm>
          <a:prstGeom prst="rect">
            <a:avLst/>
          </a:prstGeom>
          <a:solidFill>
            <a:srgbClr val="464547">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lIns="91434" tIns="45717" rIns="91434" bIns="45717" rtlCol="0" anchor="ctr"/>
          <a:lstStyle/>
          <a:p>
            <a:pPr algn="ctr"/>
            <a:endParaRPr lang="en-US"/>
          </a:p>
        </p:txBody>
      </p:sp>
      <p:pic>
        <p:nvPicPr>
          <p:cNvPr id="8" name="Picture 7"/>
          <p:cNvPicPr>
            <a:picLocks noChangeAspect="1"/>
          </p:cNvPicPr>
          <p:nvPr userDrawn="1"/>
        </p:nvPicPr>
        <p:blipFill rotWithShape="1">
          <a:blip r:embed="rId3" cstate="print">
            <a:extLst>
              <a:ext uri="{28A0092B-C50C-407E-A947-70E740481C1C}">
                <a14:useLocalDpi xmlns:a14="http://schemas.microsoft.com/office/drawing/2010/main" val="0"/>
              </a:ext>
            </a:extLst>
          </a:blip>
          <a:srcRect l="-1"/>
          <a:stretch/>
        </p:blipFill>
        <p:spPr>
          <a:xfrm rot="5400000">
            <a:off x="2767227" y="2306574"/>
            <a:ext cx="5143500" cy="530352"/>
          </a:xfrm>
          <a:prstGeom prst="rect">
            <a:avLst/>
          </a:prstGeom>
        </p:spPr>
      </p:pic>
      <p:pic>
        <p:nvPicPr>
          <p:cNvPr id="9" name="Picture 8"/>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10800000" flipH="1" flipV="1">
            <a:off x="627880" y="511280"/>
            <a:ext cx="891284" cy="316033"/>
          </a:xfrm>
          <a:prstGeom prst="rect">
            <a:avLst/>
          </a:prstGeom>
        </p:spPr>
      </p:pic>
    </p:spTree>
    <p:extLst>
      <p:ext uri="{BB962C8B-B14F-4D97-AF65-F5344CB8AC3E}">
        <p14:creationId xmlns:p14="http://schemas.microsoft.com/office/powerpoint/2010/main" val="265397808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ith Custom Pictur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1466" y="1412416"/>
            <a:ext cx="4315968" cy="1421928"/>
          </a:xfrm>
        </p:spPr>
        <p:txBody>
          <a:bodyPr/>
          <a:lstStyle>
            <a:lvl1pPr>
              <a:defRPr/>
            </a:lvl1pPr>
          </a:lstStyle>
          <a:p>
            <a:r>
              <a:rPr lang="en-US" dirty="0"/>
              <a:t>Please add title here</a:t>
            </a:r>
          </a:p>
        </p:txBody>
      </p:sp>
      <p:sp>
        <p:nvSpPr>
          <p:cNvPr id="3" name="Date Placeholder 2"/>
          <p:cNvSpPr>
            <a:spLocks noGrp="1"/>
          </p:cNvSpPr>
          <p:nvPr>
            <p:ph type="dt" sz="half" idx="10"/>
          </p:nvPr>
        </p:nvSpPr>
        <p:spPr/>
        <p:txBody>
          <a:bodyPr tIns="0" anchor="ctr" anchorCtr="0"/>
          <a:lstStyle>
            <a:lvl1pPr>
              <a:defRPr cap="all" baseline="0"/>
            </a:lvl1pPr>
          </a:lstStyle>
          <a:p>
            <a:r>
              <a:rPr lang="en-US" dirty="0"/>
              <a:t>DATE OR VENUE</a:t>
            </a:r>
          </a:p>
        </p:txBody>
      </p:sp>
      <p:sp>
        <p:nvSpPr>
          <p:cNvPr id="7" name="Text Placeholder 6"/>
          <p:cNvSpPr>
            <a:spLocks noGrp="1"/>
          </p:cNvSpPr>
          <p:nvPr>
            <p:ph type="body" sz="quarter" idx="11" hasCustomPrompt="1"/>
          </p:nvPr>
        </p:nvSpPr>
        <p:spPr>
          <a:xfrm>
            <a:off x="531466" y="3049747"/>
            <a:ext cx="4315968" cy="313932"/>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dirty="0"/>
              <a:t>Please add subtitle here</a:t>
            </a:r>
          </a:p>
        </p:txBody>
      </p:sp>
      <p:sp>
        <p:nvSpPr>
          <p:cNvPr id="5" name="Picture Placeholder 4"/>
          <p:cNvSpPr>
            <a:spLocks noGrp="1"/>
          </p:cNvSpPr>
          <p:nvPr>
            <p:ph type="pic" sz="quarter" idx="12" hasCustomPrompt="1"/>
          </p:nvPr>
        </p:nvSpPr>
        <p:spPr>
          <a:xfrm>
            <a:off x="5334000" y="0"/>
            <a:ext cx="3810000" cy="5143500"/>
          </a:xfrm>
          <a:prstGeom prst="rect">
            <a:avLst/>
          </a:prstGeom>
          <a:noFill/>
          <a:ln>
            <a:noFill/>
          </a:ln>
        </p:spPr>
        <p:txBody>
          <a:bodyPr anchor="ctr"/>
          <a:lstStyle>
            <a:lvl1pPr algn="ctr">
              <a:defRPr baseline="0"/>
            </a:lvl1pPr>
          </a:lstStyle>
          <a:p>
            <a:r>
              <a:rPr lang="en-US" dirty="0"/>
              <a:t>Please add cover picture here</a:t>
            </a:r>
          </a:p>
          <a:p>
            <a:endParaRPr lang="en-US" dirty="0"/>
          </a:p>
          <a:p>
            <a:endParaRPr lang="en-US" dirty="0"/>
          </a:p>
        </p:txBody>
      </p:sp>
      <p:sp>
        <p:nvSpPr>
          <p:cNvPr id="11" name="Text Placeholder 10"/>
          <p:cNvSpPr>
            <a:spLocks noGrp="1"/>
          </p:cNvSpPr>
          <p:nvPr>
            <p:ph type="body" sz="quarter" idx="13" hasCustomPrompt="1"/>
          </p:nvPr>
        </p:nvSpPr>
        <p:spPr>
          <a:xfrm>
            <a:off x="5073801" y="0"/>
            <a:ext cx="530352" cy="5143500"/>
          </a:xfrm>
          <a:prstGeom prst="rect">
            <a:avLst/>
          </a:prstGeom>
          <a:blipFill>
            <a:blip r:embed="rId2"/>
            <a:stretch>
              <a:fillRect/>
            </a:stretch>
          </a:blipFill>
        </p:spPr>
        <p:txBody>
          <a:bodyPr/>
          <a:lstStyle/>
          <a:p>
            <a:pPr lvl="0"/>
            <a:r>
              <a:rPr lang="en-US" dirty="0"/>
              <a:t> </a:t>
            </a:r>
          </a:p>
        </p:txBody>
      </p:sp>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0800000" flipH="1" flipV="1">
            <a:off x="627880" y="511280"/>
            <a:ext cx="891284" cy="316033"/>
          </a:xfrm>
          <a:prstGeom prst="rect">
            <a:avLst/>
          </a:prstGeom>
        </p:spPr>
      </p:pic>
    </p:spTree>
    <p:extLst>
      <p:ext uri="{BB962C8B-B14F-4D97-AF65-F5344CB8AC3E}">
        <p14:creationId xmlns:p14="http://schemas.microsoft.com/office/powerpoint/2010/main" val="2992641235"/>
      </p:ext>
    </p:extLst>
  </p:cSld>
  <p:clrMapOvr>
    <a:masterClrMapping/>
  </p:clrMapOvr>
  <p:extLst>
    <p:ext uri="{DCECCB84-F9BA-43D5-87BE-67443E8EF086}">
      <p15:sldGuideLst xmlns:p15="http://schemas.microsoft.com/office/powerpoint/2012/main">
        <p15:guide id="1" pos="3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nvas">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7877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Image Title">
    <p:spTree>
      <p:nvGrpSpPr>
        <p:cNvPr id="1" name=""/>
        <p:cNvGrpSpPr/>
        <p:nvPr/>
      </p:nvGrpSpPr>
      <p:grpSpPr>
        <a:xfrm>
          <a:off x="0" y="0"/>
          <a:ext cx="0" cy="0"/>
          <a:chOff x="0" y="0"/>
          <a:chExt cx="0" cy="0"/>
        </a:xfrm>
      </p:grpSpPr>
      <p:sp>
        <p:nvSpPr>
          <p:cNvPr id="11" name="Picture Placeholder 10"/>
          <p:cNvSpPr>
            <a:spLocks noGrp="1"/>
          </p:cNvSpPr>
          <p:nvPr>
            <p:ph type="pic" sz="quarter" idx="18" hasCustomPrompt="1"/>
          </p:nvPr>
        </p:nvSpPr>
        <p:spPr>
          <a:xfrm>
            <a:off x="0" y="0"/>
            <a:ext cx="9144000" cy="5143500"/>
          </a:xfrm>
          <a:prstGeom prst="rect">
            <a:avLst/>
          </a:prstGeom>
        </p:spPr>
        <p:txBody>
          <a:bodyPr vert="horz" lIns="68580" tIns="34290" rIns="68580" bIns="34290" anchor="ctr"/>
          <a:lstStyle>
            <a:lvl1pPr marL="0" indent="0" algn="ctr">
              <a:buNone/>
              <a:defRPr/>
            </a:lvl1pPr>
          </a:lstStyle>
          <a:p>
            <a:r>
              <a:rPr lang="en-US" dirty="0"/>
              <a:t>Background Image</a:t>
            </a:r>
          </a:p>
        </p:txBody>
      </p:sp>
      <p:sp>
        <p:nvSpPr>
          <p:cNvPr id="3" name="Text Placeholder 4"/>
          <p:cNvSpPr>
            <a:spLocks noGrp="1"/>
          </p:cNvSpPr>
          <p:nvPr>
            <p:ph type="body" sz="quarter" idx="15" hasCustomPrompt="1"/>
          </p:nvPr>
        </p:nvSpPr>
        <p:spPr>
          <a:xfrm>
            <a:off x="631825" y="1556683"/>
            <a:ext cx="6910388" cy="595035"/>
          </a:xfrm>
          <a:prstGeom prst="rect">
            <a:avLst/>
          </a:prstGeom>
        </p:spPr>
        <p:txBody>
          <a:bodyPr lIns="68580" tIns="34290" rIns="68580" bIns="34290">
            <a:spAutoFit/>
          </a:bodyPr>
          <a:lstStyle>
            <a:lvl1pPr marL="0" indent="0">
              <a:lnSpc>
                <a:spcPct val="80000"/>
              </a:lnSpc>
              <a:spcBef>
                <a:spcPts val="0"/>
              </a:spcBef>
              <a:buNone/>
              <a:defRPr sz="4100" spc="-150">
                <a:solidFill>
                  <a:schemeClr val="bg1"/>
                </a:solidFill>
                <a:latin typeface="Arial Black"/>
                <a:cs typeface="Arial Black"/>
              </a:defRPr>
            </a:lvl1pPr>
            <a:lvl2pPr>
              <a:defRPr sz="4500">
                <a:latin typeface="Arial Black"/>
                <a:cs typeface="Arial Black"/>
              </a:defRPr>
            </a:lvl2pPr>
            <a:lvl3pPr>
              <a:defRPr sz="4500">
                <a:latin typeface="Arial Black"/>
                <a:cs typeface="Arial Black"/>
              </a:defRPr>
            </a:lvl3pPr>
            <a:lvl4pPr>
              <a:defRPr sz="4500">
                <a:latin typeface="Arial Black"/>
                <a:cs typeface="Arial Black"/>
              </a:defRPr>
            </a:lvl4pPr>
            <a:lvl5pPr>
              <a:defRPr sz="4500">
                <a:latin typeface="Arial Black"/>
                <a:cs typeface="Arial Black"/>
              </a:defRPr>
            </a:lvl5pPr>
          </a:lstStyle>
          <a:p>
            <a:pPr lvl="0"/>
            <a:r>
              <a:rPr lang="en-US" dirty="0"/>
              <a:t>CLICK TO ADD TITLE</a:t>
            </a:r>
          </a:p>
        </p:txBody>
      </p:sp>
      <p:sp>
        <p:nvSpPr>
          <p:cNvPr id="4" name="Text Placeholder 7"/>
          <p:cNvSpPr>
            <a:spLocks noGrp="1"/>
          </p:cNvSpPr>
          <p:nvPr>
            <p:ph type="body" sz="quarter" idx="16" hasCustomPrompt="1"/>
          </p:nvPr>
        </p:nvSpPr>
        <p:spPr>
          <a:xfrm>
            <a:off x="660400" y="3340101"/>
            <a:ext cx="6488113" cy="284693"/>
          </a:xfrm>
          <a:prstGeom prst="rect">
            <a:avLst/>
          </a:prstGeom>
        </p:spPr>
        <p:txBody>
          <a:bodyPr lIns="68580" tIns="34290" rIns="68580" bIns="34290">
            <a:spAutoFit/>
          </a:bodyPr>
          <a:lstStyle>
            <a:lvl1pPr marL="0" indent="0">
              <a:lnSpc>
                <a:spcPct val="100000"/>
              </a:lnSpc>
              <a:spcBef>
                <a:spcPts val="0"/>
              </a:spcBef>
              <a:buFontTx/>
              <a:buNone/>
              <a:defRPr sz="1400">
                <a:solidFill>
                  <a:schemeClr val="bg1"/>
                </a:solidFill>
                <a:latin typeface="Arial Black"/>
                <a:cs typeface="Arial Black"/>
              </a:defRPr>
            </a:lvl1pPr>
          </a:lstStyle>
          <a:p>
            <a:pPr lvl="0"/>
            <a:r>
              <a:rPr lang="en-US" dirty="0"/>
              <a:t>CLICK TO ADD SUBTITLE</a:t>
            </a:r>
          </a:p>
        </p:txBody>
      </p:sp>
      <p:sp>
        <p:nvSpPr>
          <p:cNvPr id="5" name="Text Placeholder 11"/>
          <p:cNvSpPr>
            <a:spLocks noGrp="1"/>
          </p:cNvSpPr>
          <p:nvPr>
            <p:ph type="body" sz="quarter" idx="17" hasCustomPrompt="1"/>
          </p:nvPr>
        </p:nvSpPr>
        <p:spPr>
          <a:xfrm>
            <a:off x="660399" y="4094614"/>
            <a:ext cx="3649662" cy="279797"/>
          </a:xfrm>
          <a:prstGeom prst="rect">
            <a:avLst/>
          </a:prstGeom>
        </p:spPr>
        <p:txBody>
          <a:bodyPr lIns="68580" tIns="34290" rIns="68580" bIns="34290">
            <a:normAutofit/>
          </a:bodyPr>
          <a:lstStyle>
            <a:lvl1pPr marL="0" indent="0">
              <a:buNone/>
              <a:defRPr sz="1400" baseline="0">
                <a:solidFill>
                  <a:schemeClr val="accent2"/>
                </a:solidFill>
              </a:defRPr>
            </a:lvl1pPr>
          </a:lstStyle>
          <a:p>
            <a:pPr lvl="0"/>
            <a:r>
              <a:rPr lang="en-US" dirty="0"/>
              <a:t>MONTH DATE, YEAR</a:t>
            </a:r>
          </a:p>
        </p:txBody>
      </p:sp>
      <p:sp>
        <p:nvSpPr>
          <p:cNvPr id="7" name="Picture Placeholder 2"/>
          <p:cNvSpPr>
            <a:spLocks noGrp="1"/>
          </p:cNvSpPr>
          <p:nvPr>
            <p:ph type="pic" sz="quarter" idx="19" hasCustomPrompt="1"/>
          </p:nvPr>
        </p:nvSpPr>
        <p:spPr>
          <a:xfrm>
            <a:off x="627880" y="504826"/>
            <a:ext cx="1243502" cy="458237"/>
          </a:xfrm>
          <a:prstGeom prst="rect">
            <a:avLst/>
          </a:prstGeom>
        </p:spPr>
        <p:txBody>
          <a:bodyPr vert="horz" lIns="68580" tIns="34290" rIns="68580" bIns="34290"/>
          <a:lstStyle>
            <a:lvl1pPr marL="0" indent="0" algn="ctr">
              <a:buNone/>
              <a:defRPr/>
            </a:lvl1pPr>
          </a:lstStyle>
          <a:p>
            <a:r>
              <a:rPr lang="en-US" dirty="0"/>
              <a:t>logo</a:t>
            </a:r>
          </a:p>
        </p:txBody>
      </p:sp>
    </p:spTree>
    <p:extLst>
      <p:ext uri="{BB962C8B-B14F-4D97-AF65-F5344CB8AC3E}">
        <p14:creationId xmlns:p14="http://schemas.microsoft.com/office/powerpoint/2010/main" val="972429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ulleted Content">
    <p:spTree>
      <p:nvGrpSpPr>
        <p:cNvPr id="1" name=""/>
        <p:cNvGrpSpPr/>
        <p:nvPr/>
      </p:nvGrpSpPr>
      <p:grpSpPr>
        <a:xfrm>
          <a:off x="0" y="0"/>
          <a:ext cx="0" cy="0"/>
          <a:chOff x="0" y="0"/>
          <a:chExt cx="0" cy="0"/>
        </a:xfrm>
      </p:grpSpPr>
      <p:sp>
        <p:nvSpPr>
          <p:cNvPr id="6" name="Text Placeholder 2"/>
          <p:cNvSpPr>
            <a:spLocks noGrp="1"/>
          </p:cNvSpPr>
          <p:nvPr>
            <p:ph idx="1" hasCustomPrompt="1"/>
          </p:nvPr>
        </p:nvSpPr>
        <p:spPr>
          <a:xfrm>
            <a:off x="360363" y="1079898"/>
            <a:ext cx="8339328" cy="3383280"/>
          </a:xfrm>
          <a:prstGeom prst="rect">
            <a:avLst/>
          </a:prstGeom>
        </p:spPr>
        <p:txBody>
          <a:bodyPr vert="horz" lIns="68580" tIns="34290" rIns="68580" bIns="34290" rtlCol="0">
            <a:normAutofit/>
          </a:bodyPr>
          <a:lstStyle>
            <a:lvl1pPr marL="130302" marR="0" indent="-130302" algn="l" defTabSz="342900" rtl="0" eaLnBrk="1" fontAlgn="auto" latinLnBrk="0" hangingPunct="1">
              <a:lnSpc>
                <a:spcPct val="120000"/>
              </a:lnSpc>
              <a:spcBef>
                <a:spcPts val="0"/>
              </a:spcBef>
              <a:spcAft>
                <a:spcPts val="750"/>
              </a:spcAft>
              <a:buClr>
                <a:schemeClr val="accent2"/>
              </a:buClr>
              <a:buSzTx/>
              <a:buFont typeface="Arial"/>
              <a:buChar char="•"/>
              <a:tabLst/>
              <a:defRPr sz="1400" baseline="0">
                <a:solidFill>
                  <a:schemeClr val="tx1"/>
                </a:solidFill>
              </a:defRPr>
            </a:lvl1pPr>
            <a:lvl2pPr marL="557213" indent="-214313">
              <a:lnSpc>
                <a:spcPct val="120000"/>
              </a:lnSpc>
              <a:buClr>
                <a:schemeClr val="tx1"/>
              </a:buClr>
              <a:buSzPct val="100000"/>
              <a:buFont typeface="Lucida Grande"/>
              <a:buChar char="–"/>
              <a:defRPr sz="1200" baseline="0">
                <a:solidFill>
                  <a:schemeClr val="tx1"/>
                </a:solidFill>
              </a:defRPr>
            </a:lvl2pPr>
            <a:lvl3pPr>
              <a:lnSpc>
                <a:spcPct val="120000"/>
              </a:lnSpc>
              <a:defRPr sz="1100" baseline="0">
                <a:solidFill>
                  <a:schemeClr val="tx1"/>
                </a:solidFill>
              </a:defRPr>
            </a:lvl3pPr>
            <a:lvl4pPr>
              <a:defRPr sz="1200"/>
            </a:lvl4pPr>
            <a:lvl5pPr>
              <a:defRPr sz="1200"/>
            </a:lvl5pPr>
          </a:lstStyle>
          <a:p>
            <a:pPr lvl="0"/>
            <a:r>
              <a:rPr lang="en-US" dirty="0"/>
              <a:t>Click to add bulleted list</a:t>
            </a:r>
          </a:p>
          <a:p>
            <a:pPr lvl="1"/>
            <a:r>
              <a:rPr lang="en-US" dirty="0"/>
              <a:t>Second Level Bullet</a:t>
            </a:r>
          </a:p>
          <a:p>
            <a:pPr lvl="2"/>
            <a:r>
              <a:rPr lang="en-US" dirty="0"/>
              <a:t>Third Level Bullet</a:t>
            </a:r>
            <a:br>
              <a:rPr lang="en-US" dirty="0"/>
            </a:br>
            <a:endParaRPr lang="en-US" dirty="0"/>
          </a:p>
          <a:p>
            <a:pPr lvl="0"/>
            <a:r>
              <a:rPr lang="en-US" dirty="0"/>
              <a:t>Click to add bulleted list</a:t>
            </a:r>
          </a:p>
          <a:p>
            <a:pPr lvl="0"/>
            <a:r>
              <a:rPr lang="en-US" dirty="0"/>
              <a:t>Click to add bulleted list</a:t>
            </a:r>
          </a:p>
          <a:p>
            <a:pPr lvl="0"/>
            <a:r>
              <a:rPr lang="en-US" dirty="0"/>
              <a:t>Click to add bulleted list</a:t>
            </a:r>
          </a:p>
        </p:txBody>
      </p:sp>
      <p:sp>
        <p:nvSpPr>
          <p:cNvPr id="7"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20" tIns="34290" rIns="68580" bIns="34290" anchor="ctr" anchorCtr="0">
            <a:normAutofit/>
          </a:bodyPr>
          <a:lstStyle>
            <a:lvl1pPr marL="0" indent="0">
              <a:buNone/>
              <a:defRPr sz="200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2832638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dirty="0">
                <a:latin typeface="+mj-lt"/>
              </a:rPr>
              <a:t>In </a:t>
            </a:r>
            <a:r>
              <a:rPr lang="en-US" sz="1100" dirty="0" err="1">
                <a:latin typeface="+mj-lt"/>
              </a:rPr>
              <a:t>egestas</a:t>
            </a:r>
            <a:r>
              <a:rPr lang="en-US" sz="1100" dirty="0">
                <a:latin typeface="+mj-lt"/>
              </a:rPr>
              <a:t> </a:t>
            </a:r>
            <a:r>
              <a:rPr lang="en-US" sz="1100" dirty="0" err="1">
                <a:latin typeface="+mj-lt"/>
              </a:rPr>
              <a:t>orci</a:t>
            </a:r>
            <a:r>
              <a:rPr lang="en-US" sz="1100" dirty="0">
                <a:latin typeface="+mj-lt"/>
              </a:rPr>
              <a:t> </a:t>
            </a:r>
            <a:r>
              <a:rPr lang="en-US" sz="1100" dirty="0" err="1">
                <a:latin typeface="+mj-lt"/>
              </a:rPr>
              <a:t>eu</a:t>
            </a:r>
            <a:r>
              <a:rPr lang="en-US" sz="1100" dirty="0">
                <a:latin typeface="+mj-lt"/>
              </a:rPr>
              <a:t> </a:t>
            </a:r>
            <a:r>
              <a:rPr lang="en-US" sz="1100" dirty="0" err="1">
                <a:latin typeface="+mj-lt"/>
              </a:rPr>
              <a:t>lacinia</a:t>
            </a:r>
            <a:r>
              <a:rPr lang="en-US" sz="1100" dirty="0">
                <a:latin typeface="+mj-lt"/>
              </a:rPr>
              <a:t> </a:t>
            </a:r>
            <a:r>
              <a:rPr lang="en-US" sz="1100" dirty="0" err="1">
                <a:latin typeface="+mj-lt"/>
              </a:rPr>
              <a:t>consectetur</a:t>
            </a:r>
            <a:r>
              <a:rPr lang="en-US" sz="1100" dirty="0">
                <a:latin typeface="+mj-lt"/>
              </a:rPr>
              <a:t>. In dolor ipsum, gravida et </a:t>
            </a:r>
            <a:r>
              <a:rPr lang="en-US" sz="1100" dirty="0" err="1">
                <a:latin typeface="+mj-lt"/>
              </a:rPr>
              <a:t>sagittis</a:t>
            </a:r>
            <a:r>
              <a:rPr lang="en-US" sz="1100" dirty="0">
                <a:latin typeface="+mj-lt"/>
              </a:rPr>
              <a:t> id, </a:t>
            </a:r>
            <a:r>
              <a:rPr lang="en-US" sz="1100" dirty="0" err="1">
                <a:latin typeface="+mj-lt"/>
              </a:rPr>
              <a:t>sollicitudin</a:t>
            </a:r>
            <a:r>
              <a:rPr lang="en-US" sz="1100" dirty="0">
                <a:latin typeface="+mj-lt"/>
              </a:rPr>
              <a:t> </a:t>
            </a:r>
            <a:r>
              <a:rPr lang="en-US" sz="1100" dirty="0" err="1">
                <a:latin typeface="+mj-lt"/>
              </a:rPr>
              <a:t>ut</a:t>
            </a:r>
            <a:r>
              <a:rPr lang="en-US" sz="1100" dirty="0">
                <a:latin typeface="+mj-lt"/>
              </a:rPr>
              <a:t> </a:t>
            </a:r>
            <a:r>
              <a:rPr lang="en-US" sz="1100" dirty="0" err="1">
                <a:latin typeface="+mj-lt"/>
              </a:rPr>
              <a:t>nisl</a:t>
            </a:r>
            <a:r>
              <a:rPr lang="en-US" sz="1100" dirty="0">
                <a:latin typeface="+mj-lt"/>
              </a:rPr>
              <a:t>. </a:t>
            </a:r>
            <a:r>
              <a:rPr lang="en-US" sz="1100" dirty="0" err="1">
                <a:latin typeface="+mj-lt"/>
              </a:rPr>
              <a:t>Praesent</a:t>
            </a:r>
            <a:r>
              <a:rPr lang="en-US" sz="1100" dirty="0">
                <a:latin typeface="+mj-lt"/>
              </a:rPr>
              <a:t> </a:t>
            </a:r>
            <a:r>
              <a:rPr lang="en-US" sz="1100" dirty="0" err="1">
                <a:latin typeface="+mj-lt"/>
              </a:rPr>
              <a:t>bibendum</a:t>
            </a:r>
            <a:r>
              <a:rPr lang="en-US" sz="1100" dirty="0">
                <a:latin typeface="+mj-lt"/>
              </a:rPr>
              <a:t> tempus </a:t>
            </a:r>
            <a:r>
              <a:rPr lang="en-US" sz="1100" dirty="0" err="1">
                <a:latin typeface="+mj-lt"/>
              </a:rPr>
              <a:t>tellus</a:t>
            </a:r>
            <a:r>
              <a:rPr lang="en-US" sz="1100" dirty="0">
                <a:latin typeface="+mj-lt"/>
              </a:rPr>
              <a:t> </a:t>
            </a:r>
            <a:r>
              <a:rPr lang="en-US" sz="1100" dirty="0" err="1">
                <a:latin typeface="+mj-lt"/>
              </a:rPr>
              <a:t>nec</a:t>
            </a:r>
            <a:r>
              <a:rPr lang="en-US" sz="1100" dirty="0">
                <a:latin typeface="+mj-lt"/>
              </a:rPr>
              <a:t> </a:t>
            </a:r>
            <a:r>
              <a:rPr lang="en-US" sz="1100" dirty="0" err="1">
                <a:latin typeface="+mj-lt"/>
              </a:rPr>
              <a:t>hendrerit</a:t>
            </a:r>
            <a:r>
              <a:rPr lang="en-US" sz="1100" dirty="0">
                <a:latin typeface="+mj-lt"/>
              </a:rPr>
              <a:t>. Nam in </a:t>
            </a:r>
            <a:r>
              <a:rPr lang="en-US" sz="1100" dirty="0" err="1">
                <a:latin typeface="+mj-lt"/>
              </a:rPr>
              <a:t>tempor</a:t>
            </a:r>
            <a:r>
              <a:rPr lang="en-US" sz="1100" dirty="0">
                <a:latin typeface="+mj-lt"/>
              </a:rPr>
              <a:t> </a:t>
            </a:r>
            <a:r>
              <a:rPr lang="en-US" sz="1100" dirty="0" err="1">
                <a:latin typeface="+mj-lt"/>
              </a:rPr>
              <a:t>metus</a:t>
            </a:r>
            <a:r>
              <a:rPr lang="en-US" sz="1100" dirty="0">
                <a:latin typeface="+mj-lt"/>
              </a:rPr>
              <a:t>, ac </a:t>
            </a:r>
            <a:r>
              <a:rPr lang="en-US" sz="1100" dirty="0" err="1">
                <a:latin typeface="+mj-lt"/>
              </a:rPr>
              <a:t>finibus</a:t>
            </a:r>
            <a:r>
              <a:rPr lang="en-US" sz="1100" dirty="0">
                <a:latin typeface="+mj-lt"/>
              </a:rPr>
              <a:t> </a:t>
            </a:r>
            <a:r>
              <a:rPr lang="en-US" sz="1100" dirty="0" err="1">
                <a:latin typeface="+mj-lt"/>
              </a:rPr>
              <a:t>purus</a:t>
            </a:r>
            <a:r>
              <a:rPr lang="en-US" sz="1100" dirty="0">
                <a:latin typeface="+mj-lt"/>
              </a:rPr>
              <a:t>. </a:t>
            </a:r>
            <a:r>
              <a:rPr lang="en-US" sz="1100" dirty="0" err="1">
                <a:latin typeface="+mj-lt"/>
              </a:rPr>
              <a:t>Praesent</a:t>
            </a:r>
            <a:r>
              <a:rPr lang="en-US" sz="1100" dirty="0">
                <a:latin typeface="+mj-lt"/>
              </a:rPr>
              <a:t> </a:t>
            </a:r>
            <a:r>
              <a:rPr lang="en-US" sz="1100" dirty="0" err="1">
                <a:latin typeface="+mj-lt"/>
              </a:rPr>
              <a:t>consequat</a:t>
            </a:r>
            <a:r>
              <a:rPr lang="en-US" sz="1100" dirty="0">
                <a:latin typeface="+mj-lt"/>
              </a:rPr>
              <a:t> </a:t>
            </a:r>
            <a:r>
              <a:rPr lang="en-US" sz="1100" dirty="0" err="1">
                <a:latin typeface="+mj-lt"/>
              </a:rPr>
              <a:t>lectus</a:t>
            </a:r>
            <a:r>
              <a:rPr lang="en-US" sz="1100" dirty="0">
                <a:latin typeface="+mj-lt"/>
              </a:rPr>
              <a:t> sit </a:t>
            </a:r>
            <a:r>
              <a:rPr lang="en-US" sz="1100" dirty="0" err="1">
                <a:latin typeface="+mj-lt"/>
              </a:rPr>
              <a:t>amet</a:t>
            </a:r>
            <a:r>
              <a:rPr lang="en-US" sz="1100" dirty="0">
                <a:latin typeface="+mj-lt"/>
              </a:rPr>
              <a:t> </a:t>
            </a:r>
            <a:r>
              <a:rPr lang="en-US" sz="1100" dirty="0" err="1">
                <a:latin typeface="+mj-lt"/>
              </a:rPr>
              <a:t>tortor</a:t>
            </a:r>
            <a:r>
              <a:rPr lang="en-US" sz="1100" dirty="0">
                <a:latin typeface="+mj-lt"/>
              </a:rPr>
              <a:t> pharetra, </a:t>
            </a:r>
            <a:r>
              <a:rPr lang="en-US" sz="1100" dirty="0" err="1">
                <a:latin typeface="+mj-lt"/>
              </a:rPr>
              <a:t>sed</a:t>
            </a:r>
            <a:r>
              <a:rPr lang="en-US" sz="1100" dirty="0">
                <a:latin typeface="+mj-lt"/>
              </a:rPr>
              <a:t> </a:t>
            </a:r>
            <a:r>
              <a:rPr lang="en-US" sz="1100" dirty="0" err="1">
                <a:latin typeface="+mj-lt"/>
              </a:rPr>
              <a:t>venenatis</a:t>
            </a:r>
            <a:r>
              <a:rPr lang="en-US" sz="1100" dirty="0">
                <a:latin typeface="+mj-lt"/>
              </a:rPr>
              <a:t> </a:t>
            </a:r>
            <a:r>
              <a:rPr lang="en-US" sz="1100" dirty="0" err="1">
                <a:latin typeface="+mj-lt"/>
              </a:rPr>
              <a:t>eros</a:t>
            </a:r>
            <a:r>
              <a:rPr lang="en-US" sz="1100" dirty="0">
                <a:latin typeface="+mj-lt"/>
              </a:rPr>
              <a:t> </a:t>
            </a:r>
            <a:r>
              <a:rPr lang="en-US" sz="1100" dirty="0" err="1">
                <a:latin typeface="+mj-lt"/>
              </a:rPr>
              <a:t>lacinia</a:t>
            </a:r>
            <a:r>
              <a:rPr lang="en-US" sz="1100" dirty="0">
                <a:latin typeface="+mj-lt"/>
              </a:rPr>
              <a:t>. In </a:t>
            </a:r>
            <a:r>
              <a:rPr lang="en-US" sz="1100" dirty="0" err="1">
                <a:latin typeface="+mj-lt"/>
              </a:rPr>
              <a:t>sed</a:t>
            </a:r>
            <a:r>
              <a:rPr lang="en-US" sz="1100" dirty="0">
                <a:latin typeface="+mj-lt"/>
              </a:rPr>
              <a:t> </a:t>
            </a:r>
            <a:r>
              <a:rPr lang="en-US" sz="1100" dirty="0" err="1">
                <a:latin typeface="+mj-lt"/>
              </a:rPr>
              <a:t>erat</a:t>
            </a:r>
            <a:r>
              <a:rPr lang="en-US" sz="1100" dirty="0">
                <a:latin typeface="+mj-lt"/>
              </a:rPr>
              <a:t> libero. </a:t>
            </a:r>
            <a:r>
              <a:rPr lang="en-US" sz="1100" dirty="0" err="1">
                <a:latin typeface="+mj-lt"/>
              </a:rPr>
              <a:t>Sed</a:t>
            </a:r>
            <a:r>
              <a:rPr lang="en-US" sz="1100" dirty="0">
                <a:latin typeface="+mj-lt"/>
              </a:rPr>
              <a:t> lorem </a:t>
            </a:r>
            <a:r>
              <a:rPr lang="en-US" sz="1100" dirty="0" err="1">
                <a:latin typeface="+mj-lt"/>
              </a:rPr>
              <a:t>neque</a:t>
            </a:r>
            <a:r>
              <a:rPr lang="en-US" sz="1100" dirty="0">
                <a:latin typeface="+mj-lt"/>
              </a:rPr>
              <a:t>, </a:t>
            </a:r>
            <a:r>
              <a:rPr lang="en-US" sz="1100" dirty="0" err="1">
                <a:latin typeface="+mj-lt"/>
              </a:rPr>
              <a:t>commodo</a:t>
            </a:r>
            <a:r>
              <a:rPr lang="en-US" sz="1100" dirty="0">
                <a:latin typeface="+mj-lt"/>
              </a:rPr>
              <a:t> vitae ex at, pharetra convallis </a:t>
            </a:r>
            <a:r>
              <a:rPr lang="en-US" sz="1100" dirty="0" err="1">
                <a:latin typeface="+mj-lt"/>
              </a:rPr>
              <a:t>nunc</a:t>
            </a:r>
            <a:r>
              <a:rPr lang="en-US" sz="1100" dirty="0">
                <a:latin typeface="+mj-lt"/>
              </a:rPr>
              <a:t>. In </a:t>
            </a:r>
            <a:r>
              <a:rPr lang="en-US" sz="1100" dirty="0" err="1">
                <a:latin typeface="+mj-lt"/>
              </a:rPr>
              <a:t>vehicula</a:t>
            </a:r>
            <a:r>
              <a:rPr lang="en-US" sz="1100" dirty="0">
                <a:latin typeface="+mj-lt"/>
              </a:rPr>
              <a:t> </a:t>
            </a:r>
            <a:r>
              <a:rPr lang="en-US" sz="1100" dirty="0" err="1">
                <a:latin typeface="+mj-lt"/>
              </a:rPr>
              <a:t>mauris</a:t>
            </a:r>
            <a:r>
              <a:rPr lang="en-US" sz="1100" dirty="0">
                <a:latin typeface="+mj-lt"/>
              </a:rPr>
              <a:t> ligula. </a:t>
            </a:r>
            <a:r>
              <a:rPr lang="en-US" sz="1100" dirty="0" err="1">
                <a:latin typeface="+mj-lt"/>
              </a:rPr>
              <a:t>Suspendisse</a:t>
            </a:r>
            <a:r>
              <a:rPr lang="en-US" sz="1100" dirty="0">
                <a:latin typeface="+mj-lt"/>
              </a:rPr>
              <a:t> in </a:t>
            </a:r>
            <a:r>
              <a:rPr lang="en-US" sz="1100" dirty="0" err="1">
                <a:latin typeface="+mj-lt"/>
              </a:rPr>
              <a:t>tellus</a:t>
            </a:r>
            <a:r>
              <a:rPr lang="en-US" sz="1100" dirty="0">
                <a:latin typeface="+mj-lt"/>
              </a:rPr>
              <a:t> </a:t>
            </a:r>
            <a:r>
              <a:rPr lang="en-US" sz="1100" dirty="0" err="1">
                <a:latin typeface="+mj-lt"/>
              </a:rPr>
              <a:t>congue</a:t>
            </a:r>
            <a:r>
              <a:rPr lang="en-US" sz="1100" dirty="0">
                <a:latin typeface="+mj-lt"/>
              </a:rPr>
              <a:t> </a:t>
            </a:r>
            <a:r>
              <a:rPr lang="en-US" sz="1100" dirty="0" err="1">
                <a:latin typeface="+mj-lt"/>
              </a:rPr>
              <a:t>odio</a:t>
            </a:r>
            <a:r>
              <a:rPr lang="en-US" sz="1100" dirty="0">
                <a:latin typeface="+mj-lt"/>
              </a:rPr>
              <a:t> pharetra </a:t>
            </a:r>
            <a:r>
              <a:rPr lang="en-US" sz="1100" dirty="0" err="1">
                <a:latin typeface="+mj-lt"/>
              </a:rPr>
              <a:t>finibus</a:t>
            </a:r>
            <a:r>
              <a:rPr lang="en-US" sz="1100" dirty="0">
                <a:latin typeface="+mj-lt"/>
              </a:rPr>
              <a:t>. Nam </a:t>
            </a:r>
            <a:r>
              <a:rPr lang="en-US" sz="1100" dirty="0" err="1">
                <a:latin typeface="+mj-lt"/>
              </a:rPr>
              <a:t>vel</a:t>
            </a:r>
            <a:r>
              <a:rPr lang="en-US" sz="1100" dirty="0">
                <a:latin typeface="+mj-lt"/>
              </a:rPr>
              <a:t> </a:t>
            </a:r>
            <a:r>
              <a:rPr lang="en-US" sz="1100" dirty="0" err="1">
                <a:latin typeface="+mj-lt"/>
              </a:rPr>
              <a:t>auctor</a:t>
            </a:r>
            <a:r>
              <a:rPr lang="en-US" sz="1100" dirty="0">
                <a:latin typeface="+mj-lt"/>
              </a:rPr>
              <a:t> </a:t>
            </a:r>
            <a:r>
              <a:rPr lang="en-US" sz="1100" dirty="0" err="1">
                <a:latin typeface="+mj-lt"/>
              </a:rPr>
              <a:t>justo</a:t>
            </a:r>
            <a:r>
              <a:rPr lang="en-US" sz="1100" dirty="0">
                <a:latin typeface="+mj-lt"/>
              </a:rPr>
              <a:t>, vitae </a:t>
            </a:r>
            <a:r>
              <a:rPr lang="en-US" sz="1100" dirty="0" err="1">
                <a:latin typeface="+mj-lt"/>
              </a:rPr>
              <a:t>hendrerit</a:t>
            </a:r>
            <a:r>
              <a:rPr lang="en-US" sz="1100" dirty="0">
                <a:latin typeface="+mj-lt"/>
              </a:rPr>
              <a:t> </a:t>
            </a:r>
            <a:r>
              <a:rPr lang="en-US" sz="1100" dirty="0" err="1">
                <a:latin typeface="+mj-lt"/>
              </a:rPr>
              <a:t>orci</a:t>
            </a:r>
            <a:r>
              <a:rPr lang="en-US" sz="1100" dirty="0">
                <a:latin typeface="+mj-lt"/>
              </a:rPr>
              <a:t>. </a:t>
            </a:r>
            <a:r>
              <a:rPr lang="en-US" sz="1100" dirty="0" err="1">
                <a:latin typeface="+mj-lt"/>
              </a:rPr>
              <a:t>Duis</a:t>
            </a:r>
            <a:r>
              <a:rPr lang="en-US" sz="1100" dirty="0">
                <a:latin typeface="+mj-lt"/>
              </a:rPr>
              <a:t> </a:t>
            </a:r>
            <a:r>
              <a:rPr lang="en-US" sz="1100" dirty="0" err="1">
                <a:latin typeface="+mj-lt"/>
              </a:rPr>
              <a:t>nec</a:t>
            </a:r>
            <a:r>
              <a:rPr lang="en-US" sz="1100" dirty="0">
                <a:latin typeface="+mj-lt"/>
              </a:rPr>
              <a:t> </a:t>
            </a:r>
            <a:r>
              <a:rPr lang="en-US" sz="1100" dirty="0" err="1">
                <a:latin typeface="+mj-lt"/>
              </a:rPr>
              <a:t>sapien</a:t>
            </a:r>
            <a:r>
              <a:rPr lang="en-US" sz="1100" dirty="0">
                <a:latin typeface="+mj-lt"/>
              </a:rPr>
              <a:t> </a:t>
            </a:r>
            <a:r>
              <a:rPr lang="en-US" sz="1100" dirty="0" err="1">
                <a:latin typeface="+mj-lt"/>
              </a:rPr>
              <a:t>viverra</a:t>
            </a:r>
            <a:r>
              <a:rPr lang="en-US" sz="1100" dirty="0">
                <a:latin typeface="+mj-lt"/>
              </a:rPr>
              <a:t>, </a:t>
            </a:r>
            <a:r>
              <a:rPr lang="en-US" sz="1100" dirty="0" err="1">
                <a:latin typeface="+mj-lt"/>
              </a:rPr>
              <a:t>bibendum</a:t>
            </a:r>
            <a:r>
              <a:rPr lang="en-US" sz="1100" dirty="0">
                <a:latin typeface="+mj-lt"/>
              </a:rPr>
              <a:t> </a:t>
            </a:r>
            <a:r>
              <a:rPr lang="en-US" sz="1100" dirty="0" err="1">
                <a:latin typeface="+mj-lt"/>
              </a:rPr>
              <a:t>tellus</a:t>
            </a:r>
            <a:r>
              <a:rPr lang="en-US" sz="1100" dirty="0">
                <a:latin typeface="+mj-lt"/>
              </a:rPr>
              <a:t> </a:t>
            </a:r>
            <a:r>
              <a:rPr lang="en-US" sz="1100" dirty="0" err="1">
                <a:latin typeface="+mj-lt"/>
              </a:rPr>
              <a:t>eget</a:t>
            </a:r>
            <a:r>
              <a:rPr lang="en-US" sz="1100" dirty="0">
                <a:latin typeface="+mj-lt"/>
              </a:rPr>
              <a:t>, </a:t>
            </a:r>
            <a:r>
              <a:rPr lang="en-US" sz="1100" dirty="0" err="1">
                <a:latin typeface="+mj-lt"/>
              </a:rPr>
              <a:t>pellentesque</a:t>
            </a:r>
            <a:r>
              <a:rPr lang="en-US" sz="1100" dirty="0">
                <a:latin typeface="+mj-lt"/>
              </a:rPr>
              <a:t> </a:t>
            </a:r>
            <a:r>
              <a:rPr lang="en-US" sz="1100" dirty="0" err="1">
                <a:latin typeface="+mj-lt"/>
              </a:rPr>
              <a:t>massa</a:t>
            </a:r>
            <a:r>
              <a:rPr lang="en-US" sz="1100" dirty="0">
                <a:latin typeface="+mj-lt"/>
              </a:rPr>
              <a:t>. </a:t>
            </a:r>
            <a:r>
              <a:rPr lang="en-US" sz="1100" dirty="0" err="1">
                <a:latin typeface="+mj-lt"/>
              </a:rPr>
              <a:t>Nulla</a:t>
            </a:r>
            <a:r>
              <a:rPr lang="en-US" sz="1100" dirty="0">
                <a:latin typeface="+mj-lt"/>
              </a:rPr>
              <a:t> </a:t>
            </a:r>
            <a:r>
              <a:rPr lang="en-US" sz="1100" dirty="0" err="1">
                <a:latin typeface="+mj-lt"/>
              </a:rPr>
              <a:t>feugiat</a:t>
            </a:r>
            <a:r>
              <a:rPr lang="en-US" sz="1100" dirty="0">
                <a:latin typeface="+mj-lt"/>
              </a:rPr>
              <a:t>, </a:t>
            </a:r>
            <a:r>
              <a:rPr lang="en-US" sz="1100" dirty="0" err="1">
                <a:latin typeface="+mj-lt"/>
              </a:rPr>
              <a:t>turpis</a:t>
            </a:r>
            <a:r>
              <a:rPr lang="en-US" sz="1100" dirty="0">
                <a:latin typeface="+mj-lt"/>
              </a:rPr>
              <a:t> et </a:t>
            </a:r>
            <a:r>
              <a:rPr lang="en-US" sz="1100" dirty="0" err="1">
                <a:latin typeface="+mj-lt"/>
              </a:rPr>
              <a:t>posuere</a:t>
            </a:r>
            <a:r>
              <a:rPr lang="en-US" sz="1100" dirty="0">
                <a:latin typeface="+mj-lt"/>
              </a:rPr>
              <a:t> </a:t>
            </a:r>
            <a:r>
              <a:rPr lang="en-US" sz="1100" dirty="0" err="1">
                <a:latin typeface="+mj-lt"/>
              </a:rPr>
              <a:t>viverra</a:t>
            </a:r>
            <a:r>
              <a:rPr lang="en-US" sz="1100" dirty="0">
                <a:latin typeface="+mj-lt"/>
              </a:rPr>
              <a:t>, ipsum </a:t>
            </a:r>
            <a:r>
              <a:rPr lang="en-US" sz="1100" dirty="0" err="1">
                <a:latin typeface="+mj-lt"/>
              </a:rPr>
              <a:t>sem</a:t>
            </a:r>
            <a:r>
              <a:rPr lang="en-US" sz="1100" dirty="0">
                <a:latin typeface="+mj-lt"/>
              </a:rPr>
              <a:t> </a:t>
            </a:r>
            <a:r>
              <a:rPr lang="en-US" sz="1100" dirty="0" err="1">
                <a:latin typeface="+mj-lt"/>
              </a:rPr>
              <a:t>tincidunt</a:t>
            </a:r>
            <a:r>
              <a:rPr lang="en-US" sz="1100" dirty="0">
                <a:latin typeface="+mj-lt"/>
              </a:rPr>
              <a:t> </a:t>
            </a:r>
            <a:r>
              <a:rPr lang="en-US" sz="1100" dirty="0" err="1">
                <a:latin typeface="+mj-lt"/>
              </a:rPr>
              <a:t>est</a:t>
            </a:r>
            <a:r>
              <a:rPr lang="en-US" sz="1100" dirty="0">
                <a:latin typeface="+mj-lt"/>
              </a:rPr>
              <a:t>, </a:t>
            </a:r>
            <a:r>
              <a:rPr lang="en-US" sz="1100" dirty="0" err="1">
                <a:latin typeface="+mj-lt"/>
              </a:rPr>
              <a:t>finibus</a:t>
            </a:r>
            <a:r>
              <a:rPr lang="en-US" sz="1100" dirty="0">
                <a:latin typeface="+mj-lt"/>
              </a:rPr>
              <a:t> </a:t>
            </a:r>
            <a:r>
              <a:rPr lang="en-US" sz="1100" dirty="0" err="1">
                <a:latin typeface="+mj-lt"/>
              </a:rPr>
              <a:t>tempor</a:t>
            </a:r>
            <a:r>
              <a:rPr lang="en-US" sz="1100" dirty="0">
                <a:latin typeface="+mj-lt"/>
              </a:rPr>
              <a:t> </a:t>
            </a:r>
            <a:r>
              <a:rPr lang="en-US" sz="1100" dirty="0" err="1">
                <a:latin typeface="+mj-lt"/>
              </a:rPr>
              <a:t>nibh</a:t>
            </a:r>
            <a:r>
              <a:rPr lang="en-US" sz="1100" dirty="0">
                <a:latin typeface="+mj-lt"/>
              </a:rPr>
              <a:t> ante semper diam. </a:t>
            </a:r>
            <a:r>
              <a:rPr lang="en-US" sz="1100" dirty="0" err="1">
                <a:latin typeface="+mj-lt"/>
              </a:rPr>
              <a:t>Nullam</a:t>
            </a:r>
            <a:r>
              <a:rPr lang="en-US" sz="1100" dirty="0">
                <a:latin typeface="+mj-lt"/>
              </a:rPr>
              <a:t> </a:t>
            </a:r>
            <a:r>
              <a:rPr lang="en-US" sz="1100" dirty="0" err="1">
                <a:latin typeface="+mj-lt"/>
              </a:rPr>
              <a:t>quis</a:t>
            </a:r>
            <a:r>
              <a:rPr lang="en-US" sz="1100" dirty="0">
                <a:latin typeface="+mj-lt"/>
              </a:rPr>
              <a:t> </a:t>
            </a:r>
            <a:r>
              <a:rPr lang="en-US" sz="1100" dirty="0" err="1">
                <a:latin typeface="+mj-lt"/>
              </a:rPr>
              <a:t>euismod</a:t>
            </a:r>
            <a:r>
              <a:rPr lang="en-US" sz="1100" dirty="0">
                <a:latin typeface="+mj-lt"/>
              </a:rPr>
              <a:t> </a:t>
            </a:r>
            <a:r>
              <a:rPr lang="en-US" sz="1100" dirty="0" err="1">
                <a:latin typeface="+mj-lt"/>
              </a:rPr>
              <a:t>neque</a:t>
            </a:r>
            <a:r>
              <a:rPr lang="en-US" sz="1100" dirty="0">
                <a:latin typeface="+mj-lt"/>
              </a:rPr>
              <a:t>, </a:t>
            </a:r>
            <a:r>
              <a:rPr lang="en-US" sz="1100" dirty="0" err="1">
                <a:latin typeface="+mj-lt"/>
              </a:rPr>
              <a:t>nec</a:t>
            </a:r>
            <a:r>
              <a:rPr lang="en-US" sz="1100" dirty="0">
                <a:latin typeface="+mj-lt"/>
              </a:rPr>
              <a:t> </a:t>
            </a:r>
            <a:r>
              <a:rPr lang="en-US" sz="1100" dirty="0" err="1">
                <a:latin typeface="+mj-lt"/>
              </a:rPr>
              <a:t>facilisis</a:t>
            </a:r>
            <a:r>
              <a:rPr lang="en-US" sz="1100" dirty="0">
                <a:latin typeface="+mj-lt"/>
              </a:rPr>
              <a:t> sem. </a:t>
            </a:r>
            <a:r>
              <a:rPr lang="en-US" sz="1100" dirty="0" err="1">
                <a:latin typeface="+mj-lt"/>
              </a:rPr>
              <a:t>Morbi</a:t>
            </a:r>
            <a:r>
              <a:rPr lang="en-US" sz="1100" dirty="0">
                <a:latin typeface="+mj-lt"/>
              </a:rPr>
              <a:t> </a:t>
            </a:r>
            <a:r>
              <a:rPr lang="en-US" sz="1100" dirty="0" err="1">
                <a:latin typeface="+mj-lt"/>
              </a:rPr>
              <a:t>egestas</a:t>
            </a:r>
            <a:r>
              <a:rPr lang="en-US" sz="1100" dirty="0">
                <a:latin typeface="+mj-lt"/>
              </a:rPr>
              <a:t> </a:t>
            </a:r>
            <a:r>
              <a:rPr lang="en-US" sz="1100" dirty="0" err="1">
                <a:latin typeface="+mj-lt"/>
              </a:rPr>
              <a:t>iaculis</a:t>
            </a:r>
            <a:r>
              <a:rPr lang="en-US" sz="1100" dirty="0">
                <a:latin typeface="+mj-lt"/>
              </a:rPr>
              <a:t> </a:t>
            </a:r>
            <a:r>
              <a:rPr lang="en-US" sz="1100" dirty="0" err="1">
                <a:latin typeface="+mj-lt"/>
              </a:rPr>
              <a:t>dignissim</a:t>
            </a:r>
            <a:r>
              <a:rPr lang="en-US" sz="1100" dirty="0">
                <a:latin typeface="+mj-lt"/>
              </a:rPr>
              <a:t>. In </a:t>
            </a:r>
            <a:r>
              <a:rPr lang="en-US" sz="1100" dirty="0" err="1">
                <a:latin typeface="+mj-lt"/>
              </a:rPr>
              <a:t>accumsan</a:t>
            </a:r>
            <a:r>
              <a:rPr lang="en-US" sz="1100" dirty="0">
                <a:latin typeface="+mj-lt"/>
              </a:rPr>
              <a:t> </a:t>
            </a:r>
            <a:r>
              <a:rPr lang="en-US" sz="1100" dirty="0" err="1">
                <a:latin typeface="+mj-lt"/>
              </a:rPr>
              <a:t>tortor</a:t>
            </a:r>
            <a:r>
              <a:rPr lang="en-US" sz="1100" dirty="0">
                <a:latin typeface="+mj-lt"/>
              </a:rPr>
              <a:t> </a:t>
            </a:r>
            <a:r>
              <a:rPr lang="en-US" sz="1100" dirty="0" err="1">
                <a:latin typeface="+mj-lt"/>
              </a:rPr>
              <a:t>elit</a:t>
            </a:r>
            <a:r>
              <a:rPr lang="en-US" sz="1100" dirty="0">
                <a:latin typeface="+mj-lt"/>
              </a:rPr>
              <a:t>, non </a:t>
            </a:r>
            <a:r>
              <a:rPr lang="en-US" sz="1100" dirty="0" err="1">
                <a:latin typeface="+mj-lt"/>
              </a:rPr>
              <a:t>euismod</a:t>
            </a:r>
            <a:r>
              <a:rPr lang="en-US" sz="1100" dirty="0">
                <a:latin typeface="+mj-lt"/>
              </a:rPr>
              <a:t> </a:t>
            </a:r>
            <a:r>
              <a:rPr lang="en-US" sz="1100" dirty="0" err="1">
                <a:latin typeface="+mj-lt"/>
              </a:rPr>
              <a:t>eros</a:t>
            </a:r>
            <a:r>
              <a:rPr lang="en-US" sz="1100" dirty="0">
                <a:latin typeface="+mj-lt"/>
              </a:rPr>
              <a:t> </a:t>
            </a:r>
            <a:r>
              <a:rPr lang="en-US" sz="1100" dirty="0" err="1">
                <a:latin typeface="+mj-lt"/>
              </a:rPr>
              <a:t>accumsan</a:t>
            </a:r>
            <a:r>
              <a:rPr lang="en-US" sz="1100" dirty="0">
                <a:latin typeface="+mj-lt"/>
              </a:rPr>
              <a:t> ac. </a:t>
            </a:r>
            <a:r>
              <a:rPr lang="en-US" sz="1100" dirty="0" err="1">
                <a:latin typeface="+mj-lt"/>
              </a:rPr>
              <a:t>Sed</a:t>
            </a:r>
            <a:r>
              <a:rPr lang="en-US" sz="1100" dirty="0">
                <a:latin typeface="+mj-lt"/>
              </a:rPr>
              <a:t> </a:t>
            </a:r>
            <a:r>
              <a:rPr lang="en-US" sz="1100" dirty="0" err="1">
                <a:latin typeface="+mj-lt"/>
              </a:rPr>
              <a:t>ultrices</a:t>
            </a:r>
            <a:r>
              <a:rPr lang="en-US" sz="1100" dirty="0">
                <a:latin typeface="+mj-lt"/>
              </a:rPr>
              <a:t> mi lorem, </a:t>
            </a:r>
            <a:r>
              <a:rPr lang="en-US" sz="1100" dirty="0" err="1">
                <a:latin typeface="+mj-lt"/>
              </a:rPr>
              <a:t>ut</a:t>
            </a:r>
            <a:r>
              <a:rPr lang="en-US" sz="1100" dirty="0">
                <a:latin typeface="+mj-lt"/>
              </a:rPr>
              <a:t> </a:t>
            </a:r>
            <a:r>
              <a:rPr lang="en-US" sz="1100" dirty="0" err="1">
                <a:latin typeface="+mj-lt"/>
              </a:rPr>
              <a:t>dignissim</a:t>
            </a:r>
            <a:r>
              <a:rPr lang="en-US" sz="1100" dirty="0">
                <a:latin typeface="+mj-lt"/>
              </a:rPr>
              <a:t> </a:t>
            </a:r>
            <a:r>
              <a:rPr lang="en-US" sz="1100" dirty="0" err="1">
                <a:latin typeface="+mj-lt"/>
              </a:rPr>
              <a:t>nibh</a:t>
            </a:r>
            <a:r>
              <a:rPr lang="en-US" sz="1100" dirty="0">
                <a:latin typeface="+mj-lt"/>
              </a:rPr>
              <a:t> </a:t>
            </a:r>
            <a:r>
              <a:rPr lang="en-US" sz="1100" dirty="0" err="1">
                <a:latin typeface="+mj-lt"/>
              </a:rPr>
              <a:t>facilisis</a:t>
            </a:r>
            <a:r>
              <a:rPr lang="en-US" sz="1100" dirty="0">
                <a:latin typeface="+mj-lt"/>
              </a:rPr>
              <a:t> vel.</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779284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357189" y="1079500"/>
            <a:ext cx="3986212" cy="3397250"/>
          </a:xfrm>
        </p:spPr>
        <p:txBody>
          <a:bodyPr/>
          <a:lstStyle>
            <a:lvl1pPr marL="171450" indent="-171450">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p:txBody>
      </p:sp>
      <p:sp>
        <p:nvSpPr>
          <p:cNvPr id="4" name="Content Placeholder 5"/>
          <p:cNvSpPr>
            <a:spLocks noGrp="1"/>
          </p:cNvSpPr>
          <p:nvPr>
            <p:ph sz="quarter" idx="11" hasCustomPrompt="1"/>
          </p:nvPr>
        </p:nvSpPr>
        <p:spPr>
          <a:xfrm>
            <a:off x="4800600" y="1079500"/>
            <a:ext cx="3986213" cy="3397250"/>
          </a:xfrm>
        </p:spPr>
        <p:txBody>
          <a:bodyPr/>
          <a:lstStyle>
            <a:lvl1pPr marL="171450" indent="-171450">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p:txBody>
      </p:sp>
      <p:cxnSp>
        <p:nvCxnSpPr>
          <p:cNvPr id="5" name="Straight Connector 4"/>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143077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Highl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3" name="Content Placeholder 5"/>
          <p:cNvSpPr>
            <a:spLocks noGrp="1"/>
          </p:cNvSpPr>
          <p:nvPr>
            <p:ph sz="quarter" idx="10" hasCustomPrompt="1"/>
          </p:nvPr>
        </p:nvSpPr>
        <p:spPr>
          <a:xfrm>
            <a:off x="357188" y="1422400"/>
            <a:ext cx="8429625" cy="30543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dirty="0">
                <a:latin typeface="+mj-lt"/>
              </a:rPr>
              <a:t>In </a:t>
            </a:r>
            <a:r>
              <a:rPr lang="en-US" sz="1100" dirty="0" err="1">
                <a:latin typeface="+mj-lt"/>
              </a:rPr>
              <a:t>egestas</a:t>
            </a:r>
            <a:r>
              <a:rPr lang="en-US" sz="1100" dirty="0">
                <a:latin typeface="+mj-lt"/>
              </a:rPr>
              <a:t> </a:t>
            </a:r>
            <a:r>
              <a:rPr lang="en-US" sz="1100" dirty="0" err="1">
                <a:latin typeface="+mj-lt"/>
              </a:rPr>
              <a:t>orci</a:t>
            </a:r>
            <a:r>
              <a:rPr lang="en-US" sz="1100" dirty="0">
                <a:latin typeface="+mj-lt"/>
              </a:rPr>
              <a:t> </a:t>
            </a:r>
            <a:r>
              <a:rPr lang="en-US" sz="1100" dirty="0" err="1">
                <a:latin typeface="+mj-lt"/>
              </a:rPr>
              <a:t>eu</a:t>
            </a:r>
            <a:r>
              <a:rPr lang="en-US" sz="1100" dirty="0">
                <a:latin typeface="+mj-lt"/>
              </a:rPr>
              <a:t> </a:t>
            </a:r>
            <a:r>
              <a:rPr lang="en-US" sz="1100" dirty="0" err="1">
                <a:latin typeface="+mj-lt"/>
              </a:rPr>
              <a:t>lacinia</a:t>
            </a:r>
            <a:r>
              <a:rPr lang="en-US" sz="1100" dirty="0">
                <a:latin typeface="+mj-lt"/>
              </a:rPr>
              <a:t> </a:t>
            </a:r>
            <a:r>
              <a:rPr lang="en-US" sz="1100" dirty="0" err="1">
                <a:latin typeface="+mj-lt"/>
              </a:rPr>
              <a:t>consectetur</a:t>
            </a:r>
            <a:r>
              <a:rPr lang="en-US" sz="1100" dirty="0">
                <a:latin typeface="+mj-lt"/>
              </a:rPr>
              <a:t>. In dolor ipsum, gravida et </a:t>
            </a:r>
            <a:r>
              <a:rPr lang="en-US" sz="1100" dirty="0" err="1">
                <a:latin typeface="+mj-lt"/>
              </a:rPr>
              <a:t>sagittis</a:t>
            </a:r>
            <a:r>
              <a:rPr lang="en-US" sz="1100" dirty="0">
                <a:latin typeface="+mj-lt"/>
              </a:rPr>
              <a:t> id, </a:t>
            </a:r>
            <a:r>
              <a:rPr lang="en-US" sz="1100" dirty="0" err="1">
                <a:latin typeface="+mj-lt"/>
              </a:rPr>
              <a:t>sollicitudin</a:t>
            </a:r>
            <a:r>
              <a:rPr lang="en-US" sz="1100" dirty="0">
                <a:latin typeface="+mj-lt"/>
              </a:rPr>
              <a:t> </a:t>
            </a:r>
            <a:r>
              <a:rPr lang="en-US" sz="1100" dirty="0" err="1">
                <a:latin typeface="+mj-lt"/>
              </a:rPr>
              <a:t>ut</a:t>
            </a:r>
            <a:r>
              <a:rPr lang="en-US" sz="1100" dirty="0">
                <a:latin typeface="+mj-lt"/>
              </a:rPr>
              <a:t> </a:t>
            </a:r>
            <a:r>
              <a:rPr lang="en-US" sz="1100" dirty="0" err="1">
                <a:latin typeface="+mj-lt"/>
              </a:rPr>
              <a:t>nisl</a:t>
            </a:r>
            <a:r>
              <a:rPr lang="en-US" sz="1100" dirty="0">
                <a:latin typeface="+mj-lt"/>
              </a:rPr>
              <a:t>. </a:t>
            </a:r>
            <a:r>
              <a:rPr lang="en-US" sz="1100" dirty="0" err="1">
                <a:latin typeface="+mj-lt"/>
              </a:rPr>
              <a:t>Praesent</a:t>
            </a:r>
            <a:r>
              <a:rPr lang="en-US" sz="1100" dirty="0">
                <a:latin typeface="+mj-lt"/>
              </a:rPr>
              <a:t> </a:t>
            </a:r>
            <a:r>
              <a:rPr lang="en-US" sz="1100" dirty="0" err="1">
                <a:latin typeface="+mj-lt"/>
              </a:rPr>
              <a:t>bibendum</a:t>
            </a:r>
            <a:r>
              <a:rPr lang="en-US" sz="1100" dirty="0">
                <a:latin typeface="+mj-lt"/>
              </a:rPr>
              <a:t> tempus </a:t>
            </a:r>
            <a:r>
              <a:rPr lang="en-US" sz="1100" dirty="0" err="1">
                <a:latin typeface="+mj-lt"/>
              </a:rPr>
              <a:t>tellus</a:t>
            </a:r>
            <a:r>
              <a:rPr lang="en-US" sz="1100" dirty="0">
                <a:latin typeface="+mj-lt"/>
              </a:rPr>
              <a:t> </a:t>
            </a:r>
            <a:r>
              <a:rPr lang="en-US" sz="1100" dirty="0" err="1">
                <a:latin typeface="+mj-lt"/>
              </a:rPr>
              <a:t>nec</a:t>
            </a:r>
            <a:r>
              <a:rPr lang="en-US" sz="1100" dirty="0">
                <a:latin typeface="+mj-lt"/>
              </a:rPr>
              <a:t> </a:t>
            </a:r>
            <a:r>
              <a:rPr lang="en-US" sz="1100" dirty="0" err="1">
                <a:latin typeface="+mj-lt"/>
              </a:rPr>
              <a:t>hendrerit</a:t>
            </a:r>
            <a:r>
              <a:rPr lang="en-US" sz="1100" dirty="0">
                <a:latin typeface="+mj-lt"/>
              </a:rPr>
              <a:t>. Nam in </a:t>
            </a:r>
            <a:r>
              <a:rPr lang="en-US" sz="1100" dirty="0" err="1">
                <a:latin typeface="+mj-lt"/>
              </a:rPr>
              <a:t>tempor</a:t>
            </a:r>
            <a:r>
              <a:rPr lang="en-US" sz="1100" dirty="0">
                <a:latin typeface="+mj-lt"/>
              </a:rPr>
              <a:t> </a:t>
            </a:r>
            <a:r>
              <a:rPr lang="en-US" sz="1100" dirty="0" err="1">
                <a:latin typeface="+mj-lt"/>
              </a:rPr>
              <a:t>metus</a:t>
            </a:r>
            <a:r>
              <a:rPr lang="en-US" sz="1100" dirty="0">
                <a:latin typeface="+mj-lt"/>
              </a:rPr>
              <a:t>, ac </a:t>
            </a:r>
            <a:r>
              <a:rPr lang="en-US" sz="1100" dirty="0" err="1">
                <a:latin typeface="+mj-lt"/>
              </a:rPr>
              <a:t>finibus</a:t>
            </a:r>
            <a:r>
              <a:rPr lang="en-US" sz="1100" dirty="0">
                <a:latin typeface="+mj-lt"/>
              </a:rPr>
              <a:t> </a:t>
            </a:r>
            <a:r>
              <a:rPr lang="en-US" sz="1100" dirty="0" err="1">
                <a:latin typeface="+mj-lt"/>
              </a:rPr>
              <a:t>purus</a:t>
            </a:r>
            <a:r>
              <a:rPr lang="en-US" sz="1100" dirty="0">
                <a:latin typeface="+mj-lt"/>
              </a:rPr>
              <a:t>. </a:t>
            </a:r>
            <a:r>
              <a:rPr lang="en-US" sz="1100" dirty="0" err="1">
                <a:latin typeface="+mj-lt"/>
              </a:rPr>
              <a:t>Praesent</a:t>
            </a:r>
            <a:r>
              <a:rPr lang="en-US" sz="1100" dirty="0">
                <a:latin typeface="+mj-lt"/>
              </a:rPr>
              <a:t> </a:t>
            </a:r>
            <a:r>
              <a:rPr lang="en-US" sz="1100" dirty="0" err="1">
                <a:latin typeface="+mj-lt"/>
              </a:rPr>
              <a:t>consequat</a:t>
            </a:r>
            <a:r>
              <a:rPr lang="en-US" sz="1100" dirty="0">
                <a:latin typeface="+mj-lt"/>
              </a:rPr>
              <a:t> </a:t>
            </a:r>
            <a:r>
              <a:rPr lang="en-US" sz="1100" dirty="0" err="1">
                <a:latin typeface="+mj-lt"/>
              </a:rPr>
              <a:t>lectus</a:t>
            </a:r>
            <a:r>
              <a:rPr lang="en-US" sz="1100" dirty="0">
                <a:latin typeface="+mj-lt"/>
              </a:rPr>
              <a:t> sit </a:t>
            </a:r>
            <a:r>
              <a:rPr lang="en-US" sz="1100" dirty="0" err="1">
                <a:latin typeface="+mj-lt"/>
              </a:rPr>
              <a:t>amet</a:t>
            </a:r>
            <a:r>
              <a:rPr lang="en-US" sz="1100" dirty="0">
                <a:latin typeface="+mj-lt"/>
              </a:rPr>
              <a:t> </a:t>
            </a:r>
            <a:r>
              <a:rPr lang="en-US" sz="1100" dirty="0" err="1">
                <a:latin typeface="+mj-lt"/>
              </a:rPr>
              <a:t>tortor</a:t>
            </a:r>
            <a:r>
              <a:rPr lang="en-US" sz="1100" dirty="0">
                <a:latin typeface="+mj-lt"/>
              </a:rPr>
              <a:t> pharetra, </a:t>
            </a:r>
            <a:r>
              <a:rPr lang="en-US" sz="1100" dirty="0" err="1">
                <a:latin typeface="+mj-lt"/>
              </a:rPr>
              <a:t>sed</a:t>
            </a:r>
            <a:r>
              <a:rPr lang="en-US" sz="1100" dirty="0">
                <a:latin typeface="+mj-lt"/>
              </a:rPr>
              <a:t> </a:t>
            </a:r>
            <a:r>
              <a:rPr lang="en-US" sz="1100" dirty="0" err="1">
                <a:latin typeface="+mj-lt"/>
              </a:rPr>
              <a:t>venenatis</a:t>
            </a:r>
            <a:r>
              <a:rPr lang="en-US" sz="1100" dirty="0">
                <a:latin typeface="+mj-lt"/>
              </a:rPr>
              <a:t> </a:t>
            </a:r>
            <a:r>
              <a:rPr lang="en-US" sz="1100" dirty="0" err="1">
                <a:latin typeface="+mj-lt"/>
              </a:rPr>
              <a:t>eros</a:t>
            </a:r>
            <a:r>
              <a:rPr lang="en-US" sz="1100" dirty="0">
                <a:latin typeface="+mj-lt"/>
              </a:rPr>
              <a:t> </a:t>
            </a:r>
            <a:r>
              <a:rPr lang="en-US" sz="1100" dirty="0" err="1">
                <a:latin typeface="+mj-lt"/>
              </a:rPr>
              <a:t>lacinia</a:t>
            </a:r>
            <a:r>
              <a:rPr lang="en-US" sz="1100" dirty="0">
                <a:latin typeface="+mj-lt"/>
              </a:rPr>
              <a:t>. In </a:t>
            </a:r>
            <a:r>
              <a:rPr lang="en-US" sz="1100" dirty="0" err="1">
                <a:latin typeface="+mj-lt"/>
              </a:rPr>
              <a:t>sed</a:t>
            </a:r>
            <a:r>
              <a:rPr lang="en-US" sz="1100" dirty="0">
                <a:latin typeface="+mj-lt"/>
              </a:rPr>
              <a:t> </a:t>
            </a:r>
            <a:r>
              <a:rPr lang="en-US" sz="1100" dirty="0" err="1">
                <a:latin typeface="+mj-lt"/>
              </a:rPr>
              <a:t>erat</a:t>
            </a:r>
            <a:r>
              <a:rPr lang="en-US" sz="1100" dirty="0">
                <a:latin typeface="+mj-lt"/>
              </a:rPr>
              <a:t> libero. </a:t>
            </a:r>
            <a:r>
              <a:rPr lang="en-US" sz="1100" dirty="0" err="1">
                <a:latin typeface="+mj-lt"/>
              </a:rPr>
              <a:t>Sed</a:t>
            </a:r>
            <a:r>
              <a:rPr lang="en-US" sz="1100" dirty="0">
                <a:latin typeface="+mj-lt"/>
              </a:rPr>
              <a:t> lorem </a:t>
            </a:r>
            <a:r>
              <a:rPr lang="en-US" sz="1100" dirty="0" err="1">
                <a:latin typeface="+mj-lt"/>
              </a:rPr>
              <a:t>neque</a:t>
            </a:r>
            <a:r>
              <a:rPr lang="en-US" sz="1100" dirty="0">
                <a:latin typeface="+mj-lt"/>
              </a:rPr>
              <a:t>, </a:t>
            </a:r>
            <a:r>
              <a:rPr lang="en-US" sz="1100" dirty="0" err="1">
                <a:latin typeface="+mj-lt"/>
              </a:rPr>
              <a:t>commodo</a:t>
            </a:r>
            <a:r>
              <a:rPr lang="en-US" sz="1100" dirty="0">
                <a:latin typeface="+mj-lt"/>
              </a:rPr>
              <a:t> vitae ex at, pharetra convallis </a:t>
            </a:r>
            <a:r>
              <a:rPr lang="en-US" sz="1100" dirty="0" err="1">
                <a:latin typeface="+mj-lt"/>
              </a:rPr>
              <a:t>nunc</a:t>
            </a:r>
            <a:r>
              <a:rPr lang="en-US" sz="1100" dirty="0">
                <a:latin typeface="+mj-lt"/>
              </a:rPr>
              <a:t>. In </a:t>
            </a:r>
            <a:r>
              <a:rPr lang="en-US" sz="1100" dirty="0" err="1">
                <a:latin typeface="+mj-lt"/>
              </a:rPr>
              <a:t>vehicula</a:t>
            </a:r>
            <a:r>
              <a:rPr lang="en-US" sz="1100" dirty="0">
                <a:latin typeface="+mj-lt"/>
              </a:rPr>
              <a:t> </a:t>
            </a:r>
            <a:r>
              <a:rPr lang="en-US" sz="1100" dirty="0" err="1">
                <a:latin typeface="+mj-lt"/>
              </a:rPr>
              <a:t>mauris</a:t>
            </a:r>
            <a:r>
              <a:rPr lang="en-US" sz="1100" dirty="0">
                <a:latin typeface="+mj-lt"/>
              </a:rPr>
              <a:t> ligula. </a:t>
            </a:r>
            <a:r>
              <a:rPr lang="en-US" sz="1100" dirty="0" err="1">
                <a:latin typeface="+mj-lt"/>
              </a:rPr>
              <a:t>Suspendisse</a:t>
            </a:r>
            <a:r>
              <a:rPr lang="en-US" sz="1100" dirty="0">
                <a:latin typeface="+mj-lt"/>
              </a:rPr>
              <a:t> in </a:t>
            </a:r>
            <a:r>
              <a:rPr lang="en-US" sz="1100" dirty="0" err="1">
                <a:latin typeface="+mj-lt"/>
              </a:rPr>
              <a:t>tellus</a:t>
            </a:r>
            <a:r>
              <a:rPr lang="en-US" sz="1100" dirty="0">
                <a:latin typeface="+mj-lt"/>
              </a:rPr>
              <a:t> </a:t>
            </a:r>
            <a:r>
              <a:rPr lang="en-US" sz="1100" dirty="0" err="1">
                <a:latin typeface="+mj-lt"/>
              </a:rPr>
              <a:t>congue</a:t>
            </a:r>
            <a:r>
              <a:rPr lang="en-US" sz="1100" dirty="0">
                <a:latin typeface="+mj-lt"/>
              </a:rPr>
              <a:t> </a:t>
            </a:r>
            <a:r>
              <a:rPr lang="en-US" sz="1100" dirty="0" err="1">
                <a:latin typeface="+mj-lt"/>
              </a:rPr>
              <a:t>odio</a:t>
            </a:r>
            <a:r>
              <a:rPr lang="en-US" sz="1100" dirty="0">
                <a:latin typeface="+mj-lt"/>
              </a:rPr>
              <a:t> pharetra </a:t>
            </a:r>
            <a:r>
              <a:rPr lang="en-US" sz="1100" dirty="0" err="1">
                <a:latin typeface="+mj-lt"/>
              </a:rPr>
              <a:t>finibus</a:t>
            </a:r>
            <a:r>
              <a:rPr lang="en-US" sz="1100" dirty="0">
                <a:latin typeface="+mj-lt"/>
              </a:rPr>
              <a:t>. Nam </a:t>
            </a:r>
            <a:r>
              <a:rPr lang="en-US" sz="1100" dirty="0" err="1">
                <a:latin typeface="+mj-lt"/>
              </a:rPr>
              <a:t>vel</a:t>
            </a:r>
            <a:r>
              <a:rPr lang="en-US" sz="1100" dirty="0">
                <a:latin typeface="+mj-lt"/>
              </a:rPr>
              <a:t> </a:t>
            </a:r>
            <a:r>
              <a:rPr lang="en-US" sz="1100" dirty="0" err="1">
                <a:latin typeface="+mj-lt"/>
              </a:rPr>
              <a:t>auctor</a:t>
            </a:r>
            <a:r>
              <a:rPr lang="en-US" sz="1100" dirty="0">
                <a:latin typeface="+mj-lt"/>
              </a:rPr>
              <a:t> </a:t>
            </a:r>
            <a:r>
              <a:rPr lang="en-US" sz="1100" dirty="0" err="1">
                <a:latin typeface="+mj-lt"/>
              </a:rPr>
              <a:t>justo</a:t>
            </a:r>
            <a:r>
              <a:rPr lang="en-US" sz="1100" dirty="0">
                <a:latin typeface="+mj-lt"/>
              </a:rPr>
              <a:t>, vitae </a:t>
            </a:r>
            <a:r>
              <a:rPr lang="en-US" sz="1100" dirty="0" err="1">
                <a:latin typeface="+mj-lt"/>
              </a:rPr>
              <a:t>hendrerit</a:t>
            </a:r>
            <a:r>
              <a:rPr lang="en-US" sz="1100" dirty="0">
                <a:latin typeface="+mj-lt"/>
              </a:rPr>
              <a:t> </a:t>
            </a:r>
            <a:r>
              <a:rPr lang="en-US" sz="1100" dirty="0" err="1">
                <a:latin typeface="+mj-lt"/>
              </a:rPr>
              <a:t>orci</a:t>
            </a:r>
            <a:r>
              <a:rPr lang="en-US" sz="1100" dirty="0">
                <a:latin typeface="+mj-lt"/>
              </a:rPr>
              <a:t>. </a:t>
            </a:r>
            <a:r>
              <a:rPr lang="en-US" sz="1100" dirty="0" err="1">
                <a:latin typeface="+mj-lt"/>
              </a:rPr>
              <a:t>Duis</a:t>
            </a:r>
            <a:r>
              <a:rPr lang="en-US" sz="1100" dirty="0">
                <a:latin typeface="+mj-lt"/>
              </a:rPr>
              <a:t> </a:t>
            </a:r>
            <a:r>
              <a:rPr lang="en-US" sz="1100" dirty="0" err="1">
                <a:latin typeface="+mj-lt"/>
              </a:rPr>
              <a:t>nec</a:t>
            </a:r>
            <a:r>
              <a:rPr lang="en-US" sz="1100" dirty="0">
                <a:latin typeface="+mj-lt"/>
              </a:rPr>
              <a:t> </a:t>
            </a:r>
            <a:r>
              <a:rPr lang="en-US" sz="1100" dirty="0" err="1">
                <a:latin typeface="+mj-lt"/>
              </a:rPr>
              <a:t>sapien</a:t>
            </a:r>
            <a:r>
              <a:rPr lang="en-US" sz="1100" dirty="0">
                <a:latin typeface="+mj-lt"/>
              </a:rPr>
              <a:t> </a:t>
            </a:r>
            <a:r>
              <a:rPr lang="en-US" sz="1100" dirty="0" err="1">
                <a:latin typeface="+mj-lt"/>
              </a:rPr>
              <a:t>viverra</a:t>
            </a:r>
            <a:r>
              <a:rPr lang="en-US" sz="1100" dirty="0">
                <a:latin typeface="+mj-lt"/>
              </a:rPr>
              <a:t>, </a:t>
            </a:r>
            <a:r>
              <a:rPr lang="en-US" sz="1100" dirty="0" err="1">
                <a:latin typeface="+mj-lt"/>
              </a:rPr>
              <a:t>bibendum</a:t>
            </a:r>
            <a:r>
              <a:rPr lang="en-US" sz="1100" dirty="0">
                <a:latin typeface="+mj-lt"/>
              </a:rPr>
              <a:t> </a:t>
            </a:r>
            <a:r>
              <a:rPr lang="en-US" sz="1100" dirty="0" err="1">
                <a:latin typeface="+mj-lt"/>
              </a:rPr>
              <a:t>tellus</a:t>
            </a:r>
            <a:r>
              <a:rPr lang="en-US" sz="1100" dirty="0">
                <a:latin typeface="+mj-lt"/>
              </a:rPr>
              <a:t> </a:t>
            </a:r>
            <a:r>
              <a:rPr lang="en-US" sz="1100" dirty="0" err="1">
                <a:latin typeface="+mj-lt"/>
              </a:rPr>
              <a:t>eget</a:t>
            </a:r>
            <a:r>
              <a:rPr lang="en-US" sz="1100" dirty="0">
                <a:latin typeface="+mj-lt"/>
              </a:rPr>
              <a:t>, </a:t>
            </a:r>
            <a:r>
              <a:rPr lang="en-US" sz="1100" dirty="0" err="1">
                <a:latin typeface="+mj-lt"/>
              </a:rPr>
              <a:t>pellentesque</a:t>
            </a:r>
            <a:r>
              <a:rPr lang="en-US" sz="1100" dirty="0">
                <a:latin typeface="+mj-lt"/>
              </a:rPr>
              <a:t> </a:t>
            </a:r>
            <a:r>
              <a:rPr lang="en-US" sz="1100" dirty="0" err="1">
                <a:latin typeface="+mj-lt"/>
              </a:rPr>
              <a:t>massa</a:t>
            </a:r>
            <a:r>
              <a:rPr lang="en-US" sz="1100" dirty="0">
                <a:latin typeface="+mj-lt"/>
              </a:rPr>
              <a:t>. </a:t>
            </a:r>
            <a:r>
              <a:rPr lang="en-US" sz="1100" dirty="0" err="1">
                <a:latin typeface="+mj-lt"/>
              </a:rPr>
              <a:t>Nulla</a:t>
            </a:r>
            <a:r>
              <a:rPr lang="en-US" sz="1100" dirty="0">
                <a:latin typeface="+mj-lt"/>
              </a:rPr>
              <a:t> </a:t>
            </a:r>
            <a:r>
              <a:rPr lang="en-US" sz="1100" dirty="0" err="1">
                <a:latin typeface="+mj-lt"/>
              </a:rPr>
              <a:t>feugiat</a:t>
            </a:r>
            <a:r>
              <a:rPr lang="en-US" sz="1100" dirty="0">
                <a:latin typeface="+mj-lt"/>
              </a:rPr>
              <a:t>, </a:t>
            </a:r>
            <a:r>
              <a:rPr lang="en-US" sz="1100" dirty="0" err="1">
                <a:latin typeface="+mj-lt"/>
              </a:rPr>
              <a:t>turpis</a:t>
            </a:r>
            <a:r>
              <a:rPr lang="en-US" sz="1100" dirty="0">
                <a:latin typeface="+mj-lt"/>
              </a:rPr>
              <a:t> et </a:t>
            </a:r>
            <a:r>
              <a:rPr lang="en-US" sz="1100" dirty="0" err="1">
                <a:latin typeface="+mj-lt"/>
              </a:rPr>
              <a:t>posuere</a:t>
            </a:r>
            <a:r>
              <a:rPr lang="en-US" sz="1100" dirty="0">
                <a:latin typeface="+mj-lt"/>
              </a:rPr>
              <a:t> </a:t>
            </a:r>
            <a:r>
              <a:rPr lang="en-US" sz="1100" dirty="0" err="1">
                <a:latin typeface="+mj-lt"/>
              </a:rPr>
              <a:t>viverra</a:t>
            </a:r>
            <a:r>
              <a:rPr lang="en-US" sz="1100" dirty="0">
                <a:latin typeface="+mj-lt"/>
              </a:rPr>
              <a:t>, ipsum </a:t>
            </a:r>
            <a:r>
              <a:rPr lang="en-US" sz="1100" dirty="0" err="1">
                <a:latin typeface="+mj-lt"/>
              </a:rPr>
              <a:t>sem</a:t>
            </a:r>
            <a:r>
              <a:rPr lang="en-US" sz="1100" dirty="0">
                <a:latin typeface="+mj-lt"/>
              </a:rPr>
              <a:t> </a:t>
            </a:r>
            <a:r>
              <a:rPr lang="en-US" sz="1100" dirty="0" err="1">
                <a:latin typeface="+mj-lt"/>
              </a:rPr>
              <a:t>tincidunt</a:t>
            </a:r>
            <a:r>
              <a:rPr lang="en-US" sz="1100" dirty="0">
                <a:latin typeface="+mj-lt"/>
              </a:rPr>
              <a:t> </a:t>
            </a:r>
            <a:r>
              <a:rPr lang="en-US" sz="1100" dirty="0" err="1">
                <a:latin typeface="+mj-lt"/>
              </a:rPr>
              <a:t>est</a:t>
            </a:r>
            <a:r>
              <a:rPr lang="en-US" sz="1100" dirty="0">
                <a:latin typeface="+mj-lt"/>
              </a:rPr>
              <a:t>, </a:t>
            </a:r>
            <a:r>
              <a:rPr lang="en-US" sz="1100" dirty="0" err="1">
                <a:latin typeface="+mj-lt"/>
              </a:rPr>
              <a:t>finibus</a:t>
            </a:r>
            <a:r>
              <a:rPr lang="en-US" sz="1100" dirty="0">
                <a:latin typeface="+mj-lt"/>
              </a:rPr>
              <a:t> </a:t>
            </a:r>
            <a:r>
              <a:rPr lang="en-US" sz="1100" dirty="0" err="1">
                <a:latin typeface="+mj-lt"/>
              </a:rPr>
              <a:t>tempor</a:t>
            </a:r>
            <a:r>
              <a:rPr lang="en-US" sz="1100" dirty="0">
                <a:latin typeface="+mj-lt"/>
              </a:rPr>
              <a:t> </a:t>
            </a:r>
            <a:r>
              <a:rPr lang="en-US" sz="1100" dirty="0" err="1">
                <a:latin typeface="+mj-lt"/>
              </a:rPr>
              <a:t>nibh</a:t>
            </a:r>
            <a:r>
              <a:rPr lang="en-US" sz="1100" dirty="0">
                <a:latin typeface="+mj-lt"/>
              </a:rPr>
              <a:t> ante semper diam. </a:t>
            </a:r>
            <a:r>
              <a:rPr lang="en-US" sz="1100" dirty="0" err="1">
                <a:latin typeface="+mj-lt"/>
              </a:rPr>
              <a:t>Nullam</a:t>
            </a:r>
            <a:r>
              <a:rPr lang="en-US" sz="1100" dirty="0">
                <a:latin typeface="+mj-lt"/>
              </a:rPr>
              <a:t> </a:t>
            </a:r>
            <a:r>
              <a:rPr lang="en-US" sz="1100" dirty="0" err="1">
                <a:latin typeface="+mj-lt"/>
              </a:rPr>
              <a:t>quis</a:t>
            </a:r>
            <a:r>
              <a:rPr lang="en-US" sz="1100" dirty="0">
                <a:latin typeface="+mj-lt"/>
              </a:rPr>
              <a:t> </a:t>
            </a:r>
            <a:r>
              <a:rPr lang="en-US" sz="1100" dirty="0" err="1">
                <a:latin typeface="+mj-lt"/>
              </a:rPr>
              <a:t>euismod</a:t>
            </a:r>
            <a:r>
              <a:rPr lang="en-US" sz="1100" dirty="0">
                <a:latin typeface="+mj-lt"/>
              </a:rPr>
              <a:t> </a:t>
            </a:r>
            <a:r>
              <a:rPr lang="en-US" sz="1100" dirty="0" err="1">
                <a:latin typeface="+mj-lt"/>
              </a:rPr>
              <a:t>neque</a:t>
            </a:r>
            <a:r>
              <a:rPr lang="en-US" sz="1100" dirty="0">
                <a:latin typeface="+mj-lt"/>
              </a:rPr>
              <a:t>, </a:t>
            </a:r>
            <a:r>
              <a:rPr lang="en-US" sz="1100" dirty="0" err="1">
                <a:latin typeface="+mj-lt"/>
              </a:rPr>
              <a:t>nec</a:t>
            </a:r>
            <a:r>
              <a:rPr lang="en-US" sz="1100" dirty="0">
                <a:latin typeface="+mj-lt"/>
              </a:rPr>
              <a:t> </a:t>
            </a:r>
            <a:r>
              <a:rPr lang="en-US" sz="1100" dirty="0" err="1">
                <a:latin typeface="+mj-lt"/>
              </a:rPr>
              <a:t>facilisis</a:t>
            </a:r>
            <a:r>
              <a:rPr lang="en-US" sz="1100" dirty="0">
                <a:latin typeface="+mj-lt"/>
              </a:rPr>
              <a:t> sem. </a:t>
            </a:r>
            <a:r>
              <a:rPr lang="en-US" sz="1100" dirty="0" err="1">
                <a:latin typeface="+mj-lt"/>
              </a:rPr>
              <a:t>Morbi</a:t>
            </a:r>
            <a:r>
              <a:rPr lang="en-US" sz="1100" dirty="0">
                <a:latin typeface="+mj-lt"/>
              </a:rPr>
              <a:t> </a:t>
            </a:r>
            <a:r>
              <a:rPr lang="en-US" sz="1100" dirty="0" err="1">
                <a:latin typeface="+mj-lt"/>
              </a:rPr>
              <a:t>egestas</a:t>
            </a:r>
            <a:r>
              <a:rPr lang="en-US" sz="1100" dirty="0">
                <a:latin typeface="+mj-lt"/>
              </a:rPr>
              <a:t> </a:t>
            </a:r>
            <a:r>
              <a:rPr lang="en-US" sz="1100" dirty="0" err="1">
                <a:latin typeface="+mj-lt"/>
              </a:rPr>
              <a:t>iaculis</a:t>
            </a:r>
            <a:r>
              <a:rPr lang="en-US" sz="1100" dirty="0">
                <a:latin typeface="+mj-lt"/>
              </a:rPr>
              <a:t> </a:t>
            </a:r>
            <a:r>
              <a:rPr lang="en-US" sz="1100" dirty="0" err="1">
                <a:latin typeface="+mj-lt"/>
              </a:rPr>
              <a:t>dignissim</a:t>
            </a:r>
            <a:r>
              <a:rPr lang="en-US" sz="1100" dirty="0">
                <a:latin typeface="+mj-lt"/>
              </a:rPr>
              <a:t>. In </a:t>
            </a:r>
            <a:r>
              <a:rPr lang="en-US" sz="1100" dirty="0" err="1">
                <a:latin typeface="+mj-lt"/>
              </a:rPr>
              <a:t>accumsan</a:t>
            </a:r>
            <a:r>
              <a:rPr lang="en-US" sz="1100" dirty="0">
                <a:latin typeface="+mj-lt"/>
              </a:rPr>
              <a:t> </a:t>
            </a:r>
            <a:r>
              <a:rPr lang="en-US" sz="1100" dirty="0" err="1">
                <a:latin typeface="+mj-lt"/>
              </a:rPr>
              <a:t>tortor</a:t>
            </a:r>
            <a:r>
              <a:rPr lang="en-US" sz="1100" dirty="0">
                <a:latin typeface="+mj-lt"/>
              </a:rPr>
              <a:t> </a:t>
            </a:r>
            <a:r>
              <a:rPr lang="en-US" sz="1100" dirty="0" err="1">
                <a:latin typeface="+mj-lt"/>
              </a:rPr>
              <a:t>elit</a:t>
            </a:r>
            <a:r>
              <a:rPr lang="en-US" sz="1100" dirty="0">
                <a:latin typeface="+mj-lt"/>
              </a:rPr>
              <a:t>, non </a:t>
            </a:r>
            <a:r>
              <a:rPr lang="en-US" sz="1100" dirty="0" err="1">
                <a:latin typeface="+mj-lt"/>
              </a:rPr>
              <a:t>euismod</a:t>
            </a:r>
            <a:r>
              <a:rPr lang="en-US" sz="1100" dirty="0">
                <a:latin typeface="+mj-lt"/>
              </a:rPr>
              <a:t> </a:t>
            </a:r>
            <a:r>
              <a:rPr lang="en-US" sz="1100" dirty="0" err="1">
                <a:latin typeface="+mj-lt"/>
              </a:rPr>
              <a:t>eros</a:t>
            </a:r>
            <a:r>
              <a:rPr lang="en-US" sz="1100" dirty="0">
                <a:latin typeface="+mj-lt"/>
              </a:rPr>
              <a:t> </a:t>
            </a:r>
            <a:r>
              <a:rPr lang="en-US" sz="1100" dirty="0" err="1">
                <a:latin typeface="+mj-lt"/>
              </a:rPr>
              <a:t>accumsan</a:t>
            </a:r>
            <a:r>
              <a:rPr lang="en-US" sz="1100" dirty="0">
                <a:latin typeface="+mj-lt"/>
              </a:rPr>
              <a:t> ac. </a:t>
            </a:r>
            <a:r>
              <a:rPr lang="en-US" sz="1100" dirty="0" err="1">
                <a:latin typeface="+mj-lt"/>
              </a:rPr>
              <a:t>Sed</a:t>
            </a:r>
            <a:r>
              <a:rPr lang="en-US" sz="1100" dirty="0">
                <a:latin typeface="+mj-lt"/>
              </a:rPr>
              <a:t> </a:t>
            </a:r>
            <a:r>
              <a:rPr lang="en-US" sz="1100" dirty="0" err="1">
                <a:latin typeface="+mj-lt"/>
              </a:rPr>
              <a:t>ultrices</a:t>
            </a:r>
            <a:r>
              <a:rPr lang="en-US" sz="1100" dirty="0">
                <a:latin typeface="+mj-lt"/>
              </a:rPr>
              <a:t> mi lorem, </a:t>
            </a:r>
            <a:r>
              <a:rPr lang="en-US" sz="1100" dirty="0" err="1">
                <a:latin typeface="+mj-lt"/>
              </a:rPr>
              <a:t>ut</a:t>
            </a:r>
            <a:r>
              <a:rPr lang="en-US" sz="1100" dirty="0">
                <a:latin typeface="+mj-lt"/>
              </a:rPr>
              <a:t> </a:t>
            </a:r>
            <a:r>
              <a:rPr lang="en-US" sz="1100" dirty="0" err="1">
                <a:latin typeface="+mj-lt"/>
              </a:rPr>
              <a:t>dignissim</a:t>
            </a:r>
            <a:r>
              <a:rPr lang="en-US" sz="1100" dirty="0">
                <a:latin typeface="+mj-lt"/>
              </a:rPr>
              <a:t> </a:t>
            </a:r>
            <a:r>
              <a:rPr lang="en-US" sz="1100" dirty="0" err="1">
                <a:latin typeface="+mj-lt"/>
              </a:rPr>
              <a:t>nibh</a:t>
            </a:r>
            <a:r>
              <a:rPr lang="en-US" sz="1100" dirty="0">
                <a:latin typeface="+mj-lt"/>
              </a:rPr>
              <a:t> </a:t>
            </a:r>
            <a:r>
              <a:rPr lang="en-US" sz="1100" dirty="0" err="1">
                <a:latin typeface="+mj-lt"/>
              </a:rPr>
              <a:t>facilisis</a:t>
            </a:r>
            <a:r>
              <a:rPr lang="en-US" sz="1100" dirty="0">
                <a:latin typeface="+mj-lt"/>
              </a:rPr>
              <a:t> vel.</a:t>
            </a:r>
          </a:p>
        </p:txBody>
      </p:sp>
      <p:sp>
        <p:nvSpPr>
          <p:cNvPr id="5" name="Text Placeholder 4"/>
          <p:cNvSpPr>
            <a:spLocks noGrp="1"/>
          </p:cNvSpPr>
          <p:nvPr>
            <p:ph type="body" sz="quarter" idx="11" hasCustomPrompt="1"/>
          </p:nvPr>
        </p:nvSpPr>
        <p:spPr>
          <a:xfrm>
            <a:off x="357188" y="1079500"/>
            <a:ext cx="8429625"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Highlight goes here</a:t>
            </a:r>
          </a:p>
        </p:txBody>
      </p:sp>
      <p:cxnSp>
        <p:nvCxnSpPr>
          <p:cNvPr id="6" name="Straight Connector 5"/>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654646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3" name="Content Placeholder 5"/>
          <p:cNvSpPr>
            <a:spLocks noGrp="1"/>
          </p:cNvSpPr>
          <p:nvPr>
            <p:ph sz="quarter" idx="10" hasCustomPrompt="1"/>
          </p:nvPr>
        </p:nvSpPr>
        <p:spPr>
          <a:xfrm>
            <a:off x="357189" y="1422400"/>
            <a:ext cx="3986211" cy="3054350"/>
          </a:xfrm>
        </p:spPr>
        <p:txBody>
          <a:bodyPr/>
          <a:lstStyle>
            <a:lvl1pPr marL="171450" indent="-171450">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marL="171450" indent="-171450">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7" name="Text Placeholder 4"/>
          <p:cNvSpPr>
            <a:spLocks noGrp="1"/>
          </p:cNvSpPr>
          <p:nvPr>
            <p:ph type="body" sz="quarter" idx="13" hasCustomPrompt="1"/>
          </p:nvPr>
        </p:nvSpPr>
        <p:spPr>
          <a:xfrm>
            <a:off x="4800597" y="1079500"/>
            <a:ext cx="3993359"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OTHER Highlight goes here</a:t>
            </a:r>
          </a:p>
        </p:txBody>
      </p:sp>
      <p:cxnSp>
        <p:nvCxnSpPr>
          <p:cNvPr id="8" name="Straight Connector 7"/>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779411192"/>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357189" y="1079500"/>
            <a:ext cx="3986211" cy="33972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dirty="0"/>
              <a:t>Please add picture here</a:t>
            </a:r>
          </a:p>
          <a:p>
            <a:endParaRPr lang="en-US" dirty="0"/>
          </a:p>
          <a:p>
            <a:endParaRPr lang="en-US" dirty="0"/>
          </a:p>
        </p:txBody>
      </p:sp>
      <p:cxnSp>
        <p:nvCxnSpPr>
          <p:cNvPr id="5" name="Straight Connector 4"/>
          <p:cNvCxnSpPr/>
          <p:nvPr userDrawn="1"/>
        </p:nvCxnSpPr>
        <p:spPr>
          <a:xfrm>
            <a:off x="294409"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1400131049"/>
      </p:ext>
    </p:extLst>
  </p:cSld>
  <p:clrMapOvr>
    <a:masterClrMapping/>
  </p:clrMapOvr>
  <p:extLst>
    <p:ext uri="{DCECCB84-F9BA-43D5-87BE-67443E8EF086}">
      <p15:sldGuideLst xmlns:p15="http://schemas.microsoft.com/office/powerpoint/2012/main">
        <p15:guide id="1" pos="33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Highligh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357189" y="1422400"/>
            <a:ext cx="3986212" cy="30543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dirty="0"/>
              <a:t>Please add picture here</a:t>
            </a:r>
          </a:p>
          <a:p>
            <a:endParaRPr lang="en-US" dirty="0"/>
          </a:p>
          <a:p>
            <a:endParaRPr lang="en-US" dirty="0"/>
          </a:p>
        </p:txBody>
      </p:sp>
      <p:sp>
        <p:nvSpPr>
          <p:cNvPr id="5" name="Text Placeholder 4"/>
          <p:cNvSpPr>
            <a:spLocks noGrp="1"/>
          </p:cNvSpPr>
          <p:nvPr>
            <p:ph type="body" sz="quarter" idx="12"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Highlight goes here</a:t>
            </a:r>
          </a:p>
        </p:txBody>
      </p:sp>
      <p:cxnSp>
        <p:nvCxnSpPr>
          <p:cNvPr id="7" name="Straight Connector 6"/>
          <p:cNvCxnSpPr/>
          <p:nvPr userDrawn="1"/>
        </p:nvCxnSpPr>
        <p:spPr>
          <a:xfrm>
            <a:off x="294409"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08217697"/>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is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dirty="0"/>
              <a:t>Please add picture here</a:t>
            </a:r>
          </a:p>
          <a:p>
            <a:endParaRPr lang="en-US" dirty="0"/>
          </a:p>
          <a:p>
            <a:endParaRPr lang="en-US" dirty="0"/>
          </a:p>
        </p:txBody>
      </p:sp>
      <p:cxnSp>
        <p:nvCxnSpPr>
          <p:cNvPr id="7" name="Straight Connector 6"/>
          <p:cNvCxnSpPr/>
          <p:nvPr userDrawn="1"/>
        </p:nvCxnSpPr>
        <p:spPr>
          <a:xfrm>
            <a:off x="294409"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4" name="Text Placeholder 13"/>
          <p:cNvSpPr>
            <a:spLocks noGrp="1"/>
          </p:cNvSpPr>
          <p:nvPr>
            <p:ph type="body" sz="quarter" idx="12" hasCustomPrompt="1"/>
          </p:nvPr>
        </p:nvSpPr>
        <p:spPr>
          <a:xfrm>
            <a:off x="357188" y="1092491"/>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dirty="0"/>
              <a:t>#</a:t>
            </a:r>
          </a:p>
        </p:txBody>
      </p:sp>
      <p:sp>
        <p:nvSpPr>
          <p:cNvPr id="20" name="Text Placeholder 19"/>
          <p:cNvSpPr>
            <a:spLocks noGrp="1"/>
          </p:cNvSpPr>
          <p:nvPr>
            <p:ph type="body" sz="quarter" idx="13" hasCustomPrompt="1"/>
          </p:nvPr>
        </p:nvSpPr>
        <p:spPr>
          <a:xfrm>
            <a:off x="710972" y="1092491"/>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dirty="0"/>
              <a:t>Please put section one title here</a:t>
            </a:r>
          </a:p>
        </p:txBody>
      </p:sp>
      <p:sp>
        <p:nvSpPr>
          <p:cNvPr id="21" name="Text Placeholder 13"/>
          <p:cNvSpPr>
            <a:spLocks noGrp="1"/>
          </p:cNvSpPr>
          <p:nvPr>
            <p:ph type="body" sz="quarter" idx="14" hasCustomPrompt="1"/>
          </p:nvPr>
        </p:nvSpPr>
        <p:spPr>
          <a:xfrm>
            <a:off x="357188" y="4120134"/>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dirty="0"/>
              <a:t>#</a:t>
            </a:r>
          </a:p>
        </p:txBody>
      </p:sp>
      <p:sp>
        <p:nvSpPr>
          <p:cNvPr id="22" name="Text Placeholder 13"/>
          <p:cNvSpPr>
            <a:spLocks noGrp="1"/>
          </p:cNvSpPr>
          <p:nvPr>
            <p:ph type="body" sz="quarter" idx="15" hasCustomPrompt="1"/>
          </p:nvPr>
        </p:nvSpPr>
        <p:spPr>
          <a:xfrm>
            <a:off x="357188" y="1698020"/>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dirty="0"/>
              <a:t>#</a:t>
            </a:r>
          </a:p>
        </p:txBody>
      </p:sp>
      <p:sp>
        <p:nvSpPr>
          <p:cNvPr id="23" name="Text Placeholder 13"/>
          <p:cNvSpPr>
            <a:spLocks noGrp="1"/>
          </p:cNvSpPr>
          <p:nvPr>
            <p:ph type="body" sz="quarter" idx="16" hasCustomPrompt="1"/>
          </p:nvPr>
        </p:nvSpPr>
        <p:spPr>
          <a:xfrm>
            <a:off x="357188" y="2303549"/>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dirty="0"/>
              <a:t>#</a:t>
            </a:r>
          </a:p>
        </p:txBody>
      </p:sp>
      <p:sp>
        <p:nvSpPr>
          <p:cNvPr id="24" name="Text Placeholder 13"/>
          <p:cNvSpPr>
            <a:spLocks noGrp="1"/>
          </p:cNvSpPr>
          <p:nvPr>
            <p:ph type="body" sz="quarter" idx="17" hasCustomPrompt="1"/>
          </p:nvPr>
        </p:nvSpPr>
        <p:spPr>
          <a:xfrm>
            <a:off x="357188" y="2909078"/>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dirty="0"/>
              <a:t>#</a:t>
            </a:r>
          </a:p>
        </p:txBody>
      </p:sp>
      <p:sp>
        <p:nvSpPr>
          <p:cNvPr id="25" name="Text Placeholder 13"/>
          <p:cNvSpPr>
            <a:spLocks noGrp="1"/>
          </p:cNvSpPr>
          <p:nvPr>
            <p:ph type="body" sz="quarter" idx="18" hasCustomPrompt="1"/>
          </p:nvPr>
        </p:nvSpPr>
        <p:spPr>
          <a:xfrm>
            <a:off x="357188" y="3514607"/>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dirty="0"/>
              <a:t>#</a:t>
            </a:r>
          </a:p>
        </p:txBody>
      </p:sp>
      <p:sp>
        <p:nvSpPr>
          <p:cNvPr id="26" name="Text Placeholder 19"/>
          <p:cNvSpPr>
            <a:spLocks noGrp="1"/>
          </p:cNvSpPr>
          <p:nvPr>
            <p:ph type="body" sz="quarter" idx="19" hasCustomPrompt="1"/>
          </p:nvPr>
        </p:nvSpPr>
        <p:spPr>
          <a:xfrm>
            <a:off x="710972" y="1697608"/>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dirty="0"/>
              <a:t>Please put section TWO title here</a:t>
            </a:r>
          </a:p>
        </p:txBody>
      </p:sp>
      <p:sp>
        <p:nvSpPr>
          <p:cNvPr id="27" name="Text Placeholder 19"/>
          <p:cNvSpPr>
            <a:spLocks noGrp="1"/>
          </p:cNvSpPr>
          <p:nvPr>
            <p:ph type="body" sz="quarter" idx="20" hasCustomPrompt="1"/>
          </p:nvPr>
        </p:nvSpPr>
        <p:spPr>
          <a:xfrm>
            <a:off x="710972" y="2302725"/>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dirty="0"/>
              <a:t>Please put section THREE title here</a:t>
            </a:r>
          </a:p>
        </p:txBody>
      </p:sp>
      <p:sp>
        <p:nvSpPr>
          <p:cNvPr id="28" name="Text Placeholder 19"/>
          <p:cNvSpPr>
            <a:spLocks noGrp="1"/>
          </p:cNvSpPr>
          <p:nvPr>
            <p:ph type="body" sz="quarter" idx="21" hasCustomPrompt="1"/>
          </p:nvPr>
        </p:nvSpPr>
        <p:spPr>
          <a:xfrm>
            <a:off x="710972" y="2907842"/>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dirty="0"/>
              <a:t>…</a:t>
            </a:r>
          </a:p>
        </p:txBody>
      </p:sp>
      <p:sp>
        <p:nvSpPr>
          <p:cNvPr id="29" name="Text Placeholder 19"/>
          <p:cNvSpPr>
            <a:spLocks noGrp="1"/>
          </p:cNvSpPr>
          <p:nvPr>
            <p:ph type="body" sz="quarter" idx="22" hasCustomPrompt="1"/>
          </p:nvPr>
        </p:nvSpPr>
        <p:spPr>
          <a:xfrm>
            <a:off x="710972" y="3512959"/>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dirty="0"/>
              <a:t>And delete</a:t>
            </a:r>
          </a:p>
        </p:txBody>
      </p:sp>
      <p:sp>
        <p:nvSpPr>
          <p:cNvPr id="30" name="Text Placeholder 19"/>
          <p:cNvSpPr>
            <a:spLocks noGrp="1"/>
          </p:cNvSpPr>
          <p:nvPr>
            <p:ph type="body" sz="quarter" idx="23" hasCustomPrompt="1"/>
          </p:nvPr>
        </p:nvSpPr>
        <p:spPr>
          <a:xfrm>
            <a:off x="710972" y="4118077"/>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dirty="0"/>
              <a:t>The extras</a:t>
            </a:r>
          </a:p>
        </p:txBody>
      </p:sp>
      <p:sp>
        <p:nvSpPr>
          <p:cNvPr id="33"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4007082933"/>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ersonal Profile - Right">
    <p:spTree>
      <p:nvGrpSpPr>
        <p:cNvPr id="1" name=""/>
        <p:cNvGrpSpPr/>
        <p:nvPr/>
      </p:nvGrpSpPr>
      <p:grpSpPr>
        <a:xfrm>
          <a:off x="0" y="0"/>
          <a:ext cx="0" cy="0"/>
          <a:chOff x="0" y="0"/>
          <a:chExt cx="0" cy="0"/>
        </a:xfrm>
      </p:grpSpPr>
      <p:sp>
        <p:nvSpPr>
          <p:cNvPr id="6" name="Content Placeholder 5"/>
          <p:cNvSpPr>
            <a:spLocks noGrp="1"/>
          </p:cNvSpPr>
          <p:nvPr>
            <p:ph sz="quarter" idx="10" hasCustomPrompt="1"/>
          </p:nvPr>
        </p:nvSpPr>
        <p:spPr>
          <a:xfrm>
            <a:off x="673894" y="1780394"/>
            <a:ext cx="3986211" cy="2696355"/>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p:txBody>
      </p:sp>
      <p:sp>
        <p:nvSpPr>
          <p:cNvPr id="5" name="Text Placeholder 4"/>
          <p:cNvSpPr>
            <a:spLocks noGrp="1"/>
          </p:cNvSpPr>
          <p:nvPr>
            <p:ph type="body" sz="quarter" idx="12" hasCustomPrompt="1"/>
          </p:nvPr>
        </p:nvSpPr>
        <p:spPr>
          <a:xfrm>
            <a:off x="673893" y="1079500"/>
            <a:ext cx="3986212"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Highlight goes here</a:t>
            </a:r>
          </a:p>
        </p:txBody>
      </p:sp>
      <p:sp>
        <p:nvSpPr>
          <p:cNvPr id="11"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
        <p:nvSpPr>
          <p:cNvPr id="12" name="Text Placeholder 4"/>
          <p:cNvSpPr>
            <a:spLocks noGrp="1"/>
          </p:cNvSpPr>
          <p:nvPr>
            <p:ph type="body" sz="quarter" idx="15" hasCustomPrompt="1"/>
          </p:nvPr>
        </p:nvSpPr>
        <p:spPr>
          <a:xfrm>
            <a:off x="673893" y="1437495"/>
            <a:ext cx="398621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dirty="0"/>
              <a:t>Please put title here</a:t>
            </a:r>
          </a:p>
        </p:txBody>
      </p:sp>
      <p:sp>
        <p:nvSpPr>
          <p:cNvPr id="13" name="Rectangle 12"/>
          <p:cNvSpPr/>
          <p:nvPr userDrawn="1"/>
        </p:nvSpPr>
        <p:spPr>
          <a:xfrm>
            <a:off x="5333999" y="0"/>
            <a:ext cx="3810001" cy="4826639"/>
          </a:xfrm>
          <a:prstGeom prst="rect">
            <a:avLst/>
          </a:prstGeom>
          <a:solidFill>
            <a:srgbClr val="77C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Oval 13"/>
          <p:cNvSpPr/>
          <p:nvPr userDrawn="1"/>
        </p:nvSpPr>
        <p:spPr>
          <a:xfrm>
            <a:off x="6228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Picture Placeholder 11"/>
          <p:cNvSpPr>
            <a:spLocks noGrp="1"/>
          </p:cNvSpPr>
          <p:nvPr>
            <p:ph type="pic" sz="quarter" idx="14" hasCustomPrompt="1"/>
          </p:nvPr>
        </p:nvSpPr>
        <p:spPr>
          <a:xfrm>
            <a:off x="6406895" y="1581215"/>
            <a:ext cx="1664208" cy="1664208"/>
          </a:xfrm>
          <a:prstGeom prst="ellipse">
            <a:avLst/>
          </a:prstGeom>
        </p:spPr>
        <p:txBody>
          <a:bodyPr anchor="ctr"/>
          <a:lstStyle>
            <a:lvl1pPr marL="0" indent="0" algn="ctr">
              <a:buNone/>
              <a:defRPr b="1">
                <a:solidFill>
                  <a:schemeClr val="bg1"/>
                </a:solidFill>
              </a:defRPr>
            </a:lvl1pPr>
          </a:lstStyle>
          <a:p>
            <a:r>
              <a:rPr lang="en-US" dirty="0"/>
              <a:t>PLEASE INSERT PHOTO HERE</a:t>
            </a:r>
          </a:p>
        </p:txBody>
      </p:sp>
    </p:spTree>
    <p:extLst>
      <p:ext uri="{BB962C8B-B14F-4D97-AF65-F5344CB8AC3E}">
        <p14:creationId xmlns:p14="http://schemas.microsoft.com/office/powerpoint/2010/main" val="2158670304"/>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ersonal Profile">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4480321" y="1780394"/>
            <a:ext cx="3993357" cy="2696355"/>
          </a:xfrm>
        </p:spPr>
        <p:txBody>
          <a:bodyPr/>
          <a:lstStyle>
            <a:lvl1pPr marL="171450" indent="-171450">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p:txBody>
      </p:sp>
      <p:sp>
        <p:nvSpPr>
          <p:cNvPr id="7" name="Text Placeholder 4"/>
          <p:cNvSpPr>
            <a:spLocks noGrp="1"/>
          </p:cNvSpPr>
          <p:nvPr>
            <p:ph type="body" sz="quarter" idx="13" hasCustomPrompt="1"/>
          </p:nvPr>
        </p:nvSpPr>
        <p:spPr>
          <a:xfrm>
            <a:off x="4480321" y="1079500"/>
            <a:ext cx="3986213"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Please put name here</a:t>
            </a:r>
          </a:p>
        </p:txBody>
      </p:sp>
      <p:sp>
        <p:nvSpPr>
          <p:cNvPr id="9" name="Rectangle 8"/>
          <p:cNvSpPr/>
          <p:nvPr userDrawn="1"/>
        </p:nvSpPr>
        <p:spPr>
          <a:xfrm>
            <a:off x="-1" y="0"/>
            <a:ext cx="3810001" cy="4826639"/>
          </a:xfrm>
          <a:prstGeom prst="rect">
            <a:avLst/>
          </a:prstGeom>
          <a:solidFill>
            <a:srgbClr val="77C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p:cNvSpPr/>
          <p:nvPr userDrawn="1"/>
        </p:nvSpPr>
        <p:spPr>
          <a:xfrm>
            <a:off x="894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Picture Placeholder 11"/>
          <p:cNvSpPr>
            <a:spLocks noGrp="1"/>
          </p:cNvSpPr>
          <p:nvPr>
            <p:ph type="pic" sz="quarter" idx="14" hasCustomPrompt="1"/>
          </p:nvPr>
        </p:nvSpPr>
        <p:spPr>
          <a:xfrm>
            <a:off x="1072895" y="1581215"/>
            <a:ext cx="1664208" cy="1664208"/>
          </a:xfrm>
          <a:prstGeom prst="ellipse">
            <a:avLst/>
          </a:prstGeom>
        </p:spPr>
        <p:txBody>
          <a:bodyPr anchor="ctr"/>
          <a:lstStyle>
            <a:lvl1pPr marL="0" indent="0" algn="ctr">
              <a:buNone/>
              <a:defRPr b="1">
                <a:solidFill>
                  <a:schemeClr val="bg1"/>
                </a:solidFill>
              </a:defRPr>
            </a:lvl1pPr>
          </a:lstStyle>
          <a:p>
            <a:r>
              <a:rPr lang="en-US" dirty="0"/>
              <a:t>PLEASE INSERT PHOTO HERE</a:t>
            </a:r>
          </a:p>
        </p:txBody>
      </p:sp>
      <p:sp>
        <p:nvSpPr>
          <p:cNvPr id="13" name="Text Placeholder 4"/>
          <p:cNvSpPr>
            <a:spLocks noGrp="1"/>
          </p:cNvSpPr>
          <p:nvPr>
            <p:ph type="body" sz="quarter" idx="15" hasCustomPrompt="1"/>
          </p:nvPr>
        </p:nvSpPr>
        <p:spPr>
          <a:xfrm>
            <a:off x="4480321" y="1437495"/>
            <a:ext cx="399354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dirty="0"/>
              <a:t>Please put title here</a:t>
            </a:r>
          </a:p>
        </p:txBody>
      </p:sp>
      <p:sp>
        <p:nvSpPr>
          <p:cNvPr id="15"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1742482412"/>
      </p:ext>
    </p:extLst>
  </p:cSld>
  <p:clrMapOvr>
    <a:masterClrMapping/>
  </p:clrMapOvr>
  <p:extLst>
    <p:ext uri="{DCECCB84-F9BA-43D5-87BE-67443E8EF086}">
      <p15:sldGuideLst xmlns:p15="http://schemas.microsoft.com/office/powerpoint/2012/main">
        <p15:guide id="1" pos="2400" userDrawn="1">
          <p15:clr>
            <a:srgbClr val="FBAE40"/>
          </p15:clr>
        </p15:guide>
        <p15:guide id="2" orient="horz" pos="152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on Color Canvas">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dirty="0"/>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solidFill>
                  <a:schemeClr val="bg1"/>
                </a:solidFill>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dirty="0">
                <a:latin typeface="+mj-lt"/>
              </a:rPr>
              <a:t>In </a:t>
            </a:r>
            <a:r>
              <a:rPr lang="en-US" sz="1100" dirty="0" err="1">
                <a:latin typeface="+mj-lt"/>
              </a:rPr>
              <a:t>egestas</a:t>
            </a:r>
            <a:r>
              <a:rPr lang="en-US" sz="1100" dirty="0">
                <a:latin typeface="+mj-lt"/>
              </a:rPr>
              <a:t> </a:t>
            </a:r>
            <a:r>
              <a:rPr lang="en-US" sz="1100" dirty="0" err="1">
                <a:latin typeface="+mj-lt"/>
              </a:rPr>
              <a:t>orci</a:t>
            </a:r>
            <a:r>
              <a:rPr lang="en-US" sz="1100" dirty="0">
                <a:latin typeface="+mj-lt"/>
              </a:rPr>
              <a:t> </a:t>
            </a:r>
            <a:r>
              <a:rPr lang="en-US" sz="1100" dirty="0" err="1">
                <a:latin typeface="+mj-lt"/>
              </a:rPr>
              <a:t>eu</a:t>
            </a:r>
            <a:r>
              <a:rPr lang="en-US" sz="1100" dirty="0">
                <a:latin typeface="+mj-lt"/>
              </a:rPr>
              <a:t> </a:t>
            </a:r>
            <a:r>
              <a:rPr lang="en-US" sz="1100" dirty="0" err="1">
                <a:latin typeface="+mj-lt"/>
              </a:rPr>
              <a:t>lacinia</a:t>
            </a:r>
            <a:r>
              <a:rPr lang="en-US" sz="1100" dirty="0">
                <a:latin typeface="+mj-lt"/>
              </a:rPr>
              <a:t> </a:t>
            </a:r>
            <a:r>
              <a:rPr lang="en-US" sz="1100" dirty="0" err="1">
                <a:latin typeface="+mj-lt"/>
              </a:rPr>
              <a:t>consectetur</a:t>
            </a:r>
            <a:r>
              <a:rPr lang="en-US" sz="1100" dirty="0">
                <a:latin typeface="+mj-lt"/>
              </a:rPr>
              <a:t>. In dolor ipsum, gravida et </a:t>
            </a:r>
            <a:r>
              <a:rPr lang="en-US" sz="1100" dirty="0" err="1">
                <a:latin typeface="+mj-lt"/>
              </a:rPr>
              <a:t>sagittis</a:t>
            </a:r>
            <a:r>
              <a:rPr lang="en-US" sz="1100" dirty="0">
                <a:latin typeface="+mj-lt"/>
              </a:rPr>
              <a:t> id, </a:t>
            </a:r>
            <a:r>
              <a:rPr lang="en-US" sz="1100" dirty="0" err="1">
                <a:latin typeface="+mj-lt"/>
              </a:rPr>
              <a:t>sollicitudin</a:t>
            </a:r>
            <a:r>
              <a:rPr lang="en-US" sz="1100" dirty="0">
                <a:latin typeface="+mj-lt"/>
              </a:rPr>
              <a:t> </a:t>
            </a:r>
            <a:r>
              <a:rPr lang="en-US" sz="1100" dirty="0" err="1">
                <a:latin typeface="+mj-lt"/>
              </a:rPr>
              <a:t>ut</a:t>
            </a:r>
            <a:r>
              <a:rPr lang="en-US" sz="1100" dirty="0">
                <a:latin typeface="+mj-lt"/>
              </a:rPr>
              <a:t> </a:t>
            </a:r>
            <a:r>
              <a:rPr lang="en-US" sz="1100" dirty="0" err="1">
                <a:latin typeface="+mj-lt"/>
              </a:rPr>
              <a:t>nisl</a:t>
            </a:r>
            <a:r>
              <a:rPr lang="en-US" sz="1100" dirty="0">
                <a:latin typeface="+mj-lt"/>
              </a:rPr>
              <a:t>. </a:t>
            </a:r>
            <a:r>
              <a:rPr lang="en-US" sz="1100" dirty="0" err="1">
                <a:latin typeface="+mj-lt"/>
              </a:rPr>
              <a:t>Praesent</a:t>
            </a:r>
            <a:r>
              <a:rPr lang="en-US" sz="1100" dirty="0">
                <a:latin typeface="+mj-lt"/>
              </a:rPr>
              <a:t> </a:t>
            </a:r>
            <a:r>
              <a:rPr lang="en-US" sz="1100" dirty="0" err="1">
                <a:latin typeface="+mj-lt"/>
              </a:rPr>
              <a:t>bibendum</a:t>
            </a:r>
            <a:r>
              <a:rPr lang="en-US" sz="1100" dirty="0">
                <a:latin typeface="+mj-lt"/>
              </a:rPr>
              <a:t> tempus </a:t>
            </a:r>
            <a:r>
              <a:rPr lang="en-US" sz="1100" dirty="0" err="1">
                <a:latin typeface="+mj-lt"/>
              </a:rPr>
              <a:t>tellus</a:t>
            </a:r>
            <a:r>
              <a:rPr lang="en-US" sz="1100" dirty="0">
                <a:latin typeface="+mj-lt"/>
              </a:rPr>
              <a:t> </a:t>
            </a:r>
            <a:r>
              <a:rPr lang="en-US" sz="1100" dirty="0" err="1">
                <a:latin typeface="+mj-lt"/>
              </a:rPr>
              <a:t>nec</a:t>
            </a:r>
            <a:r>
              <a:rPr lang="en-US" sz="1100" dirty="0">
                <a:latin typeface="+mj-lt"/>
              </a:rPr>
              <a:t> </a:t>
            </a:r>
            <a:r>
              <a:rPr lang="en-US" sz="1100" dirty="0" err="1">
                <a:latin typeface="+mj-lt"/>
              </a:rPr>
              <a:t>hendrerit</a:t>
            </a:r>
            <a:r>
              <a:rPr lang="en-US" sz="1100" dirty="0">
                <a:latin typeface="+mj-lt"/>
              </a:rPr>
              <a:t>. Nam in </a:t>
            </a:r>
            <a:r>
              <a:rPr lang="en-US" sz="1100" dirty="0" err="1">
                <a:latin typeface="+mj-lt"/>
              </a:rPr>
              <a:t>tempor</a:t>
            </a:r>
            <a:r>
              <a:rPr lang="en-US" sz="1100" dirty="0">
                <a:latin typeface="+mj-lt"/>
              </a:rPr>
              <a:t> </a:t>
            </a:r>
            <a:r>
              <a:rPr lang="en-US" sz="1100" dirty="0" err="1">
                <a:latin typeface="+mj-lt"/>
              </a:rPr>
              <a:t>metus</a:t>
            </a:r>
            <a:r>
              <a:rPr lang="en-US" sz="1100" dirty="0">
                <a:latin typeface="+mj-lt"/>
              </a:rPr>
              <a:t>, ac </a:t>
            </a:r>
            <a:r>
              <a:rPr lang="en-US" sz="1100" dirty="0" err="1">
                <a:latin typeface="+mj-lt"/>
              </a:rPr>
              <a:t>finibus</a:t>
            </a:r>
            <a:r>
              <a:rPr lang="en-US" sz="1100" dirty="0">
                <a:latin typeface="+mj-lt"/>
              </a:rPr>
              <a:t> </a:t>
            </a:r>
            <a:r>
              <a:rPr lang="en-US" sz="1100" dirty="0" err="1">
                <a:latin typeface="+mj-lt"/>
              </a:rPr>
              <a:t>purus</a:t>
            </a:r>
            <a:r>
              <a:rPr lang="en-US" sz="1100" dirty="0">
                <a:latin typeface="+mj-lt"/>
              </a:rPr>
              <a:t>. </a:t>
            </a:r>
            <a:r>
              <a:rPr lang="en-US" sz="1100" dirty="0" err="1">
                <a:latin typeface="+mj-lt"/>
              </a:rPr>
              <a:t>Praesent</a:t>
            </a:r>
            <a:r>
              <a:rPr lang="en-US" sz="1100" dirty="0">
                <a:latin typeface="+mj-lt"/>
              </a:rPr>
              <a:t> </a:t>
            </a:r>
            <a:r>
              <a:rPr lang="en-US" sz="1100" dirty="0" err="1">
                <a:latin typeface="+mj-lt"/>
              </a:rPr>
              <a:t>consequat</a:t>
            </a:r>
            <a:r>
              <a:rPr lang="en-US" sz="1100" dirty="0">
                <a:latin typeface="+mj-lt"/>
              </a:rPr>
              <a:t> </a:t>
            </a:r>
            <a:r>
              <a:rPr lang="en-US" sz="1100" dirty="0" err="1">
                <a:latin typeface="+mj-lt"/>
              </a:rPr>
              <a:t>lectus</a:t>
            </a:r>
            <a:r>
              <a:rPr lang="en-US" sz="1100" dirty="0">
                <a:latin typeface="+mj-lt"/>
              </a:rPr>
              <a:t> sit </a:t>
            </a:r>
            <a:r>
              <a:rPr lang="en-US" sz="1100" dirty="0" err="1">
                <a:latin typeface="+mj-lt"/>
              </a:rPr>
              <a:t>amet</a:t>
            </a:r>
            <a:r>
              <a:rPr lang="en-US" sz="1100" dirty="0">
                <a:latin typeface="+mj-lt"/>
              </a:rPr>
              <a:t> </a:t>
            </a:r>
            <a:r>
              <a:rPr lang="en-US" sz="1100" dirty="0" err="1">
                <a:latin typeface="+mj-lt"/>
              </a:rPr>
              <a:t>tortor</a:t>
            </a:r>
            <a:r>
              <a:rPr lang="en-US" sz="1100" dirty="0">
                <a:latin typeface="+mj-lt"/>
              </a:rPr>
              <a:t> pharetra, </a:t>
            </a:r>
            <a:r>
              <a:rPr lang="en-US" sz="1100" dirty="0" err="1">
                <a:latin typeface="+mj-lt"/>
              </a:rPr>
              <a:t>sed</a:t>
            </a:r>
            <a:r>
              <a:rPr lang="en-US" sz="1100" dirty="0">
                <a:latin typeface="+mj-lt"/>
              </a:rPr>
              <a:t> </a:t>
            </a:r>
            <a:r>
              <a:rPr lang="en-US" sz="1100" dirty="0" err="1">
                <a:latin typeface="+mj-lt"/>
              </a:rPr>
              <a:t>venenatis</a:t>
            </a:r>
            <a:r>
              <a:rPr lang="en-US" sz="1100" dirty="0">
                <a:latin typeface="+mj-lt"/>
              </a:rPr>
              <a:t> </a:t>
            </a:r>
            <a:r>
              <a:rPr lang="en-US" sz="1100" dirty="0" err="1">
                <a:latin typeface="+mj-lt"/>
              </a:rPr>
              <a:t>eros</a:t>
            </a:r>
            <a:r>
              <a:rPr lang="en-US" sz="1100" dirty="0">
                <a:latin typeface="+mj-lt"/>
              </a:rPr>
              <a:t> </a:t>
            </a:r>
            <a:r>
              <a:rPr lang="en-US" sz="1100" dirty="0" err="1">
                <a:latin typeface="+mj-lt"/>
              </a:rPr>
              <a:t>lacinia</a:t>
            </a:r>
            <a:r>
              <a:rPr lang="en-US" sz="1100" dirty="0">
                <a:latin typeface="+mj-lt"/>
              </a:rPr>
              <a:t>. In </a:t>
            </a:r>
            <a:r>
              <a:rPr lang="en-US" sz="1100" dirty="0" err="1">
                <a:latin typeface="+mj-lt"/>
              </a:rPr>
              <a:t>sed</a:t>
            </a:r>
            <a:r>
              <a:rPr lang="en-US" sz="1100" dirty="0">
                <a:latin typeface="+mj-lt"/>
              </a:rPr>
              <a:t> </a:t>
            </a:r>
            <a:r>
              <a:rPr lang="en-US" sz="1100" dirty="0" err="1">
                <a:latin typeface="+mj-lt"/>
              </a:rPr>
              <a:t>erat</a:t>
            </a:r>
            <a:r>
              <a:rPr lang="en-US" sz="1100" dirty="0">
                <a:latin typeface="+mj-lt"/>
              </a:rPr>
              <a:t> libero. </a:t>
            </a:r>
            <a:r>
              <a:rPr lang="en-US" sz="1100" dirty="0" err="1">
                <a:latin typeface="+mj-lt"/>
              </a:rPr>
              <a:t>Sed</a:t>
            </a:r>
            <a:r>
              <a:rPr lang="en-US" sz="1100" dirty="0">
                <a:latin typeface="+mj-lt"/>
              </a:rPr>
              <a:t> lorem </a:t>
            </a:r>
            <a:r>
              <a:rPr lang="en-US" sz="1100" dirty="0" err="1">
                <a:latin typeface="+mj-lt"/>
              </a:rPr>
              <a:t>neque</a:t>
            </a:r>
            <a:r>
              <a:rPr lang="en-US" sz="1100" dirty="0">
                <a:latin typeface="+mj-lt"/>
              </a:rPr>
              <a:t>, </a:t>
            </a:r>
            <a:r>
              <a:rPr lang="en-US" sz="1100" dirty="0" err="1">
                <a:latin typeface="+mj-lt"/>
              </a:rPr>
              <a:t>commodo</a:t>
            </a:r>
            <a:r>
              <a:rPr lang="en-US" sz="1100" dirty="0">
                <a:latin typeface="+mj-lt"/>
              </a:rPr>
              <a:t> vitae ex at, pharetra convallis </a:t>
            </a:r>
            <a:r>
              <a:rPr lang="en-US" sz="1100" dirty="0" err="1">
                <a:latin typeface="+mj-lt"/>
              </a:rPr>
              <a:t>nunc</a:t>
            </a:r>
            <a:r>
              <a:rPr lang="en-US" sz="1100" dirty="0">
                <a:latin typeface="+mj-lt"/>
              </a:rPr>
              <a:t>. In </a:t>
            </a:r>
            <a:r>
              <a:rPr lang="en-US" sz="1100" dirty="0" err="1">
                <a:latin typeface="+mj-lt"/>
              </a:rPr>
              <a:t>vehicula</a:t>
            </a:r>
            <a:r>
              <a:rPr lang="en-US" sz="1100" dirty="0">
                <a:latin typeface="+mj-lt"/>
              </a:rPr>
              <a:t> </a:t>
            </a:r>
            <a:r>
              <a:rPr lang="en-US" sz="1100" dirty="0" err="1">
                <a:latin typeface="+mj-lt"/>
              </a:rPr>
              <a:t>mauris</a:t>
            </a:r>
            <a:r>
              <a:rPr lang="en-US" sz="1100" dirty="0">
                <a:latin typeface="+mj-lt"/>
              </a:rPr>
              <a:t> ligula. </a:t>
            </a:r>
            <a:r>
              <a:rPr lang="en-US" sz="1100" dirty="0" err="1">
                <a:latin typeface="+mj-lt"/>
              </a:rPr>
              <a:t>Suspendisse</a:t>
            </a:r>
            <a:r>
              <a:rPr lang="en-US" sz="1100" dirty="0">
                <a:latin typeface="+mj-lt"/>
              </a:rPr>
              <a:t> in </a:t>
            </a:r>
            <a:r>
              <a:rPr lang="en-US" sz="1100" dirty="0" err="1">
                <a:latin typeface="+mj-lt"/>
              </a:rPr>
              <a:t>tellus</a:t>
            </a:r>
            <a:r>
              <a:rPr lang="en-US" sz="1100" dirty="0">
                <a:latin typeface="+mj-lt"/>
              </a:rPr>
              <a:t> </a:t>
            </a:r>
            <a:r>
              <a:rPr lang="en-US" sz="1100" dirty="0" err="1">
                <a:latin typeface="+mj-lt"/>
              </a:rPr>
              <a:t>congue</a:t>
            </a:r>
            <a:r>
              <a:rPr lang="en-US" sz="1100" dirty="0">
                <a:latin typeface="+mj-lt"/>
              </a:rPr>
              <a:t> </a:t>
            </a:r>
            <a:r>
              <a:rPr lang="en-US" sz="1100" dirty="0" err="1">
                <a:latin typeface="+mj-lt"/>
              </a:rPr>
              <a:t>odio</a:t>
            </a:r>
            <a:r>
              <a:rPr lang="en-US" sz="1100" dirty="0">
                <a:latin typeface="+mj-lt"/>
              </a:rPr>
              <a:t> pharetra </a:t>
            </a:r>
            <a:r>
              <a:rPr lang="en-US" sz="1100" dirty="0" err="1">
                <a:latin typeface="+mj-lt"/>
              </a:rPr>
              <a:t>finibus</a:t>
            </a:r>
            <a:r>
              <a:rPr lang="en-US" sz="1100" dirty="0">
                <a:latin typeface="+mj-lt"/>
              </a:rPr>
              <a:t>. Nam </a:t>
            </a:r>
            <a:r>
              <a:rPr lang="en-US" sz="1100" dirty="0" err="1">
                <a:latin typeface="+mj-lt"/>
              </a:rPr>
              <a:t>vel</a:t>
            </a:r>
            <a:r>
              <a:rPr lang="en-US" sz="1100" dirty="0">
                <a:latin typeface="+mj-lt"/>
              </a:rPr>
              <a:t> </a:t>
            </a:r>
            <a:r>
              <a:rPr lang="en-US" sz="1100" dirty="0" err="1">
                <a:latin typeface="+mj-lt"/>
              </a:rPr>
              <a:t>auctor</a:t>
            </a:r>
            <a:r>
              <a:rPr lang="en-US" sz="1100" dirty="0">
                <a:latin typeface="+mj-lt"/>
              </a:rPr>
              <a:t> </a:t>
            </a:r>
            <a:r>
              <a:rPr lang="en-US" sz="1100" dirty="0" err="1">
                <a:latin typeface="+mj-lt"/>
              </a:rPr>
              <a:t>justo</a:t>
            </a:r>
            <a:r>
              <a:rPr lang="en-US" sz="1100" dirty="0">
                <a:latin typeface="+mj-lt"/>
              </a:rPr>
              <a:t>, vitae </a:t>
            </a:r>
            <a:r>
              <a:rPr lang="en-US" sz="1100" dirty="0" err="1">
                <a:latin typeface="+mj-lt"/>
              </a:rPr>
              <a:t>hendrerit</a:t>
            </a:r>
            <a:r>
              <a:rPr lang="en-US" sz="1100" dirty="0">
                <a:latin typeface="+mj-lt"/>
              </a:rPr>
              <a:t> </a:t>
            </a:r>
            <a:r>
              <a:rPr lang="en-US" sz="1100" dirty="0" err="1">
                <a:latin typeface="+mj-lt"/>
              </a:rPr>
              <a:t>orci</a:t>
            </a:r>
            <a:r>
              <a:rPr lang="en-US" sz="1100" dirty="0">
                <a:latin typeface="+mj-lt"/>
              </a:rPr>
              <a:t>. </a:t>
            </a:r>
            <a:r>
              <a:rPr lang="en-US" sz="1100" dirty="0" err="1">
                <a:latin typeface="+mj-lt"/>
              </a:rPr>
              <a:t>Duis</a:t>
            </a:r>
            <a:r>
              <a:rPr lang="en-US" sz="1100" dirty="0">
                <a:latin typeface="+mj-lt"/>
              </a:rPr>
              <a:t> </a:t>
            </a:r>
            <a:r>
              <a:rPr lang="en-US" sz="1100" dirty="0" err="1">
                <a:latin typeface="+mj-lt"/>
              </a:rPr>
              <a:t>nec</a:t>
            </a:r>
            <a:r>
              <a:rPr lang="en-US" sz="1100" dirty="0">
                <a:latin typeface="+mj-lt"/>
              </a:rPr>
              <a:t> </a:t>
            </a:r>
            <a:r>
              <a:rPr lang="en-US" sz="1100" dirty="0" err="1">
                <a:latin typeface="+mj-lt"/>
              </a:rPr>
              <a:t>sapien</a:t>
            </a:r>
            <a:r>
              <a:rPr lang="en-US" sz="1100" dirty="0">
                <a:latin typeface="+mj-lt"/>
              </a:rPr>
              <a:t> </a:t>
            </a:r>
            <a:r>
              <a:rPr lang="en-US" sz="1100" dirty="0" err="1">
                <a:latin typeface="+mj-lt"/>
              </a:rPr>
              <a:t>viverra</a:t>
            </a:r>
            <a:r>
              <a:rPr lang="en-US" sz="1100" dirty="0">
                <a:latin typeface="+mj-lt"/>
              </a:rPr>
              <a:t>, </a:t>
            </a:r>
            <a:r>
              <a:rPr lang="en-US" sz="1100" dirty="0" err="1">
                <a:latin typeface="+mj-lt"/>
              </a:rPr>
              <a:t>bibendum</a:t>
            </a:r>
            <a:r>
              <a:rPr lang="en-US" sz="1100" dirty="0">
                <a:latin typeface="+mj-lt"/>
              </a:rPr>
              <a:t> </a:t>
            </a:r>
            <a:r>
              <a:rPr lang="en-US" sz="1100" dirty="0" err="1">
                <a:latin typeface="+mj-lt"/>
              </a:rPr>
              <a:t>tellus</a:t>
            </a:r>
            <a:r>
              <a:rPr lang="en-US" sz="1100" dirty="0">
                <a:latin typeface="+mj-lt"/>
              </a:rPr>
              <a:t> </a:t>
            </a:r>
            <a:r>
              <a:rPr lang="en-US" sz="1100" dirty="0" err="1">
                <a:latin typeface="+mj-lt"/>
              </a:rPr>
              <a:t>eget</a:t>
            </a:r>
            <a:r>
              <a:rPr lang="en-US" sz="1100" dirty="0">
                <a:latin typeface="+mj-lt"/>
              </a:rPr>
              <a:t>, </a:t>
            </a:r>
            <a:r>
              <a:rPr lang="en-US" sz="1100" dirty="0" err="1">
                <a:latin typeface="+mj-lt"/>
              </a:rPr>
              <a:t>pellentesque</a:t>
            </a:r>
            <a:r>
              <a:rPr lang="en-US" sz="1100" dirty="0">
                <a:latin typeface="+mj-lt"/>
              </a:rPr>
              <a:t> </a:t>
            </a:r>
            <a:r>
              <a:rPr lang="en-US" sz="1100" dirty="0" err="1">
                <a:latin typeface="+mj-lt"/>
              </a:rPr>
              <a:t>massa</a:t>
            </a:r>
            <a:r>
              <a:rPr lang="en-US" sz="1100" dirty="0">
                <a:latin typeface="+mj-lt"/>
              </a:rPr>
              <a:t>. </a:t>
            </a:r>
            <a:r>
              <a:rPr lang="en-US" sz="1100" dirty="0" err="1">
                <a:latin typeface="+mj-lt"/>
              </a:rPr>
              <a:t>Nulla</a:t>
            </a:r>
            <a:r>
              <a:rPr lang="en-US" sz="1100" dirty="0">
                <a:latin typeface="+mj-lt"/>
              </a:rPr>
              <a:t> </a:t>
            </a:r>
            <a:r>
              <a:rPr lang="en-US" sz="1100" dirty="0" err="1">
                <a:latin typeface="+mj-lt"/>
              </a:rPr>
              <a:t>feugiat</a:t>
            </a:r>
            <a:r>
              <a:rPr lang="en-US" sz="1100" dirty="0">
                <a:latin typeface="+mj-lt"/>
              </a:rPr>
              <a:t>, </a:t>
            </a:r>
            <a:r>
              <a:rPr lang="en-US" sz="1100" dirty="0" err="1">
                <a:latin typeface="+mj-lt"/>
              </a:rPr>
              <a:t>turpis</a:t>
            </a:r>
            <a:r>
              <a:rPr lang="en-US" sz="1100" dirty="0">
                <a:latin typeface="+mj-lt"/>
              </a:rPr>
              <a:t> et </a:t>
            </a:r>
            <a:r>
              <a:rPr lang="en-US" sz="1100" dirty="0" err="1">
                <a:latin typeface="+mj-lt"/>
              </a:rPr>
              <a:t>posuere</a:t>
            </a:r>
            <a:r>
              <a:rPr lang="en-US" sz="1100" dirty="0">
                <a:latin typeface="+mj-lt"/>
              </a:rPr>
              <a:t> </a:t>
            </a:r>
            <a:r>
              <a:rPr lang="en-US" sz="1100" dirty="0" err="1">
                <a:latin typeface="+mj-lt"/>
              </a:rPr>
              <a:t>viverra</a:t>
            </a:r>
            <a:r>
              <a:rPr lang="en-US" sz="1100" dirty="0">
                <a:latin typeface="+mj-lt"/>
              </a:rPr>
              <a:t>, ipsum </a:t>
            </a:r>
            <a:r>
              <a:rPr lang="en-US" sz="1100" dirty="0" err="1">
                <a:latin typeface="+mj-lt"/>
              </a:rPr>
              <a:t>sem</a:t>
            </a:r>
            <a:r>
              <a:rPr lang="en-US" sz="1100" dirty="0">
                <a:latin typeface="+mj-lt"/>
              </a:rPr>
              <a:t> </a:t>
            </a:r>
            <a:r>
              <a:rPr lang="en-US" sz="1100" dirty="0" err="1">
                <a:latin typeface="+mj-lt"/>
              </a:rPr>
              <a:t>tincidunt</a:t>
            </a:r>
            <a:r>
              <a:rPr lang="en-US" sz="1100" dirty="0">
                <a:latin typeface="+mj-lt"/>
              </a:rPr>
              <a:t> </a:t>
            </a:r>
            <a:r>
              <a:rPr lang="en-US" sz="1100" dirty="0" err="1">
                <a:latin typeface="+mj-lt"/>
              </a:rPr>
              <a:t>est</a:t>
            </a:r>
            <a:r>
              <a:rPr lang="en-US" sz="1100" dirty="0">
                <a:latin typeface="+mj-lt"/>
              </a:rPr>
              <a:t>, </a:t>
            </a:r>
            <a:r>
              <a:rPr lang="en-US" sz="1100" dirty="0" err="1">
                <a:latin typeface="+mj-lt"/>
              </a:rPr>
              <a:t>finibus</a:t>
            </a:r>
            <a:r>
              <a:rPr lang="en-US" sz="1100" dirty="0">
                <a:latin typeface="+mj-lt"/>
              </a:rPr>
              <a:t> </a:t>
            </a:r>
            <a:r>
              <a:rPr lang="en-US" sz="1100" dirty="0" err="1">
                <a:latin typeface="+mj-lt"/>
              </a:rPr>
              <a:t>tempor</a:t>
            </a:r>
            <a:r>
              <a:rPr lang="en-US" sz="1100" dirty="0">
                <a:latin typeface="+mj-lt"/>
              </a:rPr>
              <a:t> </a:t>
            </a:r>
            <a:r>
              <a:rPr lang="en-US" sz="1100" dirty="0" err="1">
                <a:latin typeface="+mj-lt"/>
              </a:rPr>
              <a:t>nibh</a:t>
            </a:r>
            <a:r>
              <a:rPr lang="en-US" sz="1100" dirty="0">
                <a:latin typeface="+mj-lt"/>
              </a:rPr>
              <a:t> ante semper diam. </a:t>
            </a:r>
            <a:r>
              <a:rPr lang="en-US" sz="1100" dirty="0" err="1">
                <a:latin typeface="+mj-lt"/>
              </a:rPr>
              <a:t>Nullam</a:t>
            </a:r>
            <a:r>
              <a:rPr lang="en-US" sz="1100" dirty="0">
                <a:latin typeface="+mj-lt"/>
              </a:rPr>
              <a:t> </a:t>
            </a:r>
            <a:r>
              <a:rPr lang="en-US" sz="1100" dirty="0" err="1">
                <a:latin typeface="+mj-lt"/>
              </a:rPr>
              <a:t>quis</a:t>
            </a:r>
            <a:r>
              <a:rPr lang="en-US" sz="1100" dirty="0">
                <a:latin typeface="+mj-lt"/>
              </a:rPr>
              <a:t> </a:t>
            </a:r>
            <a:r>
              <a:rPr lang="en-US" sz="1100" dirty="0" err="1">
                <a:latin typeface="+mj-lt"/>
              </a:rPr>
              <a:t>euismod</a:t>
            </a:r>
            <a:r>
              <a:rPr lang="en-US" sz="1100" dirty="0">
                <a:latin typeface="+mj-lt"/>
              </a:rPr>
              <a:t> </a:t>
            </a:r>
            <a:r>
              <a:rPr lang="en-US" sz="1100" dirty="0" err="1">
                <a:latin typeface="+mj-lt"/>
              </a:rPr>
              <a:t>neque</a:t>
            </a:r>
            <a:r>
              <a:rPr lang="en-US" sz="1100" dirty="0">
                <a:latin typeface="+mj-lt"/>
              </a:rPr>
              <a:t>, </a:t>
            </a:r>
            <a:r>
              <a:rPr lang="en-US" sz="1100" dirty="0" err="1">
                <a:latin typeface="+mj-lt"/>
              </a:rPr>
              <a:t>nec</a:t>
            </a:r>
            <a:r>
              <a:rPr lang="en-US" sz="1100" dirty="0">
                <a:latin typeface="+mj-lt"/>
              </a:rPr>
              <a:t> </a:t>
            </a:r>
            <a:r>
              <a:rPr lang="en-US" sz="1100" dirty="0" err="1">
                <a:latin typeface="+mj-lt"/>
              </a:rPr>
              <a:t>facilisis</a:t>
            </a:r>
            <a:r>
              <a:rPr lang="en-US" sz="1100" dirty="0">
                <a:latin typeface="+mj-lt"/>
              </a:rPr>
              <a:t> sem. </a:t>
            </a:r>
            <a:r>
              <a:rPr lang="en-US" sz="1100" dirty="0" err="1">
                <a:latin typeface="+mj-lt"/>
              </a:rPr>
              <a:t>Morbi</a:t>
            </a:r>
            <a:r>
              <a:rPr lang="en-US" sz="1100" dirty="0">
                <a:latin typeface="+mj-lt"/>
              </a:rPr>
              <a:t> </a:t>
            </a:r>
            <a:r>
              <a:rPr lang="en-US" sz="1100" dirty="0" err="1">
                <a:latin typeface="+mj-lt"/>
              </a:rPr>
              <a:t>egestas</a:t>
            </a:r>
            <a:r>
              <a:rPr lang="en-US" sz="1100" dirty="0">
                <a:latin typeface="+mj-lt"/>
              </a:rPr>
              <a:t> </a:t>
            </a:r>
            <a:r>
              <a:rPr lang="en-US" sz="1100" dirty="0" err="1">
                <a:latin typeface="+mj-lt"/>
              </a:rPr>
              <a:t>iaculis</a:t>
            </a:r>
            <a:r>
              <a:rPr lang="en-US" sz="1100" dirty="0">
                <a:latin typeface="+mj-lt"/>
              </a:rPr>
              <a:t> </a:t>
            </a:r>
            <a:r>
              <a:rPr lang="en-US" sz="1100" dirty="0" err="1">
                <a:latin typeface="+mj-lt"/>
              </a:rPr>
              <a:t>dignissim</a:t>
            </a:r>
            <a:r>
              <a:rPr lang="en-US" sz="1100" dirty="0">
                <a:latin typeface="+mj-lt"/>
              </a:rPr>
              <a:t>. In </a:t>
            </a:r>
            <a:r>
              <a:rPr lang="en-US" sz="1100" dirty="0" err="1">
                <a:latin typeface="+mj-lt"/>
              </a:rPr>
              <a:t>accumsan</a:t>
            </a:r>
            <a:r>
              <a:rPr lang="en-US" sz="1100" dirty="0">
                <a:latin typeface="+mj-lt"/>
              </a:rPr>
              <a:t> </a:t>
            </a:r>
            <a:r>
              <a:rPr lang="en-US" sz="1100" dirty="0" err="1">
                <a:latin typeface="+mj-lt"/>
              </a:rPr>
              <a:t>tortor</a:t>
            </a:r>
            <a:r>
              <a:rPr lang="en-US" sz="1100" dirty="0">
                <a:latin typeface="+mj-lt"/>
              </a:rPr>
              <a:t> </a:t>
            </a:r>
            <a:r>
              <a:rPr lang="en-US" sz="1100" dirty="0" err="1">
                <a:latin typeface="+mj-lt"/>
              </a:rPr>
              <a:t>elit</a:t>
            </a:r>
            <a:r>
              <a:rPr lang="en-US" sz="1100" dirty="0">
                <a:latin typeface="+mj-lt"/>
              </a:rPr>
              <a:t>, non </a:t>
            </a:r>
            <a:r>
              <a:rPr lang="en-US" sz="1100" dirty="0" err="1">
                <a:latin typeface="+mj-lt"/>
              </a:rPr>
              <a:t>euismod</a:t>
            </a:r>
            <a:r>
              <a:rPr lang="en-US" sz="1100" dirty="0">
                <a:latin typeface="+mj-lt"/>
              </a:rPr>
              <a:t> </a:t>
            </a:r>
            <a:r>
              <a:rPr lang="en-US" sz="1100" dirty="0" err="1">
                <a:latin typeface="+mj-lt"/>
              </a:rPr>
              <a:t>eros</a:t>
            </a:r>
            <a:r>
              <a:rPr lang="en-US" sz="1100" dirty="0">
                <a:latin typeface="+mj-lt"/>
              </a:rPr>
              <a:t> </a:t>
            </a:r>
            <a:r>
              <a:rPr lang="en-US" sz="1100" dirty="0" err="1">
                <a:latin typeface="+mj-lt"/>
              </a:rPr>
              <a:t>accumsan</a:t>
            </a:r>
            <a:r>
              <a:rPr lang="en-US" sz="1100" dirty="0">
                <a:latin typeface="+mj-lt"/>
              </a:rPr>
              <a:t> ac. </a:t>
            </a:r>
            <a:r>
              <a:rPr lang="en-US" sz="1100" dirty="0" err="1">
                <a:latin typeface="+mj-lt"/>
              </a:rPr>
              <a:t>Sed</a:t>
            </a:r>
            <a:r>
              <a:rPr lang="en-US" sz="1100" dirty="0">
                <a:latin typeface="+mj-lt"/>
              </a:rPr>
              <a:t> </a:t>
            </a:r>
            <a:r>
              <a:rPr lang="en-US" sz="1100" dirty="0" err="1">
                <a:latin typeface="+mj-lt"/>
              </a:rPr>
              <a:t>ultrices</a:t>
            </a:r>
            <a:r>
              <a:rPr lang="en-US" sz="1100" dirty="0">
                <a:latin typeface="+mj-lt"/>
              </a:rPr>
              <a:t> mi lorem, </a:t>
            </a:r>
            <a:r>
              <a:rPr lang="en-US" sz="1100" dirty="0" err="1">
                <a:latin typeface="+mj-lt"/>
              </a:rPr>
              <a:t>ut</a:t>
            </a:r>
            <a:r>
              <a:rPr lang="en-US" sz="1100" dirty="0">
                <a:latin typeface="+mj-lt"/>
              </a:rPr>
              <a:t> </a:t>
            </a:r>
            <a:r>
              <a:rPr lang="en-US" sz="1100" dirty="0" err="1">
                <a:latin typeface="+mj-lt"/>
              </a:rPr>
              <a:t>dignissim</a:t>
            </a:r>
            <a:r>
              <a:rPr lang="en-US" sz="1100" dirty="0">
                <a:latin typeface="+mj-lt"/>
              </a:rPr>
              <a:t> </a:t>
            </a:r>
            <a:r>
              <a:rPr lang="en-US" sz="1100" dirty="0" err="1">
                <a:latin typeface="+mj-lt"/>
              </a:rPr>
              <a:t>nibh</a:t>
            </a:r>
            <a:r>
              <a:rPr lang="en-US" sz="1100" dirty="0">
                <a:latin typeface="+mj-lt"/>
              </a:rPr>
              <a:t> </a:t>
            </a:r>
            <a:r>
              <a:rPr lang="en-US" sz="1100" dirty="0" err="1">
                <a:latin typeface="+mj-lt"/>
              </a:rPr>
              <a:t>facilisis</a:t>
            </a:r>
            <a:r>
              <a:rPr lang="en-US" sz="1100" dirty="0">
                <a:latin typeface="+mj-lt"/>
              </a:rPr>
              <a:t> vel.</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7"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2378541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on Color Canvas">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dirty="0"/>
              <a:t>Please Add Slide Headline Here</a:t>
            </a:r>
          </a:p>
        </p:txBody>
      </p:sp>
      <p:sp>
        <p:nvSpPr>
          <p:cNvPr id="3" name="Content Placeholder 5"/>
          <p:cNvSpPr>
            <a:spLocks noGrp="1"/>
          </p:cNvSpPr>
          <p:nvPr>
            <p:ph sz="quarter" idx="10" hasCustomPrompt="1"/>
          </p:nvPr>
        </p:nvSpPr>
        <p:spPr>
          <a:xfrm>
            <a:off x="357189" y="1422400"/>
            <a:ext cx="3986211" cy="3054350"/>
          </a:xfrm>
        </p:spPr>
        <p:txBody>
          <a:bodyPr/>
          <a:lstStyle>
            <a:lvl1pPr>
              <a:defRPr>
                <a:solidFill>
                  <a:schemeClr val="bg1"/>
                </a:solidFill>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dirty="0"/>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a:defRPr>
                <a:solidFill>
                  <a:schemeClr val="bg1"/>
                </a:solidFill>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7" name="Text Placeholder 4"/>
          <p:cNvSpPr>
            <a:spLocks noGrp="1"/>
          </p:cNvSpPr>
          <p:nvPr>
            <p:ph type="body" sz="quarter" idx="13" hasCustomPrompt="1"/>
          </p:nvPr>
        </p:nvSpPr>
        <p:spPr>
          <a:xfrm>
            <a:off x="4800599" y="1079500"/>
            <a:ext cx="3986214"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dirty="0"/>
              <a:t>OTHER Highlight goes here</a:t>
            </a:r>
          </a:p>
        </p:txBody>
      </p:sp>
      <p:cxnSp>
        <p:nvCxnSpPr>
          <p:cNvPr id="8" name="Straight Connector 7"/>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4864038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on Color Canvas">
    <p:bg>
      <p:bgPr>
        <a:solidFill>
          <a:schemeClr val="accent4"/>
        </a:solidFill>
        <a:effectLst/>
      </p:bgPr>
    </p:bg>
    <p:spTree>
      <p:nvGrpSpPr>
        <p:cNvPr id="1" name=""/>
        <p:cNvGrpSpPr/>
        <p:nvPr/>
      </p:nvGrpSpPr>
      <p:grpSpPr>
        <a:xfrm>
          <a:off x="0" y="0"/>
          <a:ext cx="0" cy="0"/>
          <a:chOff x="0" y="0"/>
          <a:chExt cx="0" cy="0"/>
        </a:xfrm>
      </p:grpSpPr>
      <p:sp>
        <p:nvSpPr>
          <p:cNvPr id="15" name="Content Placeholder 14"/>
          <p:cNvSpPr>
            <a:spLocks noGrp="1"/>
          </p:cNvSpPr>
          <p:nvPr>
            <p:ph sz="quarter" idx="16" hasCustomPrompt="1"/>
          </p:nvPr>
        </p:nvSpPr>
        <p:spPr>
          <a:xfrm>
            <a:off x="1127175"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p>
          <a:p>
            <a:pPr lvl="0"/>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p:txBody>
      </p:sp>
      <p:sp>
        <p:nvSpPr>
          <p:cNvPr id="5" name="Title Placeholder 3"/>
          <p:cNvSpPr>
            <a:spLocks noGrp="1"/>
          </p:cNvSpPr>
          <p:nvPr>
            <p:ph type="body" sz="quarter" idx="11" hasCustomPrompt="1"/>
          </p:nvPr>
        </p:nvSpPr>
        <p:spPr>
          <a:xfrm>
            <a:off x="5735751"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dirty="0"/>
              <a:t>ADD TITILE HERE</a:t>
            </a:r>
          </a:p>
        </p:txBody>
      </p:sp>
      <p:sp>
        <p:nvSpPr>
          <p:cNvPr id="4" name="Title Placeholder 2"/>
          <p:cNvSpPr>
            <a:spLocks noGrp="1"/>
          </p:cNvSpPr>
          <p:nvPr>
            <p:ph type="body" sz="quarter" idx="10" hasCustomPrompt="1"/>
          </p:nvPr>
        </p:nvSpPr>
        <p:spPr>
          <a:xfrm>
            <a:off x="3431463"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dirty="0"/>
              <a:t>ADD TITILE HERE</a:t>
            </a:r>
          </a:p>
        </p:txBody>
      </p:sp>
      <p:sp>
        <p:nvSpPr>
          <p:cNvPr id="6" name="Title Placeholder 1"/>
          <p:cNvSpPr>
            <a:spLocks noGrp="1"/>
          </p:cNvSpPr>
          <p:nvPr>
            <p:ph type="body" sz="quarter" idx="12" hasCustomPrompt="1"/>
          </p:nvPr>
        </p:nvSpPr>
        <p:spPr>
          <a:xfrm>
            <a:off x="1127175"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dirty="0"/>
              <a:t>ADD TITILE HERE</a:t>
            </a:r>
          </a:p>
        </p:txBody>
      </p:sp>
      <p:sp>
        <p:nvSpPr>
          <p:cNvPr id="13"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
        <p:nvSpPr>
          <p:cNvPr id="16" name="Content Placeholder 14"/>
          <p:cNvSpPr>
            <a:spLocks noGrp="1"/>
          </p:cNvSpPr>
          <p:nvPr>
            <p:ph sz="quarter" idx="17" hasCustomPrompt="1"/>
          </p:nvPr>
        </p:nvSpPr>
        <p:spPr>
          <a:xfrm>
            <a:off x="5735751"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p>
          <a:p>
            <a:pPr lvl="0"/>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p:txBody>
      </p:sp>
      <p:sp>
        <p:nvSpPr>
          <p:cNvPr id="17" name="Content Placeholder 14"/>
          <p:cNvSpPr>
            <a:spLocks noGrp="1"/>
          </p:cNvSpPr>
          <p:nvPr>
            <p:ph sz="quarter" idx="18" hasCustomPrompt="1"/>
          </p:nvPr>
        </p:nvSpPr>
        <p:spPr>
          <a:xfrm>
            <a:off x="3431463"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p>
          <a:p>
            <a:pPr lvl="0"/>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p:txBody>
      </p:sp>
    </p:spTree>
    <p:extLst>
      <p:ext uri="{BB962C8B-B14F-4D97-AF65-F5344CB8AC3E}">
        <p14:creationId xmlns:p14="http://schemas.microsoft.com/office/powerpoint/2010/main" val="31773717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 EPAM Blue">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1780953" y="2098360"/>
            <a:ext cx="5582093" cy="587388"/>
          </a:xfrm>
          <a:prstGeom prst="rect">
            <a:avLst/>
          </a:prstGeom>
        </p:spPr>
        <p:txBody>
          <a:bodyPr anchor="ctr"/>
          <a:lstStyle>
            <a:lvl1pPr marL="0" indent="0" algn="ctr">
              <a:buNone/>
              <a:defRPr sz="1600">
                <a:solidFill>
                  <a:schemeClr val="bg1"/>
                </a:solidFill>
                <a:latin typeface="+mj-lt"/>
              </a:defRPr>
            </a:lvl1pPr>
            <a:lvl2pPr marL="457200" indent="0">
              <a:buNone/>
              <a:defRPr sz="1600">
                <a:latin typeface="+mj-lt"/>
              </a:defRPr>
            </a:lvl2pPr>
            <a:lvl3pPr marL="914400" indent="0">
              <a:buNone/>
              <a:defRPr sz="1600">
                <a:latin typeface="+mj-lt"/>
              </a:defRPr>
            </a:lvl3pPr>
            <a:lvl4pPr marL="1371600" indent="0">
              <a:buNone/>
              <a:defRPr sz="1600">
                <a:latin typeface="+mj-lt"/>
              </a:defRPr>
            </a:lvl4pPr>
            <a:lvl5pPr marL="1828800" indent="0">
              <a:buNone/>
              <a:defRPr sz="1600">
                <a:latin typeface="+mj-lt"/>
              </a:defRPr>
            </a:lvl5pPr>
          </a:lstStyle>
          <a:p>
            <a:pPr algn="ctr">
              <a:lnSpc>
                <a:spcPts val="2400"/>
              </a:lnSpc>
            </a:pPr>
            <a:r>
              <a:rPr lang="en-US" sz="1600" baseline="0" dirty="0">
                <a:solidFill>
                  <a:schemeClr val="bg1"/>
                </a:solidFill>
                <a:latin typeface="+mj-lt"/>
              </a:rPr>
              <a:t>Please add call out or quote here</a:t>
            </a:r>
            <a:br>
              <a:rPr lang="en-US" sz="1600" baseline="0" dirty="0">
                <a:solidFill>
                  <a:schemeClr val="bg1"/>
                </a:solidFill>
                <a:latin typeface="+mj-lt"/>
              </a:rPr>
            </a:br>
            <a:r>
              <a:rPr lang="en-US" sz="1600" baseline="0" dirty="0">
                <a:solidFill>
                  <a:schemeClr val="bg1"/>
                </a:solidFill>
                <a:latin typeface="+mj-lt"/>
              </a:rPr>
              <a:t>sit </a:t>
            </a:r>
            <a:r>
              <a:rPr lang="en-US" sz="1600" baseline="0" dirty="0" err="1">
                <a:solidFill>
                  <a:schemeClr val="bg1"/>
                </a:solidFill>
                <a:latin typeface="+mj-lt"/>
              </a:rPr>
              <a:t>amet</a:t>
            </a:r>
            <a:r>
              <a:rPr lang="en-US" sz="1600" baseline="0" dirty="0">
                <a:solidFill>
                  <a:schemeClr val="bg1"/>
                </a:solidFill>
                <a:latin typeface="+mj-lt"/>
              </a:rPr>
              <a:t>, </a:t>
            </a:r>
            <a:r>
              <a:rPr lang="en-US" sz="1600" baseline="0" dirty="0" err="1">
                <a:solidFill>
                  <a:schemeClr val="bg1"/>
                </a:solidFill>
                <a:latin typeface="+mj-lt"/>
              </a:rPr>
              <a:t>consectetur</a:t>
            </a:r>
            <a:r>
              <a:rPr lang="en-US" sz="1600" baseline="0" dirty="0">
                <a:solidFill>
                  <a:schemeClr val="bg1"/>
                </a:solidFill>
                <a:latin typeface="+mj-lt"/>
              </a:rPr>
              <a:t> </a:t>
            </a:r>
            <a:r>
              <a:rPr lang="en-US" sz="1600" baseline="0" dirty="0" err="1">
                <a:solidFill>
                  <a:schemeClr val="bg1"/>
                </a:solidFill>
                <a:latin typeface="+mj-lt"/>
              </a:rPr>
              <a:t>adipiscing</a:t>
            </a:r>
            <a:r>
              <a:rPr lang="en-US" sz="1600" baseline="0" dirty="0">
                <a:solidFill>
                  <a:schemeClr val="bg1"/>
                </a:solidFill>
                <a:latin typeface="+mj-lt"/>
              </a:rPr>
              <a:t> </a:t>
            </a:r>
            <a:r>
              <a:rPr lang="en-US" sz="1600" baseline="0" dirty="0" err="1">
                <a:solidFill>
                  <a:schemeClr val="bg1"/>
                </a:solidFill>
                <a:latin typeface="+mj-lt"/>
              </a:rPr>
              <a:t>elit</a:t>
            </a:r>
            <a:r>
              <a:rPr lang="en-US" sz="1600" baseline="0" dirty="0">
                <a:solidFill>
                  <a:schemeClr val="bg1"/>
                </a:solidFill>
                <a:latin typeface="+mj-lt"/>
              </a:rPr>
              <a:t>. </a:t>
            </a:r>
            <a:r>
              <a:rPr lang="en-US" sz="1600" baseline="0" dirty="0" err="1">
                <a:solidFill>
                  <a:schemeClr val="bg1"/>
                </a:solidFill>
                <a:latin typeface="+mj-lt"/>
              </a:rPr>
              <a:t>Sed</a:t>
            </a:r>
            <a:r>
              <a:rPr lang="en-US" sz="1600" baseline="0" dirty="0">
                <a:solidFill>
                  <a:schemeClr val="bg1"/>
                </a:solidFill>
                <a:latin typeface="+mj-lt"/>
              </a:rPr>
              <a:t> </a:t>
            </a:r>
            <a:r>
              <a:rPr lang="en-US" sz="1600" baseline="0" dirty="0" err="1">
                <a:solidFill>
                  <a:schemeClr val="bg1"/>
                </a:solidFill>
                <a:latin typeface="+mj-lt"/>
              </a:rPr>
              <a:t>nec</a:t>
            </a:r>
            <a:r>
              <a:rPr lang="en-US" sz="1600" baseline="0" dirty="0">
                <a:solidFill>
                  <a:schemeClr val="bg1"/>
                </a:solidFill>
                <a:latin typeface="+mj-lt"/>
              </a:rPr>
              <a:t> </a:t>
            </a:r>
            <a:r>
              <a:rPr lang="en-US" sz="1600" baseline="0" dirty="0" err="1">
                <a:solidFill>
                  <a:schemeClr val="bg1"/>
                </a:solidFill>
                <a:latin typeface="+mj-lt"/>
              </a:rPr>
              <a:t>sem</a:t>
            </a:r>
            <a:r>
              <a:rPr lang="en-US" sz="1600" baseline="0" dirty="0">
                <a:solidFill>
                  <a:schemeClr val="bg1"/>
                </a:solidFill>
                <a:latin typeface="+mj-lt"/>
              </a:rPr>
              <a:t> gravida, </a:t>
            </a:r>
            <a:r>
              <a:rPr lang="en-US" sz="1600" baseline="0" dirty="0" err="1">
                <a:solidFill>
                  <a:schemeClr val="bg1"/>
                </a:solidFill>
                <a:latin typeface="+mj-lt"/>
              </a:rPr>
              <a:t>dapibus</a:t>
            </a:r>
            <a:r>
              <a:rPr lang="en-US" sz="1600" baseline="0" dirty="0">
                <a:solidFill>
                  <a:schemeClr val="bg1"/>
                </a:solidFill>
                <a:latin typeface="+mj-lt"/>
              </a:rPr>
              <a:t> </a:t>
            </a:r>
            <a:r>
              <a:rPr lang="en-US" sz="1600" baseline="0" dirty="0" err="1">
                <a:solidFill>
                  <a:schemeClr val="bg1"/>
                </a:solidFill>
                <a:latin typeface="+mj-lt"/>
              </a:rPr>
              <a:t>turpis</a:t>
            </a:r>
            <a:r>
              <a:rPr lang="en-US" sz="1600" baseline="0" dirty="0">
                <a:solidFill>
                  <a:schemeClr val="bg1"/>
                </a:solidFill>
                <a:latin typeface="+mj-lt"/>
              </a:rPr>
              <a:t> </a:t>
            </a:r>
            <a:r>
              <a:rPr lang="en-US" sz="1600" baseline="0" dirty="0" err="1">
                <a:solidFill>
                  <a:schemeClr val="bg1"/>
                </a:solidFill>
                <a:latin typeface="+mj-lt"/>
              </a:rPr>
              <a:t>porttitor</a:t>
            </a:r>
            <a:r>
              <a:rPr lang="en-US" sz="1600" baseline="0" dirty="0">
                <a:solidFill>
                  <a:schemeClr val="bg1"/>
                </a:solidFill>
                <a:latin typeface="+mj-lt"/>
              </a:rPr>
              <a:t>, </a:t>
            </a:r>
            <a:r>
              <a:rPr lang="en-US" sz="1600" baseline="0" dirty="0" err="1">
                <a:solidFill>
                  <a:schemeClr val="bg1"/>
                </a:solidFill>
                <a:latin typeface="+mj-lt"/>
              </a:rPr>
              <a:t>tincidunt</a:t>
            </a:r>
            <a:r>
              <a:rPr lang="en-US" sz="1600" baseline="0" dirty="0">
                <a:solidFill>
                  <a:schemeClr val="bg1"/>
                </a:solidFill>
                <a:latin typeface="+mj-lt"/>
              </a:rPr>
              <a:t> </a:t>
            </a:r>
            <a:r>
              <a:rPr lang="en-US" sz="1600" baseline="0" dirty="0" err="1">
                <a:solidFill>
                  <a:schemeClr val="bg1"/>
                </a:solidFill>
                <a:latin typeface="+mj-lt"/>
              </a:rPr>
              <a:t>nibh</a:t>
            </a:r>
            <a:r>
              <a:rPr lang="en-US" sz="1600" baseline="0" dirty="0">
                <a:solidFill>
                  <a:schemeClr val="bg1"/>
                </a:solidFill>
                <a:latin typeface="+mj-lt"/>
              </a:rPr>
              <a:t>. </a:t>
            </a:r>
            <a:r>
              <a:rPr lang="en-US" sz="1600" baseline="0" dirty="0" err="1">
                <a:solidFill>
                  <a:schemeClr val="bg1"/>
                </a:solidFill>
                <a:latin typeface="+mj-lt"/>
              </a:rPr>
              <a:t>Orci</a:t>
            </a:r>
            <a:r>
              <a:rPr lang="en-US" sz="1600" baseline="0" dirty="0">
                <a:solidFill>
                  <a:schemeClr val="bg1"/>
                </a:solidFill>
                <a:latin typeface="+mj-lt"/>
              </a:rPr>
              <a:t> </a:t>
            </a:r>
            <a:r>
              <a:rPr lang="en-US" sz="1600" baseline="0" dirty="0" err="1">
                <a:solidFill>
                  <a:schemeClr val="bg1"/>
                </a:solidFill>
                <a:latin typeface="+mj-lt"/>
              </a:rPr>
              <a:t>varius</a:t>
            </a:r>
            <a:r>
              <a:rPr lang="en-US" sz="1600" baseline="0" dirty="0">
                <a:solidFill>
                  <a:schemeClr val="bg1"/>
                </a:solidFill>
                <a:latin typeface="+mj-lt"/>
              </a:rPr>
              <a:t> </a:t>
            </a:r>
            <a:r>
              <a:rPr lang="en-US" sz="1600" baseline="0" dirty="0" err="1">
                <a:solidFill>
                  <a:schemeClr val="bg1"/>
                </a:solidFill>
                <a:latin typeface="+mj-lt"/>
              </a:rPr>
              <a:t>natoque</a:t>
            </a:r>
            <a:r>
              <a:rPr lang="en-US" sz="1600" baseline="0" dirty="0">
                <a:solidFill>
                  <a:schemeClr val="bg1"/>
                </a:solidFill>
                <a:latin typeface="+mj-lt"/>
              </a:rPr>
              <a:t> </a:t>
            </a:r>
            <a:r>
              <a:rPr lang="en-US" sz="1600" baseline="0" dirty="0" err="1">
                <a:solidFill>
                  <a:schemeClr val="bg1"/>
                </a:solidFill>
                <a:latin typeface="+mj-lt"/>
              </a:rPr>
              <a:t>penatibus</a:t>
            </a:r>
            <a:r>
              <a:rPr lang="en-US" sz="1600" baseline="0" dirty="0">
                <a:solidFill>
                  <a:schemeClr val="bg1"/>
                </a:solidFill>
                <a:latin typeface="+mj-lt"/>
              </a:rPr>
              <a:t> et </a:t>
            </a:r>
            <a:r>
              <a:rPr lang="en-US" sz="1600" baseline="0" dirty="0" err="1">
                <a:solidFill>
                  <a:schemeClr val="bg1"/>
                </a:solidFill>
                <a:latin typeface="+mj-lt"/>
              </a:rPr>
              <a:t>magnis</a:t>
            </a:r>
            <a:r>
              <a:rPr lang="en-US" sz="1600" baseline="0" dirty="0">
                <a:solidFill>
                  <a:schemeClr val="bg1"/>
                </a:solidFill>
                <a:latin typeface="+mj-lt"/>
              </a:rPr>
              <a:t> dis parturient </a:t>
            </a:r>
            <a:r>
              <a:rPr lang="en-US" sz="1600" baseline="0" dirty="0" err="1">
                <a:solidFill>
                  <a:schemeClr val="bg1"/>
                </a:solidFill>
                <a:latin typeface="+mj-lt"/>
              </a:rPr>
              <a:t>montes</a:t>
            </a:r>
            <a:r>
              <a:rPr lang="en-US" sz="1600" baseline="0" dirty="0">
                <a:solidFill>
                  <a:schemeClr val="bg1"/>
                </a:solidFill>
                <a:latin typeface="+mj-lt"/>
              </a:rPr>
              <a:t>, </a:t>
            </a:r>
            <a:r>
              <a:rPr lang="en-US" sz="1600" baseline="0" dirty="0" err="1">
                <a:solidFill>
                  <a:schemeClr val="bg1"/>
                </a:solidFill>
                <a:latin typeface="+mj-lt"/>
              </a:rPr>
              <a:t>nascetur</a:t>
            </a:r>
            <a:r>
              <a:rPr lang="en-US" sz="1600" baseline="0" dirty="0">
                <a:solidFill>
                  <a:schemeClr val="bg1"/>
                </a:solidFill>
                <a:latin typeface="+mj-lt"/>
              </a:rPr>
              <a:t> </a:t>
            </a:r>
            <a:r>
              <a:rPr lang="en-US" sz="1600" baseline="0" dirty="0" err="1">
                <a:solidFill>
                  <a:schemeClr val="bg1"/>
                </a:solidFill>
                <a:latin typeface="+mj-lt"/>
              </a:rPr>
              <a:t>ridiculus</a:t>
            </a:r>
            <a:r>
              <a:rPr lang="en-US" sz="1600" baseline="0" dirty="0">
                <a:solidFill>
                  <a:schemeClr val="bg1"/>
                </a:solidFill>
                <a:latin typeface="+mj-lt"/>
              </a:rPr>
              <a:t> mus. Nam </a:t>
            </a:r>
            <a:r>
              <a:rPr lang="en-US" sz="1600" baseline="0" dirty="0" err="1">
                <a:solidFill>
                  <a:schemeClr val="bg1"/>
                </a:solidFill>
                <a:latin typeface="+mj-lt"/>
              </a:rPr>
              <a:t>eget</a:t>
            </a:r>
            <a:r>
              <a:rPr lang="en-US" sz="1600" baseline="0" dirty="0">
                <a:solidFill>
                  <a:schemeClr val="bg1"/>
                </a:solidFill>
                <a:latin typeface="+mj-lt"/>
              </a:rPr>
              <a:t> </a:t>
            </a:r>
            <a:r>
              <a:rPr lang="en-US" sz="1600" baseline="0" dirty="0" err="1">
                <a:solidFill>
                  <a:schemeClr val="bg1"/>
                </a:solidFill>
                <a:latin typeface="+mj-lt"/>
              </a:rPr>
              <a:t>enim</a:t>
            </a:r>
            <a:r>
              <a:rPr lang="en-US" sz="1600" baseline="0" dirty="0">
                <a:solidFill>
                  <a:schemeClr val="bg1"/>
                </a:solidFill>
                <a:latin typeface="+mj-lt"/>
              </a:rPr>
              <a:t> </a:t>
            </a:r>
            <a:r>
              <a:rPr lang="en-US" sz="1600" baseline="0" dirty="0" err="1">
                <a:solidFill>
                  <a:schemeClr val="bg1"/>
                </a:solidFill>
                <a:latin typeface="+mj-lt"/>
              </a:rPr>
              <a:t>mauris</a:t>
            </a:r>
            <a:r>
              <a:rPr lang="en-US" sz="1600" baseline="0" dirty="0">
                <a:solidFill>
                  <a:schemeClr val="bg1"/>
                </a:solidFill>
                <a:latin typeface="+mj-lt"/>
              </a:rPr>
              <a:t>. </a:t>
            </a:r>
            <a:r>
              <a:rPr lang="en-US" sz="1600" baseline="0" dirty="0" err="1">
                <a:solidFill>
                  <a:schemeClr val="bg1"/>
                </a:solidFill>
                <a:latin typeface="+mj-lt"/>
              </a:rPr>
              <a:t>Vivamus</a:t>
            </a:r>
            <a:r>
              <a:rPr lang="en-US" sz="1600" baseline="0" dirty="0">
                <a:solidFill>
                  <a:schemeClr val="bg1"/>
                </a:solidFill>
                <a:latin typeface="+mj-lt"/>
              </a:rPr>
              <a:t> sit </a:t>
            </a:r>
            <a:r>
              <a:rPr lang="en-US" sz="1600" baseline="0" dirty="0" err="1">
                <a:solidFill>
                  <a:schemeClr val="bg1"/>
                </a:solidFill>
                <a:latin typeface="+mj-lt"/>
              </a:rPr>
              <a:t>amet</a:t>
            </a:r>
            <a:r>
              <a:rPr lang="en-US" sz="1600" baseline="0" dirty="0">
                <a:solidFill>
                  <a:schemeClr val="bg1"/>
                </a:solidFill>
                <a:latin typeface="+mj-lt"/>
              </a:rPr>
              <a:t> </a:t>
            </a:r>
            <a:r>
              <a:rPr lang="en-US" sz="1600" baseline="0" dirty="0" err="1">
                <a:solidFill>
                  <a:schemeClr val="bg1"/>
                </a:solidFill>
                <a:latin typeface="+mj-lt"/>
              </a:rPr>
              <a:t>congue</a:t>
            </a:r>
            <a:r>
              <a:rPr lang="en-US" sz="1600" baseline="0" dirty="0">
                <a:solidFill>
                  <a:schemeClr val="bg1"/>
                </a:solidFill>
                <a:latin typeface="+mj-lt"/>
              </a:rPr>
              <a:t> </a:t>
            </a:r>
            <a:r>
              <a:rPr lang="en-US" sz="1600" baseline="0" dirty="0" err="1">
                <a:solidFill>
                  <a:schemeClr val="bg1"/>
                </a:solidFill>
                <a:latin typeface="+mj-lt"/>
              </a:rPr>
              <a:t>nunc</a:t>
            </a:r>
            <a:r>
              <a:rPr lang="en-US" sz="1600" baseline="0" dirty="0">
                <a:solidFill>
                  <a:schemeClr val="bg1"/>
                </a:solidFill>
                <a:latin typeface="+mj-lt"/>
              </a:rPr>
              <a:t>. </a:t>
            </a:r>
            <a:r>
              <a:rPr lang="en-US" sz="1600" baseline="0" dirty="0" err="1">
                <a:solidFill>
                  <a:schemeClr val="bg1"/>
                </a:solidFill>
                <a:latin typeface="+mj-lt"/>
              </a:rPr>
              <a:t>Duis</a:t>
            </a:r>
            <a:r>
              <a:rPr lang="en-US" sz="1600" baseline="0" dirty="0">
                <a:solidFill>
                  <a:schemeClr val="bg1"/>
                </a:solidFill>
                <a:latin typeface="+mj-lt"/>
              </a:rPr>
              <a:t> </a:t>
            </a:r>
            <a:r>
              <a:rPr lang="en-US" sz="1600" baseline="0" dirty="0" err="1">
                <a:solidFill>
                  <a:schemeClr val="bg1"/>
                </a:solidFill>
                <a:latin typeface="+mj-lt"/>
              </a:rPr>
              <a:t>pellentesque</a:t>
            </a:r>
            <a:r>
              <a:rPr lang="en-US" sz="1600" baseline="0" dirty="0">
                <a:solidFill>
                  <a:schemeClr val="bg1"/>
                </a:solidFill>
                <a:latin typeface="+mj-lt"/>
              </a:rPr>
              <a:t> </a:t>
            </a:r>
            <a:r>
              <a:rPr lang="en-US" sz="1600" baseline="0" dirty="0" err="1">
                <a:solidFill>
                  <a:schemeClr val="bg1"/>
                </a:solidFill>
                <a:latin typeface="+mj-lt"/>
              </a:rPr>
              <a:t>posuere</a:t>
            </a:r>
            <a:r>
              <a:rPr lang="en-US" sz="1600" baseline="0" dirty="0">
                <a:solidFill>
                  <a:schemeClr val="bg1"/>
                </a:solidFill>
                <a:latin typeface="+mj-lt"/>
              </a:rPr>
              <a:t> </a:t>
            </a:r>
            <a:r>
              <a:rPr lang="en-US" sz="1600" baseline="0" dirty="0" err="1">
                <a:solidFill>
                  <a:schemeClr val="bg1"/>
                </a:solidFill>
                <a:latin typeface="+mj-lt"/>
              </a:rPr>
              <a:t>rutrum</a:t>
            </a:r>
            <a:r>
              <a:rPr lang="en-US" sz="1600" baseline="0" dirty="0">
                <a:solidFill>
                  <a:schemeClr val="bg1"/>
                </a:solidFill>
                <a:latin typeface="+mj-lt"/>
              </a:rPr>
              <a:t>. </a:t>
            </a:r>
            <a:r>
              <a:rPr lang="en-US" sz="1600" baseline="0" dirty="0" err="1">
                <a:solidFill>
                  <a:schemeClr val="bg1"/>
                </a:solidFill>
                <a:latin typeface="+mj-lt"/>
              </a:rPr>
              <a:t>Pellentesque</a:t>
            </a:r>
            <a:r>
              <a:rPr lang="en-US" sz="1600" baseline="0" dirty="0">
                <a:solidFill>
                  <a:schemeClr val="bg1"/>
                </a:solidFill>
                <a:latin typeface="+mj-lt"/>
              </a:rPr>
              <a:t> ac </a:t>
            </a:r>
            <a:r>
              <a:rPr lang="en-US" sz="1600" baseline="0" dirty="0" err="1">
                <a:solidFill>
                  <a:schemeClr val="bg1"/>
                </a:solidFill>
                <a:latin typeface="+mj-lt"/>
              </a:rPr>
              <a:t>diam</a:t>
            </a:r>
            <a:r>
              <a:rPr lang="en-US" sz="1600" baseline="0" dirty="0">
                <a:solidFill>
                  <a:schemeClr val="bg1"/>
                </a:solidFill>
                <a:latin typeface="+mj-lt"/>
              </a:rPr>
              <a:t> </a:t>
            </a:r>
            <a:r>
              <a:rPr lang="en-US" sz="1600" baseline="0" dirty="0" err="1">
                <a:solidFill>
                  <a:schemeClr val="bg1"/>
                </a:solidFill>
                <a:latin typeface="+mj-lt"/>
              </a:rPr>
              <a:t>quis</a:t>
            </a:r>
            <a:r>
              <a:rPr lang="en-US" sz="1600" baseline="0" dirty="0">
                <a:solidFill>
                  <a:schemeClr val="bg1"/>
                </a:solidFill>
                <a:latin typeface="+mj-lt"/>
              </a:rPr>
              <a:t> </a:t>
            </a:r>
            <a:r>
              <a:rPr lang="en-US" sz="1600" baseline="0" dirty="0" err="1">
                <a:solidFill>
                  <a:schemeClr val="bg1"/>
                </a:solidFill>
                <a:latin typeface="+mj-lt"/>
              </a:rPr>
              <a:t>justo</a:t>
            </a:r>
            <a:r>
              <a:rPr lang="en-US" sz="1600" baseline="0" dirty="0">
                <a:solidFill>
                  <a:schemeClr val="bg1"/>
                </a:solidFill>
                <a:latin typeface="+mj-lt"/>
              </a:rPr>
              <a:t> </a:t>
            </a:r>
            <a:r>
              <a:rPr lang="en-US" sz="1600" baseline="0" dirty="0" err="1">
                <a:solidFill>
                  <a:schemeClr val="bg1"/>
                </a:solidFill>
                <a:latin typeface="+mj-lt"/>
              </a:rPr>
              <a:t>placerat</a:t>
            </a:r>
            <a:r>
              <a:rPr lang="en-US" sz="1600" baseline="0" dirty="0">
                <a:solidFill>
                  <a:schemeClr val="bg1"/>
                </a:solidFill>
                <a:latin typeface="+mj-lt"/>
              </a:rPr>
              <a:t> porta. </a:t>
            </a:r>
            <a:r>
              <a:rPr lang="en-US" sz="1600" baseline="0" dirty="0" err="1">
                <a:solidFill>
                  <a:schemeClr val="bg1"/>
                </a:solidFill>
                <a:latin typeface="+mj-lt"/>
              </a:rPr>
              <a:t>Phasellus</a:t>
            </a:r>
            <a:r>
              <a:rPr lang="en-US" sz="1600" baseline="0" dirty="0">
                <a:solidFill>
                  <a:schemeClr val="bg1"/>
                </a:solidFill>
                <a:latin typeface="+mj-lt"/>
              </a:rPr>
              <a:t> </a:t>
            </a:r>
            <a:r>
              <a:rPr lang="en-US" sz="1600" baseline="0" dirty="0" err="1">
                <a:solidFill>
                  <a:schemeClr val="bg1"/>
                </a:solidFill>
                <a:latin typeface="+mj-lt"/>
              </a:rPr>
              <a:t>bibendum</a:t>
            </a:r>
            <a:r>
              <a:rPr lang="en-US" sz="1600" baseline="0" dirty="0">
                <a:solidFill>
                  <a:schemeClr val="bg1"/>
                </a:solidFill>
                <a:latin typeface="+mj-lt"/>
              </a:rPr>
              <a:t> </a:t>
            </a:r>
            <a:r>
              <a:rPr lang="en-US" sz="1600" baseline="0" dirty="0" err="1">
                <a:solidFill>
                  <a:schemeClr val="bg1"/>
                </a:solidFill>
                <a:latin typeface="+mj-lt"/>
              </a:rPr>
              <a:t>vehicula</a:t>
            </a:r>
            <a:r>
              <a:rPr lang="en-US" sz="1600" baseline="0" dirty="0">
                <a:solidFill>
                  <a:schemeClr val="bg1"/>
                </a:solidFill>
                <a:latin typeface="+mj-lt"/>
              </a:rPr>
              <a:t> </a:t>
            </a:r>
            <a:r>
              <a:rPr lang="en-US" sz="1600" baseline="0" dirty="0" err="1">
                <a:solidFill>
                  <a:schemeClr val="bg1"/>
                </a:solidFill>
                <a:latin typeface="+mj-lt"/>
              </a:rPr>
              <a:t>sem</a:t>
            </a:r>
            <a:r>
              <a:rPr lang="en-US" sz="1600" baseline="0" dirty="0">
                <a:solidFill>
                  <a:schemeClr val="bg1"/>
                </a:solidFill>
                <a:latin typeface="+mj-lt"/>
              </a:rPr>
              <a:t> id </a:t>
            </a:r>
            <a:r>
              <a:rPr lang="en-US" sz="1600" baseline="0" dirty="0" err="1">
                <a:solidFill>
                  <a:schemeClr val="bg1"/>
                </a:solidFill>
                <a:latin typeface="+mj-lt"/>
              </a:rPr>
              <a:t>ornare</a:t>
            </a:r>
            <a:r>
              <a:rPr lang="en-US" sz="1600" baseline="0" dirty="0">
                <a:solidFill>
                  <a:schemeClr val="bg1"/>
                </a:solidFill>
                <a:latin typeface="+mj-lt"/>
              </a:rPr>
              <a:t>. Nam </a:t>
            </a:r>
            <a:r>
              <a:rPr lang="en-US" sz="1600" baseline="0" dirty="0" err="1">
                <a:solidFill>
                  <a:schemeClr val="bg1"/>
                </a:solidFill>
                <a:latin typeface="+mj-lt"/>
              </a:rPr>
              <a:t>commodo</a:t>
            </a:r>
            <a:r>
              <a:rPr lang="en-US" sz="1600" baseline="0" dirty="0">
                <a:solidFill>
                  <a:schemeClr val="bg1"/>
                </a:solidFill>
                <a:latin typeface="+mj-lt"/>
              </a:rPr>
              <a:t> ac </a:t>
            </a:r>
            <a:r>
              <a:rPr lang="en-US" sz="1600" baseline="0" dirty="0" err="1">
                <a:solidFill>
                  <a:schemeClr val="bg1"/>
                </a:solidFill>
                <a:latin typeface="+mj-lt"/>
              </a:rPr>
              <a:t>purus</a:t>
            </a:r>
            <a:r>
              <a:rPr lang="en-US" sz="1600" baseline="0" dirty="0">
                <a:solidFill>
                  <a:schemeClr val="bg1"/>
                </a:solidFill>
                <a:latin typeface="+mj-lt"/>
              </a:rPr>
              <a:t> </a:t>
            </a:r>
            <a:r>
              <a:rPr lang="en-US" sz="1600" baseline="0" dirty="0" err="1">
                <a:solidFill>
                  <a:schemeClr val="bg1"/>
                </a:solidFill>
                <a:latin typeface="+mj-lt"/>
              </a:rPr>
              <a:t>condimentum</a:t>
            </a:r>
            <a:r>
              <a:rPr lang="en-US" sz="1600" baseline="0" dirty="0">
                <a:solidFill>
                  <a:schemeClr val="bg1"/>
                </a:solidFill>
                <a:latin typeface="+mj-lt"/>
              </a:rPr>
              <a:t> porta. </a:t>
            </a:r>
            <a:r>
              <a:rPr lang="en-US" sz="1600" baseline="0" dirty="0" err="1">
                <a:solidFill>
                  <a:schemeClr val="bg1"/>
                </a:solidFill>
                <a:latin typeface="+mj-lt"/>
              </a:rPr>
              <a:t>Proin</a:t>
            </a:r>
            <a:r>
              <a:rPr lang="en-US" sz="1600" baseline="0" dirty="0">
                <a:solidFill>
                  <a:schemeClr val="bg1"/>
                </a:solidFill>
                <a:latin typeface="+mj-lt"/>
              </a:rPr>
              <a:t> </a:t>
            </a:r>
            <a:r>
              <a:rPr lang="en-US" sz="1600" baseline="0" dirty="0" err="1">
                <a:solidFill>
                  <a:schemeClr val="bg1"/>
                </a:solidFill>
                <a:latin typeface="+mj-lt"/>
              </a:rPr>
              <a:t>condimentum</a:t>
            </a:r>
            <a:r>
              <a:rPr lang="en-US" sz="1600" baseline="0" dirty="0">
                <a:solidFill>
                  <a:schemeClr val="bg1"/>
                </a:solidFill>
                <a:latin typeface="+mj-lt"/>
              </a:rPr>
              <a:t> </a:t>
            </a:r>
            <a:r>
              <a:rPr lang="en-US" sz="1600" baseline="0" dirty="0" err="1">
                <a:solidFill>
                  <a:schemeClr val="bg1"/>
                </a:solidFill>
                <a:latin typeface="+mj-lt"/>
              </a:rPr>
              <a:t>lectus</a:t>
            </a:r>
            <a:r>
              <a:rPr lang="en-US" sz="1600" baseline="0" dirty="0">
                <a:solidFill>
                  <a:schemeClr val="bg1"/>
                </a:solidFill>
                <a:latin typeface="+mj-lt"/>
              </a:rPr>
              <a:t> </a:t>
            </a:r>
            <a:r>
              <a:rPr lang="en-US" sz="1600" baseline="0" dirty="0" err="1">
                <a:solidFill>
                  <a:schemeClr val="bg1"/>
                </a:solidFill>
                <a:latin typeface="+mj-lt"/>
              </a:rPr>
              <a:t>leo</a:t>
            </a:r>
            <a:r>
              <a:rPr lang="en-US" sz="1600" baseline="0" dirty="0">
                <a:solidFill>
                  <a:schemeClr val="bg1"/>
                </a:solidFill>
                <a:latin typeface="+mj-lt"/>
              </a:rPr>
              <a:t>, in </a:t>
            </a:r>
            <a:r>
              <a:rPr lang="en-US" sz="1600" baseline="0" dirty="0" err="1">
                <a:solidFill>
                  <a:schemeClr val="bg1"/>
                </a:solidFill>
                <a:latin typeface="+mj-lt"/>
              </a:rPr>
              <a:t>lacinia</a:t>
            </a:r>
            <a:r>
              <a:rPr lang="en-US" sz="1600" baseline="0" dirty="0">
                <a:solidFill>
                  <a:schemeClr val="bg1"/>
                </a:solidFill>
                <a:latin typeface="+mj-lt"/>
              </a:rPr>
              <a:t> </a:t>
            </a:r>
            <a:r>
              <a:rPr lang="en-US" sz="1600" baseline="0" dirty="0" err="1">
                <a:solidFill>
                  <a:schemeClr val="bg1"/>
                </a:solidFill>
                <a:latin typeface="+mj-lt"/>
              </a:rPr>
              <a:t>diam</a:t>
            </a:r>
            <a:r>
              <a:rPr lang="en-US" sz="1600" baseline="0" dirty="0">
                <a:solidFill>
                  <a:schemeClr val="bg1"/>
                </a:solidFill>
                <a:latin typeface="+mj-lt"/>
              </a:rPr>
              <a:t> </a:t>
            </a:r>
            <a:r>
              <a:rPr lang="en-US" sz="1600" baseline="0" dirty="0" err="1">
                <a:solidFill>
                  <a:schemeClr val="bg1"/>
                </a:solidFill>
                <a:latin typeface="+mj-lt"/>
              </a:rPr>
              <a:t>placerat</a:t>
            </a:r>
            <a:r>
              <a:rPr lang="en-US" sz="1600" baseline="0" dirty="0">
                <a:solidFill>
                  <a:schemeClr val="bg1"/>
                </a:solidFill>
                <a:latin typeface="+mj-lt"/>
              </a:rPr>
              <a:t> convallis. </a:t>
            </a:r>
            <a:endParaRPr lang="en-US" sz="1600" b="1" spc="200" baseline="0" dirty="0">
              <a:solidFill>
                <a:schemeClr val="bg1"/>
              </a:solidFill>
              <a:latin typeface="+mj-lt"/>
              <a:ea typeface="Calibri" charset="0"/>
              <a:cs typeface="Calibri" charset="0"/>
            </a:endParaRPr>
          </a:p>
        </p:txBody>
      </p:sp>
      <p:pic>
        <p:nvPicPr>
          <p:cNvPr id="3" name="Picture 2"/>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a:off x="1" y="-122440"/>
            <a:ext cx="1548202" cy="1187447"/>
          </a:xfrm>
          <a:prstGeom prst="rect">
            <a:avLst/>
          </a:prstGeom>
        </p:spPr>
      </p:pic>
      <p:pic>
        <p:nvPicPr>
          <p:cNvPr id="4" name="Picture 3"/>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rot="10800000">
            <a:off x="7595798" y="3681859"/>
            <a:ext cx="1548202" cy="1187447"/>
          </a:xfrm>
          <a:prstGeom prst="rect">
            <a:avLst/>
          </a:prstGeom>
        </p:spPr>
      </p:pic>
      <p:sp>
        <p:nvSpPr>
          <p:cNvPr id="7"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251066786"/>
      </p:ext>
    </p:extLst>
  </p:cSld>
  <p:clrMapOvr>
    <a:masterClrMapping/>
  </p:clrMapOvr>
  <p:extLst>
    <p:ext uri="{DCECCB84-F9BA-43D5-87BE-67443E8EF086}">
      <p15:sldGuideLst xmlns:p15="http://schemas.microsoft.com/office/powerpoint/2012/main">
        <p15:guide id="1" orient="horz" pos="152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1451431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316327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457431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27830629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Bullets and Image">
    <p:spTree>
      <p:nvGrpSpPr>
        <p:cNvPr id="1" name=""/>
        <p:cNvGrpSpPr/>
        <p:nvPr/>
      </p:nvGrpSpPr>
      <p:grpSpPr>
        <a:xfrm>
          <a:off x="0" y="0"/>
          <a:ext cx="0" cy="0"/>
          <a:chOff x="0" y="0"/>
          <a:chExt cx="0" cy="0"/>
        </a:xfrm>
      </p:grpSpPr>
      <p:sp>
        <p:nvSpPr>
          <p:cNvPr id="5" name="Picture Placeholder 4"/>
          <p:cNvSpPr>
            <a:spLocks noGrp="1"/>
          </p:cNvSpPr>
          <p:nvPr>
            <p:ph type="pic" sz="quarter" idx="11" hasCustomPrompt="1"/>
          </p:nvPr>
        </p:nvSpPr>
        <p:spPr>
          <a:xfrm>
            <a:off x="4568267" y="704273"/>
            <a:ext cx="4575735" cy="4156364"/>
          </a:xfrm>
          <a:prstGeom prst="rect">
            <a:avLst/>
          </a:prstGeom>
        </p:spPr>
        <p:txBody>
          <a:bodyPr vert="horz" anchor="ctr"/>
          <a:lstStyle>
            <a:lvl1pPr marL="0" indent="0" algn="ctr">
              <a:buNone/>
              <a:defRPr/>
            </a:lvl1pPr>
          </a:lstStyle>
          <a:p>
            <a:r>
              <a:rPr lang="en-US" dirty="0"/>
              <a:t> </a:t>
            </a:r>
          </a:p>
        </p:txBody>
      </p:sp>
      <p:sp>
        <p:nvSpPr>
          <p:cNvPr id="3" name="Text Placeholder 2"/>
          <p:cNvSpPr>
            <a:spLocks noGrp="1"/>
          </p:cNvSpPr>
          <p:nvPr>
            <p:ph idx="1" hasCustomPrompt="1"/>
          </p:nvPr>
        </p:nvSpPr>
        <p:spPr>
          <a:xfrm>
            <a:off x="360364" y="1079898"/>
            <a:ext cx="3810584" cy="3383280"/>
          </a:xfrm>
          <a:prstGeom prst="rect">
            <a:avLst/>
          </a:prstGeom>
        </p:spPr>
        <p:txBody>
          <a:bodyPr vert="horz" lIns="68580" tIns="34290" rIns="68580" bIns="34290" rtlCol="0">
            <a:normAutofit/>
          </a:bodyPr>
          <a:lstStyle>
            <a:lvl1pPr marL="97727" marR="0" indent="-97727" algn="l" defTabSz="257175" rtl="0" eaLnBrk="1" fontAlgn="auto" latinLnBrk="0" hangingPunct="1">
              <a:lnSpc>
                <a:spcPct val="120000"/>
              </a:lnSpc>
              <a:spcBef>
                <a:spcPts val="0"/>
              </a:spcBef>
              <a:spcAft>
                <a:spcPts val="563"/>
              </a:spcAft>
              <a:buClr>
                <a:schemeClr val="accent2"/>
              </a:buClr>
              <a:buSzTx/>
              <a:buFont typeface="Arial"/>
              <a:buChar char="•"/>
              <a:tabLst/>
              <a:defRPr sz="900" baseline="0"/>
            </a:lvl1pPr>
            <a:lvl2pPr>
              <a:defRPr sz="900"/>
            </a:lvl2pPr>
            <a:lvl3pPr>
              <a:defRPr sz="900"/>
            </a:lvl3pPr>
            <a:lvl4pPr>
              <a:defRPr sz="900"/>
            </a:lvl4pPr>
            <a:lvl5pPr>
              <a:defRPr sz="900"/>
            </a:lvl5pPr>
          </a:lstStyle>
          <a:p>
            <a:pPr lvl="0"/>
            <a:r>
              <a:rPr lang="en-US" dirty="0"/>
              <a:t>Click to add bulleted list</a:t>
            </a:r>
          </a:p>
          <a:p>
            <a:pPr lvl="0"/>
            <a:r>
              <a:rPr lang="en-US" dirty="0"/>
              <a:t>Click to add bulleted list</a:t>
            </a:r>
          </a:p>
          <a:p>
            <a:pPr lvl="0"/>
            <a:r>
              <a:rPr lang="en-US" dirty="0"/>
              <a:t>Click to add bulleted list</a:t>
            </a:r>
          </a:p>
        </p:txBody>
      </p:sp>
      <p:sp>
        <p:nvSpPr>
          <p:cNvPr id="4"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20" tIns="34290" rIns="68580" bIns="34290" anchor="ctr" anchorCtr="0">
            <a:normAutofit/>
          </a:bodyPr>
          <a:lstStyle>
            <a:lvl1pPr marL="0" indent="0">
              <a:buNone/>
              <a:defRPr sz="150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40962854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3714048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5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13" tIns="34290" rIns="68578" bIns="34290" anchor="ctr" anchorCtr="0">
            <a:normAutofit/>
          </a:bodyPr>
          <a:lstStyle>
            <a:lvl1pPr marL="0" indent="0">
              <a:buNone/>
              <a:defRPr sz="2025"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42642698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6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37375883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7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13" tIns="34290" rIns="68578" bIns="34290" anchor="ctr" anchorCtr="0">
            <a:normAutofit/>
          </a:bodyPr>
          <a:lstStyle>
            <a:lvl1pPr marL="0" indent="0">
              <a:buNone/>
              <a:defRPr sz="2025"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7234497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8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20621811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9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29053198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sp>
        <p:nvSpPr>
          <p:cNvPr id="3"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20" tIns="34290" rIns="68580" bIns="34290" anchor="ctr" anchorCtr="0">
            <a:normAutofit/>
          </a:bodyPr>
          <a:lstStyle>
            <a:lvl1pPr marL="0" indent="0">
              <a:buNone/>
              <a:defRPr sz="2000" cap="all"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18162856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11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20510885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12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5024796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3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37457583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6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34591428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7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13" tIns="34290" rIns="68578" bIns="34290" anchor="ctr" anchorCtr="0">
            <a:normAutofit/>
          </a:bodyPr>
          <a:lstStyle>
            <a:lvl1pPr marL="0" indent="0">
              <a:buNone/>
              <a:defRPr sz="2025"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36925655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8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13" tIns="34290" rIns="68578" bIns="34290" anchor="ctr" anchorCtr="0">
            <a:normAutofit/>
          </a:bodyPr>
          <a:lstStyle>
            <a:lvl1pPr marL="0" indent="0">
              <a:buNone/>
              <a:defRPr sz="2025"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18498830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Bulleted List">
    <p:spTree>
      <p:nvGrpSpPr>
        <p:cNvPr id="1" name=""/>
        <p:cNvGrpSpPr/>
        <p:nvPr/>
      </p:nvGrpSpPr>
      <p:grpSpPr>
        <a:xfrm>
          <a:off x="0" y="0"/>
          <a:ext cx="0" cy="0"/>
          <a:chOff x="0" y="0"/>
          <a:chExt cx="0" cy="0"/>
        </a:xfrm>
      </p:grpSpPr>
      <p:sp>
        <p:nvSpPr>
          <p:cNvPr id="6" name="Text Placeholder 2"/>
          <p:cNvSpPr>
            <a:spLocks noGrp="1"/>
          </p:cNvSpPr>
          <p:nvPr>
            <p:ph idx="1" hasCustomPrompt="1"/>
          </p:nvPr>
        </p:nvSpPr>
        <p:spPr>
          <a:xfrm>
            <a:off x="360363" y="1079897"/>
            <a:ext cx="8430768" cy="3429000"/>
          </a:xfrm>
          <a:prstGeom prst="rect">
            <a:avLst/>
          </a:prstGeom>
        </p:spPr>
        <p:txBody>
          <a:bodyPr vert="horz" lIns="91440" tIns="45720" rIns="91440" bIns="45720" rtlCol="0">
            <a:normAutofit/>
          </a:bodyPr>
          <a:lstStyle>
            <a:lvl1pPr marL="130302" marR="0" indent="-130302" algn="l" defTabSz="342900" rtl="0" eaLnBrk="1" fontAlgn="auto" latinLnBrk="0" hangingPunct="1">
              <a:lnSpc>
                <a:spcPct val="120000"/>
              </a:lnSpc>
              <a:spcBef>
                <a:spcPts val="0"/>
              </a:spcBef>
              <a:spcAft>
                <a:spcPts val="750"/>
              </a:spcAft>
              <a:buClr>
                <a:schemeClr val="accent2"/>
              </a:buClr>
              <a:buSzTx/>
              <a:buFont typeface="Arial"/>
              <a:buChar char="•"/>
              <a:tabLst/>
              <a:defRPr sz="1200" baseline="0"/>
            </a:lvl1pPr>
            <a:lvl2pPr marL="418338" indent="-157734">
              <a:lnSpc>
                <a:spcPct val="120000"/>
              </a:lnSpc>
              <a:spcBef>
                <a:spcPts val="216"/>
              </a:spcBef>
              <a:buSzPct val="100000"/>
              <a:buFont typeface="Lucida Grande"/>
              <a:buChar char="–"/>
              <a:defRPr sz="1050" baseline="0"/>
            </a:lvl2pPr>
            <a:lvl3pPr marL="644652" indent="-130302">
              <a:lnSpc>
                <a:spcPct val="120000"/>
              </a:lnSpc>
              <a:spcBef>
                <a:spcPts val="198"/>
              </a:spcBef>
              <a:defRPr sz="1050" baseline="0"/>
            </a:lvl3pPr>
            <a:lvl4pPr>
              <a:defRPr sz="1200"/>
            </a:lvl4pPr>
            <a:lvl5pPr>
              <a:defRPr sz="1200"/>
            </a:lvl5pPr>
          </a:lstStyle>
          <a:p>
            <a:pPr lvl="0"/>
            <a:r>
              <a:rPr lang="en-US" dirty="0"/>
              <a:t>Click to add bulleted list</a:t>
            </a:r>
          </a:p>
          <a:p>
            <a:pPr lvl="1"/>
            <a:r>
              <a:rPr lang="en-US" dirty="0"/>
              <a:t>Second Level Bullet</a:t>
            </a:r>
          </a:p>
          <a:p>
            <a:pPr lvl="2"/>
            <a:r>
              <a:rPr lang="en-US" dirty="0"/>
              <a:t>Third Level Bullet</a:t>
            </a:r>
            <a:br>
              <a:rPr lang="en-US" dirty="0"/>
            </a:br>
            <a:endParaRPr lang="en-US" dirty="0"/>
          </a:p>
          <a:p>
            <a:pPr lvl="0"/>
            <a:r>
              <a:rPr lang="en-US" dirty="0"/>
              <a:t>Click to add bulleted list</a:t>
            </a:r>
          </a:p>
          <a:p>
            <a:pPr lvl="0"/>
            <a:r>
              <a:rPr lang="en-US" dirty="0"/>
              <a:t>Click to add bulleted list</a:t>
            </a:r>
          </a:p>
          <a:p>
            <a:pPr lvl="0"/>
            <a:r>
              <a:rPr lang="en-US" dirty="0"/>
              <a:t>Click to add bulleted list</a:t>
            </a:r>
          </a:p>
        </p:txBody>
      </p:sp>
      <p:sp>
        <p:nvSpPr>
          <p:cNvPr id="7"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16555047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reaker - EPAM Blu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80954" y="1803228"/>
            <a:ext cx="5582093" cy="1220182"/>
          </a:xfrm>
          <a:ln w="6350">
            <a:solidFill>
              <a:schemeClr val="bg1"/>
            </a:solidFill>
          </a:ln>
        </p:spPr>
        <p:txBody>
          <a:bodyPr/>
          <a:lstStyle>
            <a:lvl1pPr algn="ctr">
              <a:lnSpc>
                <a:spcPct val="100000"/>
              </a:lnSpc>
              <a:spcBef>
                <a:spcPts val="380"/>
              </a:spcBef>
              <a:spcAft>
                <a:spcPts val="300"/>
              </a:spcAft>
              <a:defRPr sz="1600" b="1" spc="200" baseline="0">
                <a:latin typeface="+mn-lt"/>
              </a:defRPr>
            </a:lvl1pPr>
          </a:lstStyle>
          <a:p>
            <a:r>
              <a:rPr lang="en-US" dirty="0"/>
              <a:t>Please add BREAKER SLIDE TITLE HERE</a:t>
            </a:r>
            <a:br>
              <a:rPr lang="en-US" dirty="0"/>
            </a:br>
            <a:r>
              <a:rPr lang="en-US" dirty="0"/>
              <a:t>Please add SECOND LINE OF TITLE HERE</a:t>
            </a:r>
          </a:p>
        </p:txBody>
      </p:sp>
    </p:spTree>
    <p:extLst>
      <p:ext uri="{BB962C8B-B14F-4D97-AF65-F5344CB8AC3E}">
        <p14:creationId xmlns:p14="http://schemas.microsoft.com/office/powerpoint/2010/main" val="186087586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reaker - Bright Blu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80954" y="1803228"/>
            <a:ext cx="5582093" cy="1220182"/>
          </a:xfrm>
          <a:ln w="6350">
            <a:solidFill>
              <a:schemeClr val="bg1"/>
            </a:solidFill>
          </a:ln>
        </p:spPr>
        <p:txBody>
          <a:bodyPr/>
          <a:lstStyle>
            <a:lvl1pPr algn="ctr">
              <a:lnSpc>
                <a:spcPct val="100000"/>
              </a:lnSpc>
              <a:spcBef>
                <a:spcPts val="380"/>
              </a:spcBef>
              <a:spcAft>
                <a:spcPts val="300"/>
              </a:spcAft>
              <a:defRPr sz="1600" b="1" spc="200" baseline="0"/>
            </a:lvl1pPr>
          </a:lstStyle>
          <a:p>
            <a:r>
              <a:rPr lang="en-US" dirty="0"/>
              <a:t>Please add BREAKER SLIDE TITLE HERE</a:t>
            </a:r>
            <a:br>
              <a:rPr lang="en-US" dirty="0"/>
            </a:br>
            <a:r>
              <a:rPr lang="en-US" dirty="0"/>
              <a:t>Please add SECOND LINE OF TITLE HERE</a:t>
            </a:r>
          </a:p>
        </p:txBody>
      </p:sp>
    </p:spTree>
    <p:extLst>
      <p:ext uri="{BB962C8B-B14F-4D97-AF65-F5344CB8AC3E}">
        <p14:creationId xmlns:p14="http://schemas.microsoft.com/office/powerpoint/2010/main" val="30461953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reaker - Lime Gree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80954" y="1803228"/>
            <a:ext cx="5582093" cy="1220182"/>
          </a:xfrm>
          <a:ln w="6350">
            <a:solidFill>
              <a:schemeClr val="bg1"/>
            </a:solidFill>
          </a:ln>
        </p:spPr>
        <p:txBody>
          <a:bodyPr/>
          <a:lstStyle>
            <a:lvl1pPr algn="ctr">
              <a:lnSpc>
                <a:spcPct val="100000"/>
              </a:lnSpc>
              <a:spcBef>
                <a:spcPts val="380"/>
              </a:spcBef>
              <a:spcAft>
                <a:spcPts val="300"/>
              </a:spcAft>
              <a:defRPr sz="1600" b="1" spc="200" baseline="0"/>
            </a:lvl1pPr>
          </a:lstStyle>
          <a:p>
            <a:r>
              <a:rPr lang="en-US" dirty="0"/>
              <a:t>Please add BREAKER SLIDE TITLE HERE</a:t>
            </a:r>
            <a:br>
              <a:rPr lang="en-US" dirty="0"/>
            </a:br>
            <a:r>
              <a:rPr lang="en-US" dirty="0"/>
              <a:t>Please add SECOND LINE OF TITLE HERE</a:t>
            </a:r>
          </a:p>
        </p:txBody>
      </p:sp>
    </p:spTree>
    <p:extLst>
      <p:ext uri="{BB962C8B-B14F-4D97-AF65-F5344CB8AC3E}">
        <p14:creationId xmlns:p14="http://schemas.microsoft.com/office/powerpoint/2010/main" val="16252515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reaker - Coral">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80954" y="1803228"/>
            <a:ext cx="5582093" cy="1220182"/>
          </a:xfrm>
          <a:ln w="6350">
            <a:solidFill>
              <a:schemeClr val="bg1"/>
            </a:solidFill>
          </a:ln>
        </p:spPr>
        <p:txBody>
          <a:bodyPr/>
          <a:lstStyle>
            <a:lvl1pPr algn="ctr">
              <a:lnSpc>
                <a:spcPct val="100000"/>
              </a:lnSpc>
              <a:spcBef>
                <a:spcPts val="380"/>
              </a:spcBef>
              <a:spcAft>
                <a:spcPts val="300"/>
              </a:spcAft>
              <a:defRPr sz="1600" b="1" spc="200" baseline="0"/>
            </a:lvl1pPr>
          </a:lstStyle>
          <a:p>
            <a:r>
              <a:rPr lang="en-US" dirty="0"/>
              <a:t>Please add BREAKER SLIDE TITLE HERE</a:t>
            </a:r>
            <a:br>
              <a:rPr lang="en-US" dirty="0"/>
            </a:br>
            <a:r>
              <a:rPr lang="en-US" dirty="0"/>
              <a:t>Please add SECOND LINE OF TITLE HERE</a:t>
            </a:r>
          </a:p>
        </p:txBody>
      </p:sp>
    </p:spTree>
    <p:extLst>
      <p:ext uri="{BB962C8B-B14F-4D97-AF65-F5344CB8AC3E}">
        <p14:creationId xmlns:p14="http://schemas.microsoft.com/office/powerpoint/2010/main" val="21654567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marL="171446" marR="0" lvl="0" indent="-171446" algn="l" defTabSz="914378" rtl="0" eaLnBrk="1" fontAlgn="auto" latinLnBrk="0" hangingPunct="1">
              <a:lnSpc>
                <a:spcPts val="1600"/>
              </a:lnSpc>
              <a:spcBef>
                <a:spcPts val="264"/>
              </a:spcBef>
              <a:spcAft>
                <a:spcPts val="300"/>
              </a:spcAft>
              <a:buClrTx/>
              <a:buSzTx/>
              <a:tabLst/>
              <a:defRPr/>
            </a:pPr>
            <a:r>
              <a:rPr lang="en-US" sz="1100" dirty="0">
                <a:latin typeface="+mj-lt"/>
              </a:rPr>
              <a:t>In </a:t>
            </a:r>
            <a:r>
              <a:rPr lang="en-US" sz="1100" dirty="0" err="1">
                <a:latin typeface="+mj-lt"/>
              </a:rPr>
              <a:t>egestas</a:t>
            </a:r>
            <a:r>
              <a:rPr lang="en-US" sz="1100" dirty="0">
                <a:latin typeface="+mj-lt"/>
              </a:rPr>
              <a:t> </a:t>
            </a:r>
            <a:r>
              <a:rPr lang="en-US" sz="1100" dirty="0" err="1">
                <a:latin typeface="+mj-lt"/>
              </a:rPr>
              <a:t>orci</a:t>
            </a:r>
            <a:r>
              <a:rPr lang="en-US" sz="1100" dirty="0">
                <a:latin typeface="+mj-lt"/>
              </a:rPr>
              <a:t> </a:t>
            </a:r>
            <a:r>
              <a:rPr lang="en-US" sz="1100" dirty="0" err="1">
                <a:latin typeface="+mj-lt"/>
              </a:rPr>
              <a:t>eu</a:t>
            </a:r>
            <a:r>
              <a:rPr lang="en-US" sz="1100" dirty="0">
                <a:latin typeface="+mj-lt"/>
              </a:rPr>
              <a:t> </a:t>
            </a:r>
            <a:r>
              <a:rPr lang="en-US" sz="1100" dirty="0" err="1">
                <a:latin typeface="+mj-lt"/>
              </a:rPr>
              <a:t>lacinia</a:t>
            </a:r>
            <a:r>
              <a:rPr lang="en-US" sz="1100" dirty="0">
                <a:latin typeface="+mj-lt"/>
              </a:rPr>
              <a:t> </a:t>
            </a:r>
            <a:r>
              <a:rPr lang="en-US" sz="1100" dirty="0" err="1">
                <a:latin typeface="+mj-lt"/>
              </a:rPr>
              <a:t>consectetur</a:t>
            </a:r>
            <a:r>
              <a:rPr lang="en-US" sz="1100" dirty="0">
                <a:latin typeface="+mj-lt"/>
              </a:rPr>
              <a:t>. In dolor ipsum, gravida et </a:t>
            </a:r>
            <a:r>
              <a:rPr lang="en-US" sz="1100" dirty="0" err="1">
                <a:latin typeface="+mj-lt"/>
              </a:rPr>
              <a:t>sagittis</a:t>
            </a:r>
            <a:r>
              <a:rPr lang="en-US" sz="1100" dirty="0">
                <a:latin typeface="+mj-lt"/>
              </a:rPr>
              <a:t> id, </a:t>
            </a:r>
            <a:r>
              <a:rPr lang="en-US" sz="1100" dirty="0" err="1">
                <a:latin typeface="+mj-lt"/>
              </a:rPr>
              <a:t>sollicitudin</a:t>
            </a:r>
            <a:r>
              <a:rPr lang="en-US" sz="1100" dirty="0">
                <a:latin typeface="+mj-lt"/>
              </a:rPr>
              <a:t> </a:t>
            </a:r>
            <a:r>
              <a:rPr lang="en-US" sz="1100" dirty="0" err="1">
                <a:latin typeface="+mj-lt"/>
              </a:rPr>
              <a:t>ut</a:t>
            </a:r>
            <a:r>
              <a:rPr lang="en-US" sz="1100" dirty="0">
                <a:latin typeface="+mj-lt"/>
              </a:rPr>
              <a:t> </a:t>
            </a:r>
            <a:r>
              <a:rPr lang="en-US" sz="1100" dirty="0" err="1">
                <a:latin typeface="+mj-lt"/>
              </a:rPr>
              <a:t>nisl</a:t>
            </a:r>
            <a:r>
              <a:rPr lang="en-US" sz="1100" dirty="0">
                <a:latin typeface="+mj-lt"/>
              </a:rPr>
              <a:t>. </a:t>
            </a:r>
            <a:r>
              <a:rPr lang="en-US" sz="1100" dirty="0" err="1">
                <a:latin typeface="+mj-lt"/>
              </a:rPr>
              <a:t>Praesent</a:t>
            </a:r>
            <a:r>
              <a:rPr lang="en-US" sz="1100" dirty="0">
                <a:latin typeface="+mj-lt"/>
              </a:rPr>
              <a:t> </a:t>
            </a:r>
            <a:r>
              <a:rPr lang="en-US" sz="1100" dirty="0" err="1">
                <a:latin typeface="+mj-lt"/>
              </a:rPr>
              <a:t>bibendum</a:t>
            </a:r>
            <a:r>
              <a:rPr lang="en-US" sz="1100" dirty="0">
                <a:latin typeface="+mj-lt"/>
              </a:rPr>
              <a:t> tempus </a:t>
            </a:r>
            <a:r>
              <a:rPr lang="en-US" sz="1100" dirty="0" err="1">
                <a:latin typeface="+mj-lt"/>
              </a:rPr>
              <a:t>tellus</a:t>
            </a:r>
            <a:r>
              <a:rPr lang="en-US" sz="1100" dirty="0">
                <a:latin typeface="+mj-lt"/>
              </a:rPr>
              <a:t> </a:t>
            </a:r>
            <a:r>
              <a:rPr lang="en-US" sz="1100" dirty="0" err="1">
                <a:latin typeface="+mj-lt"/>
              </a:rPr>
              <a:t>nec</a:t>
            </a:r>
            <a:r>
              <a:rPr lang="en-US" sz="1100" dirty="0">
                <a:latin typeface="+mj-lt"/>
              </a:rPr>
              <a:t> </a:t>
            </a:r>
            <a:r>
              <a:rPr lang="en-US" sz="1100" dirty="0" err="1">
                <a:latin typeface="+mj-lt"/>
              </a:rPr>
              <a:t>hendrerit</a:t>
            </a:r>
            <a:r>
              <a:rPr lang="en-US" sz="1100" dirty="0">
                <a:latin typeface="+mj-lt"/>
              </a:rPr>
              <a:t>. Nam in </a:t>
            </a:r>
            <a:r>
              <a:rPr lang="en-US" sz="1100" dirty="0" err="1">
                <a:latin typeface="+mj-lt"/>
              </a:rPr>
              <a:t>tempor</a:t>
            </a:r>
            <a:r>
              <a:rPr lang="en-US" sz="1100" dirty="0">
                <a:latin typeface="+mj-lt"/>
              </a:rPr>
              <a:t> </a:t>
            </a:r>
            <a:r>
              <a:rPr lang="en-US" sz="1100" dirty="0" err="1">
                <a:latin typeface="+mj-lt"/>
              </a:rPr>
              <a:t>metus</a:t>
            </a:r>
            <a:r>
              <a:rPr lang="en-US" sz="1100" dirty="0">
                <a:latin typeface="+mj-lt"/>
              </a:rPr>
              <a:t>, ac </a:t>
            </a:r>
            <a:r>
              <a:rPr lang="en-US" sz="1100" dirty="0" err="1">
                <a:latin typeface="+mj-lt"/>
              </a:rPr>
              <a:t>finibus</a:t>
            </a:r>
            <a:r>
              <a:rPr lang="en-US" sz="1100" dirty="0">
                <a:latin typeface="+mj-lt"/>
              </a:rPr>
              <a:t> </a:t>
            </a:r>
            <a:r>
              <a:rPr lang="en-US" sz="1100" dirty="0" err="1">
                <a:latin typeface="+mj-lt"/>
              </a:rPr>
              <a:t>purus</a:t>
            </a:r>
            <a:r>
              <a:rPr lang="en-US" sz="1100" dirty="0">
                <a:latin typeface="+mj-lt"/>
              </a:rPr>
              <a:t>. </a:t>
            </a:r>
            <a:r>
              <a:rPr lang="en-US" sz="1100" dirty="0" err="1">
                <a:latin typeface="+mj-lt"/>
              </a:rPr>
              <a:t>Praesent</a:t>
            </a:r>
            <a:r>
              <a:rPr lang="en-US" sz="1100" dirty="0">
                <a:latin typeface="+mj-lt"/>
              </a:rPr>
              <a:t> </a:t>
            </a:r>
            <a:r>
              <a:rPr lang="en-US" sz="1100" dirty="0" err="1">
                <a:latin typeface="+mj-lt"/>
              </a:rPr>
              <a:t>consequat</a:t>
            </a:r>
            <a:r>
              <a:rPr lang="en-US" sz="1100" dirty="0">
                <a:latin typeface="+mj-lt"/>
              </a:rPr>
              <a:t> </a:t>
            </a:r>
            <a:r>
              <a:rPr lang="en-US" sz="1100" dirty="0" err="1">
                <a:latin typeface="+mj-lt"/>
              </a:rPr>
              <a:t>lectus</a:t>
            </a:r>
            <a:r>
              <a:rPr lang="en-US" sz="1100" dirty="0">
                <a:latin typeface="+mj-lt"/>
              </a:rPr>
              <a:t> sit </a:t>
            </a:r>
            <a:r>
              <a:rPr lang="en-US" sz="1100" dirty="0" err="1">
                <a:latin typeface="+mj-lt"/>
              </a:rPr>
              <a:t>amet</a:t>
            </a:r>
            <a:r>
              <a:rPr lang="en-US" sz="1100" dirty="0">
                <a:latin typeface="+mj-lt"/>
              </a:rPr>
              <a:t> </a:t>
            </a:r>
            <a:r>
              <a:rPr lang="en-US" sz="1100" dirty="0" err="1">
                <a:latin typeface="+mj-lt"/>
              </a:rPr>
              <a:t>tortor</a:t>
            </a:r>
            <a:r>
              <a:rPr lang="en-US" sz="1100" dirty="0">
                <a:latin typeface="+mj-lt"/>
              </a:rPr>
              <a:t> pharetra, </a:t>
            </a:r>
            <a:r>
              <a:rPr lang="en-US" sz="1100" dirty="0" err="1">
                <a:latin typeface="+mj-lt"/>
              </a:rPr>
              <a:t>sed</a:t>
            </a:r>
            <a:r>
              <a:rPr lang="en-US" sz="1100" dirty="0">
                <a:latin typeface="+mj-lt"/>
              </a:rPr>
              <a:t> </a:t>
            </a:r>
            <a:r>
              <a:rPr lang="en-US" sz="1100" dirty="0" err="1">
                <a:latin typeface="+mj-lt"/>
              </a:rPr>
              <a:t>venenatis</a:t>
            </a:r>
            <a:r>
              <a:rPr lang="en-US" sz="1100" dirty="0">
                <a:latin typeface="+mj-lt"/>
              </a:rPr>
              <a:t> </a:t>
            </a:r>
            <a:r>
              <a:rPr lang="en-US" sz="1100" dirty="0" err="1">
                <a:latin typeface="+mj-lt"/>
              </a:rPr>
              <a:t>eros</a:t>
            </a:r>
            <a:r>
              <a:rPr lang="en-US" sz="1100" dirty="0">
                <a:latin typeface="+mj-lt"/>
              </a:rPr>
              <a:t> </a:t>
            </a:r>
            <a:r>
              <a:rPr lang="en-US" sz="1100" dirty="0" err="1">
                <a:latin typeface="+mj-lt"/>
              </a:rPr>
              <a:t>lacinia</a:t>
            </a:r>
            <a:r>
              <a:rPr lang="en-US" sz="1100" dirty="0">
                <a:latin typeface="+mj-lt"/>
              </a:rPr>
              <a:t>. In </a:t>
            </a:r>
            <a:r>
              <a:rPr lang="en-US" sz="1100" dirty="0" err="1">
                <a:latin typeface="+mj-lt"/>
              </a:rPr>
              <a:t>sed</a:t>
            </a:r>
            <a:r>
              <a:rPr lang="en-US" sz="1100" dirty="0">
                <a:latin typeface="+mj-lt"/>
              </a:rPr>
              <a:t> </a:t>
            </a:r>
            <a:r>
              <a:rPr lang="en-US" sz="1100" dirty="0" err="1">
                <a:latin typeface="+mj-lt"/>
              </a:rPr>
              <a:t>erat</a:t>
            </a:r>
            <a:r>
              <a:rPr lang="en-US" sz="1100" dirty="0">
                <a:latin typeface="+mj-lt"/>
              </a:rPr>
              <a:t> libero. </a:t>
            </a:r>
            <a:r>
              <a:rPr lang="en-US" sz="1100" dirty="0" err="1">
                <a:latin typeface="+mj-lt"/>
              </a:rPr>
              <a:t>Sed</a:t>
            </a:r>
            <a:r>
              <a:rPr lang="en-US" sz="1100" dirty="0">
                <a:latin typeface="+mj-lt"/>
              </a:rPr>
              <a:t> lorem </a:t>
            </a:r>
            <a:r>
              <a:rPr lang="en-US" sz="1100" dirty="0" err="1">
                <a:latin typeface="+mj-lt"/>
              </a:rPr>
              <a:t>neque</a:t>
            </a:r>
            <a:r>
              <a:rPr lang="en-US" sz="1100" dirty="0">
                <a:latin typeface="+mj-lt"/>
              </a:rPr>
              <a:t>, </a:t>
            </a:r>
            <a:r>
              <a:rPr lang="en-US" sz="1100" dirty="0" err="1">
                <a:latin typeface="+mj-lt"/>
              </a:rPr>
              <a:t>commodo</a:t>
            </a:r>
            <a:r>
              <a:rPr lang="en-US" sz="1100" dirty="0">
                <a:latin typeface="+mj-lt"/>
              </a:rPr>
              <a:t> vitae ex at, pharetra convallis </a:t>
            </a:r>
            <a:r>
              <a:rPr lang="en-US" sz="1100" dirty="0" err="1">
                <a:latin typeface="+mj-lt"/>
              </a:rPr>
              <a:t>nunc</a:t>
            </a:r>
            <a:r>
              <a:rPr lang="en-US" sz="1100" dirty="0">
                <a:latin typeface="+mj-lt"/>
              </a:rPr>
              <a:t>. In </a:t>
            </a:r>
            <a:r>
              <a:rPr lang="en-US" sz="1100" dirty="0" err="1">
                <a:latin typeface="+mj-lt"/>
              </a:rPr>
              <a:t>vehicula</a:t>
            </a:r>
            <a:r>
              <a:rPr lang="en-US" sz="1100" dirty="0">
                <a:latin typeface="+mj-lt"/>
              </a:rPr>
              <a:t> </a:t>
            </a:r>
            <a:r>
              <a:rPr lang="en-US" sz="1100" dirty="0" err="1">
                <a:latin typeface="+mj-lt"/>
              </a:rPr>
              <a:t>mauris</a:t>
            </a:r>
            <a:r>
              <a:rPr lang="en-US" sz="1100" dirty="0">
                <a:latin typeface="+mj-lt"/>
              </a:rPr>
              <a:t> ligula. </a:t>
            </a:r>
            <a:r>
              <a:rPr lang="en-US" sz="1100" dirty="0" err="1">
                <a:latin typeface="+mj-lt"/>
              </a:rPr>
              <a:t>Suspendisse</a:t>
            </a:r>
            <a:r>
              <a:rPr lang="en-US" sz="1100" dirty="0">
                <a:latin typeface="+mj-lt"/>
              </a:rPr>
              <a:t> in </a:t>
            </a:r>
            <a:r>
              <a:rPr lang="en-US" sz="1100" dirty="0" err="1">
                <a:latin typeface="+mj-lt"/>
              </a:rPr>
              <a:t>tellus</a:t>
            </a:r>
            <a:r>
              <a:rPr lang="en-US" sz="1100" dirty="0">
                <a:latin typeface="+mj-lt"/>
              </a:rPr>
              <a:t> </a:t>
            </a:r>
            <a:r>
              <a:rPr lang="en-US" sz="1100" dirty="0" err="1">
                <a:latin typeface="+mj-lt"/>
              </a:rPr>
              <a:t>congue</a:t>
            </a:r>
            <a:r>
              <a:rPr lang="en-US" sz="1100" dirty="0">
                <a:latin typeface="+mj-lt"/>
              </a:rPr>
              <a:t> </a:t>
            </a:r>
            <a:r>
              <a:rPr lang="en-US" sz="1100" dirty="0" err="1">
                <a:latin typeface="+mj-lt"/>
              </a:rPr>
              <a:t>odio</a:t>
            </a:r>
            <a:r>
              <a:rPr lang="en-US" sz="1100" dirty="0">
                <a:latin typeface="+mj-lt"/>
              </a:rPr>
              <a:t> pharetra </a:t>
            </a:r>
            <a:r>
              <a:rPr lang="en-US" sz="1100" dirty="0" err="1">
                <a:latin typeface="+mj-lt"/>
              </a:rPr>
              <a:t>finibus</a:t>
            </a:r>
            <a:r>
              <a:rPr lang="en-US" sz="1100" dirty="0">
                <a:latin typeface="+mj-lt"/>
              </a:rPr>
              <a:t>. Nam </a:t>
            </a:r>
            <a:r>
              <a:rPr lang="en-US" sz="1100" dirty="0" err="1">
                <a:latin typeface="+mj-lt"/>
              </a:rPr>
              <a:t>vel</a:t>
            </a:r>
            <a:r>
              <a:rPr lang="en-US" sz="1100" dirty="0">
                <a:latin typeface="+mj-lt"/>
              </a:rPr>
              <a:t> </a:t>
            </a:r>
            <a:r>
              <a:rPr lang="en-US" sz="1100" dirty="0" err="1">
                <a:latin typeface="+mj-lt"/>
              </a:rPr>
              <a:t>auctor</a:t>
            </a:r>
            <a:r>
              <a:rPr lang="en-US" sz="1100" dirty="0">
                <a:latin typeface="+mj-lt"/>
              </a:rPr>
              <a:t> </a:t>
            </a:r>
            <a:r>
              <a:rPr lang="en-US" sz="1100" dirty="0" err="1">
                <a:latin typeface="+mj-lt"/>
              </a:rPr>
              <a:t>justo</a:t>
            </a:r>
            <a:r>
              <a:rPr lang="en-US" sz="1100" dirty="0">
                <a:latin typeface="+mj-lt"/>
              </a:rPr>
              <a:t>, vitae </a:t>
            </a:r>
            <a:r>
              <a:rPr lang="en-US" sz="1100" dirty="0" err="1">
                <a:latin typeface="+mj-lt"/>
              </a:rPr>
              <a:t>hendrerit</a:t>
            </a:r>
            <a:r>
              <a:rPr lang="en-US" sz="1100" dirty="0">
                <a:latin typeface="+mj-lt"/>
              </a:rPr>
              <a:t> </a:t>
            </a:r>
            <a:r>
              <a:rPr lang="en-US" sz="1100" dirty="0" err="1">
                <a:latin typeface="+mj-lt"/>
              </a:rPr>
              <a:t>orci</a:t>
            </a:r>
            <a:r>
              <a:rPr lang="en-US" sz="1100" dirty="0">
                <a:latin typeface="+mj-lt"/>
              </a:rPr>
              <a:t>. </a:t>
            </a:r>
            <a:r>
              <a:rPr lang="en-US" sz="1100" dirty="0" err="1">
                <a:latin typeface="+mj-lt"/>
              </a:rPr>
              <a:t>Duis</a:t>
            </a:r>
            <a:r>
              <a:rPr lang="en-US" sz="1100" dirty="0">
                <a:latin typeface="+mj-lt"/>
              </a:rPr>
              <a:t> </a:t>
            </a:r>
            <a:r>
              <a:rPr lang="en-US" sz="1100" dirty="0" err="1">
                <a:latin typeface="+mj-lt"/>
              </a:rPr>
              <a:t>nec</a:t>
            </a:r>
            <a:r>
              <a:rPr lang="en-US" sz="1100" dirty="0">
                <a:latin typeface="+mj-lt"/>
              </a:rPr>
              <a:t> </a:t>
            </a:r>
            <a:r>
              <a:rPr lang="en-US" sz="1100" dirty="0" err="1">
                <a:latin typeface="+mj-lt"/>
              </a:rPr>
              <a:t>sapien</a:t>
            </a:r>
            <a:r>
              <a:rPr lang="en-US" sz="1100" dirty="0">
                <a:latin typeface="+mj-lt"/>
              </a:rPr>
              <a:t> </a:t>
            </a:r>
            <a:r>
              <a:rPr lang="en-US" sz="1100" dirty="0" err="1">
                <a:latin typeface="+mj-lt"/>
              </a:rPr>
              <a:t>viverra</a:t>
            </a:r>
            <a:r>
              <a:rPr lang="en-US" sz="1100" dirty="0">
                <a:latin typeface="+mj-lt"/>
              </a:rPr>
              <a:t>, </a:t>
            </a:r>
            <a:r>
              <a:rPr lang="en-US" sz="1100" dirty="0" err="1">
                <a:latin typeface="+mj-lt"/>
              </a:rPr>
              <a:t>bibendum</a:t>
            </a:r>
            <a:r>
              <a:rPr lang="en-US" sz="1100" dirty="0">
                <a:latin typeface="+mj-lt"/>
              </a:rPr>
              <a:t> </a:t>
            </a:r>
            <a:r>
              <a:rPr lang="en-US" sz="1100" dirty="0" err="1">
                <a:latin typeface="+mj-lt"/>
              </a:rPr>
              <a:t>tellus</a:t>
            </a:r>
            <a:r>
              <a:rPr lang="en-US" sz="1100" dirty="0">
                <a:latin typeface="+mj-lt"/>
              </a:rPr>
              <a:t> </a:t>
            </a:r>
            <a:r>
              <a:rPr lang="en-US" sz="1100" dirty="0" err="1">
                <a:latin typeface="+mj-lt"/>
              </a:rPr>
              <a:t>eget</a:t>
            </a:r>
            <a:r>
              <a:rPr lang="en-US" sz="1100" dirty="0">
                <a:latin typeface="+mj-lt"/>
              </a:rPr>
              <a:t>, </a:t>
            </a:r>
            <a:r>
              <a:rPr lang="en-US" sz="1100" dirty="0" err="1">
                <a:latin typeface="+mj-lt"/>
              </a:rPr>
              <a:t>pellentesque</a:t>
            </a:r>
            <a:r>
              <a:rPr lang="en-US" sz="1100" dirty="0">
                <a:latin typeface="+mj-lt"/>
              </a:rPr>
              <a:t> </a:t>
            </a:r>
            <a:r>
              <a:rPr lang="en-US" sz="1100" dirty="0" err="1">
                <a:latin typeface="+mj-lt"/>
              </a:rPr>
              <a:t>massa</a:t>
            </a:r>
            <a:r>
              <a:rPr lang="en-US" sz="1100" dirty="0">
                <a:latin typeface="+mj-lt"/>
              </a:rPr>
              <a:t>. </a:t>
            </a:r>
            <a:r>
              <a:rPr lang="en-US" sz="1100" dirty="0" err="1">
                <a:latin typeface="+mj-lt"/>
              </a:rPr>
              <a:t>Nulla</a:t>
            </a:r>
            <a:r>
              <a:rPr lang="en-US" sz="1100" dirty="0">
                <a:latin typeface="+mj-lt"/>
              </a:rPr>
              <a:t> </a:t>
            </a:r>
            <a:r>
              <a:rPr lang="en-US" sz="1100" dirty="0" err="1">
                <a:latin typeface="+mj-lt"/>
              </a:rPr>
              <a:t>feugiat</a:t>
            </a:r>
            <a:r>
              <a:rPr lang="en-US" sz="1100" dirty="0">
                <a:latin typeface="+mj-lt"/>
              </a:rPr>
              <a:t>, </a:t>
            </a:r>
            <a:r>
              <a:rPr lang="en-US" sz="1100" dirty="0" err="1">
                <a:latin typeface="+mj-lt"/>
              </a:rPr>
              <a:t>turpis</a:t>
            </a:r>
            <a:r>
              <a:rPr lang="en-US" sz="1100" dirty="0">
                <a:latin typeface="+mj-lt"/>
              </a:rPr>
              <a:t> et </a:t>
            </a:r>
            <a:r>
              <a:rPr lang="en-US" sz="1100" dirty="0" err="1">
                <a:latin typeface="+mj-lt"/>
              </a:rPr>
              <a:t>posuere</a:t>
            </a:r>
            <a:r>
              <a:rPr lang="en-US" sz="1100" dirty="0">
                <a:latin typeface="+mj-lt"/>
              </a:rPr>
              <a:t> </a:t>
            </a:r>
            <a:r>
              <a:rPr lang="en-US" sz="1100" dirty="0" err="1">
                <a:latin typeface="+mj-lt"/>
              </a:rPr>
              <a:t>viverra</a:t>
            </a:r>
            <a:r>
              <a:rPr lang="en-US" sz="1100" dirty="0">
                <a:latin typeface="+mj-lt"/>
              </a:rPr>
              <a:t>, ipsum </a:t>
            </a:r>
            <a:r>
              <a:rPr lang="en-US" sz="1100" dirty="0" err="1">
                <a:latin typeface="+mj-lt"/>
              </a:rPr>
              <a:t>sem</a:t>
            </a:r>
            <a:r>
              <a:rPr lang="en-US" sz="1100" dirty="0">
                <a:latin typeface="+mj-lt"/>
              </a:rPr>
              <a:t> </a:t>
            </a:r>
            <a:r>
              <a:rPr lang="en-US" sz="1100" dirty="0" err="1">
                <a:latin typeface="+mj-lt"/>
              </a:rPr>
              <a:t>tincidunt</a:t>
            </a:r>
            <a:r>
              <a:rPr lang="en-US" sz="1100" dirty="0">
                <a:latin typeface="+mj-lt"/>
              </a:rPr>
              <a:t> </a:t>
            </a:r>
            <a:r>
              <a:rPr lang="en-US" sz="1100" dirty="0" err="1">
                <a:latin typeface="+mj-lt"/>
              </a:rPr>
              <a:t>est</a:t>
            </a:r>
            <a:r>
              <a:rPr lang="en-US" sz="1100" dirty="0">
                <a:latin typeface="+mj-lt"/>
              </a:rPr>
              <a:t>, </a:t>
            </a:r>
            <a:r>
              <a:rPr lang="en-US" sz="1100" dirty="0" err="1">
                <a:latin typeface="+mj-lt"/>
              </a:rPr>
              <a:t>finibus</a:t>
            </a:r>
            <a:r>
              <a:rPr lang="en-US" sz="1100" dirty="0">
                <a:latin typeface="+mj-lt"/>
              </a:rPr>
              <a:t> </a:t>
            </a:r>
            <a:r>
              <a:rPr lang="en-US" sz="1100" dirty="0" err="1">
                <a:latin typeface="+mj-lt"/>
              </a:rPr>
              <a:t>tempor</a:t>
            </a:r>
            <a:r>
              <a:rPr lang="en-US" sz="1100" dirty="0">
                <a:latin typeface="+mj-lt"/>
              </a:rPr>
              <a:t> </a:t>
            </a:r>
            <a:r>
              <a:rPr lang="en-US" sz="1100" dirty="0" err="1">
                <a:latin typeface="+mj-lt"/>
              </a:rPr>
              <a:t>nibh</a:t>
            </a:r>
            <a:r>
              <a:rPr lang="en-US" sz="1100" dirty="0">
                <a:latin typeface="+mj-lt"/>
              </a:rPr>
              <a:t> ante semper diam. </a:t>
            </a:r>
            <a:r>
              <a:rPr lang="en-US" sz="1100" dirty="0" err="1">
                <a:latin typeface="+mj-lt"/>
              </a:rPr>
              <a:t>Nullam</a:t>
            </a:r>
            <a:r>
              <a:rPr lang="en-US" sz="1100" dirty="0">
                <a:latin typeface="+mj-lt"/>
              </a:rPr>
              <a:t> </a:t>
            </a:r>
            <a:r>
              <a:rPr lang="en-US" sz="1100" dirty="0" err="1">
                <a:latin typeface="+mj-lt"/>
              </a:rPr>
              <a:t>quis</a:t>
            </a:r>
            <a:r>
              <a:rPr lang="en-US" sz="1100" dirty="0">
                <a:latin typeface="+mj-lt"/>
              </a:rPr>
              <a:t> </a:t>
            </a:r>
            <a:r>
              <a:rPr lang="en-US" sz="1100" dirty="0" err="1">
                <a:latin typeface="+mj-lt"/>
              </a:rPr>
              <a:t>euismod</a:t>
            </a:r>
            <a:r>
              <a:rPr lang="en-US" sz="1100" dirty="0">
                <a:latin typeface="+mj-lt"/>
              </a:rPr>
              <a:t> </a:t>
            </a:r>
            <a:r>
              <a:rPr lang="en-US" sz="1100" dirty="0" err="1">
                <a:latin typeface="+mj-lt"/>
              </a:rPr>
              <a:t>neque</a:t>
            </a:r>
            <a:r>
              <a:rPr lang="en-US" sz="1100" dirty="0">
                <a:latin typeface="+mj-lt"/>
              </a:rPr>
              <a:t>, </a:t>
            </a:r>
            <a:r>
              <a:rPr lang="en-US" sz="1100" dirty="0" err="1">
                <a:latin typeface="+mj-lt"/>
              </a:rPr>
              <a:t>nec</a:t>
            </a:r>
            <a:r>
              <a:rPr lang="en-US" sz="1100" dirty="0">
                <a:latin typeface="+mj-lt"/>
              </a:rPr>
              <a:t> </a:t>
            </a:r>
            <a:r>
              <a:rPr lang="en-US" sz="1100" dirty="0" err="1">
                <a:latin typeface="+mj-lt"/>
              </a:rPr>
              <a:t>facilisis</a:t>
            </a:r>
            <a:r>
              <a:rPr lang="en-US" sz="1100" dirty="0">
                <a:latin typeface="+mj-lt"/>
              </a:rPr>
              <a:t> sem. </a:t>
            </a:r>
            <a:r>
              <a:rPr lang="en-US" sz="1100" dirty="0" err="1">
                <a:latin typeface="+mj-lt"/>
              </a:rPr>
              <a:t>Morbi</a:t>
            </a:r>
            <a:r>
              <a:rPr lang="en-US" sz="1100" dirty="0">
                <a:latin typeface="+mj-lt"/>
              </a:rPr>
              <a:t> </a:t>
            </a:r>
            <a:r>
              <a:rPr lang="en-US" sz="1100" dirty="0" err="1">
                <a:latin typeface="+mj-lt"/>
              </a:rPr>
              <a:t>egestas</a:t>
            </a:r>
            <a:r>
              <a:rPr lang="en-US" sz="1100" dirty="0">
                <a:latin typeface="+mj-lt"/>
              </a:rPr>
              <a:t> </a:t>
            </a:r>
            <a:r>
              <a:rPr lang="en-US" sz="1100" dirty="0" err="1">
                <a:latin typeface="+mj-lt"/>
              </a:rPr>
              <a:t>iaculis</a:t>
            </a:r>
            <a:r>
              <a:rPr lang="en-US" sz="1100" dirty="0">
                <a:latin typeface="+mj-lt"/>
              </a:rPr>
              <a:t> </a:t>
            </a:r>
            <a:r>
              <a:rPr lang="en-US" sz="1100" dirty="0" err="1">
                <a:latin typeface="+mj-lt"/>
              </a:rPr>
              <a:t>dignissim</a:t>
            </a:r>
            <a:r>
              <a:rPr lang="en-US" sz="1100" dirty="0">
                <a:latin typeface="+mj-lt"/>
              </a:rPr>
              <a:t>. In </a:t>
            </a:r>
            <a:r>
              <a:rPr lang="en-US" sz="1100" dirty="0" err="1">
                <a:latin typeface="+mj-lt"/>
              </a:rPr>
              <a:t>accumsan</a:t>
            </a:r>
            <a:r>
              <a:rPr lang="en-US" sz="1100" dirty="0">
                <a:latin typeface="+mj-lt"/>
              </a:rPr>
              <a:t> </a:t>
            </a:r>
            <a:r>
              <a:rPr lang="en-US" sz="1100" dirty="0" err="1">
                <a:latin typeface="+mj-lt"/>
              </a:rPr>
              <a:t>tortor</a:t>
            </a:r>
            <a:r>
              <a:rPr lang="en-US" sz="1100" dirty="0">
                <a:latin typeface="+mj-lt"/>
              </a:rPr>
              <a:t> </a:t>
            </a:r>
            <a:r>
              <a:rPr lang="en-US" sz="1100" dirty="0" err="1">
                <a:latin typeface="+mj-lt"/>
              </a:rPr>
              <a:t>elit</a:t>
            </a:r>
            <a:r>
              <a:rPr lang="en-US" sz="1100" dirty="0">
                <a:latin typeface="+mj-lt"/>
              </a:rPr>
              <a:t>, non </a:t>
            </a:r>
            <a:r>
              <a:rPr lang="en-US" sz="1100" dirty="0" err="1">
                <a:latin typeface="+mj-lt"/>
              </a:rPr>
              <a:t>euismod</a:t>
            </a:r>
            <a:r>
              <a:rPr lang="en-US" sz="1100" dirty="0">
                <a:latin typeface="+mj-lt"/>
              </a:rPr>
              <a:t> </a:t>
            </a:r>
            <a:r>
              <a:rPr lang="en-US" sz="1100" dirty="0" err="1">
                <a:latin typeface="+mj-lt"/>
              </a:rPr>
              <a:t>eros</a:t>
            </a:r>
            <a:r>
              <a:rPr lang="en-US" sz="1100" dirty="0">
                <a:latin typeface="+mj-lt"/>
              </a:rPr>
              <a:t> </a:t>
            </a:r>
            <a:r>
              <a:rPr lang="en-US" sz="1100" dirty="0" err="1">
                <a:latin typeface="+mj-lt"/>
              </a:rPr>
              <a:t>accumsan</a:t>
            </a:r>
            <a:r>
              <a:rPr lang="en-US" sz="1100" dirty="0">
                <a:latin typeface="+mj-lt"/>
              </a:rPr>
              <a:t> ac. </a:t>
            </a:r>
            <a:r>
              <a:rPr lang="en-US" sz="1100" dirty="0" err="1">
                <a:latin typeface="+mj-lt"/>
              </a:rPr>
              <a:t>Sed</a:t>
            </a:r>
            <a:r>
              <a:rPr lang="en-US" sz="1100" dirty="0">
                <a:latin typeface="+mj-lt"/>
              </a:rPr>
              <a:t> </a:t>
            </a:r>
            <a:r>
              <a:rPr lang="en-US" sz="1100" dirty="0" err="1">
                <a:latin typeface="+mj-lt"/>
              </a:rPr>
              <a:t>ultrices</a:t>
            </a:r>
            <a:r>
              <a:rPr lang="en-US" sz="1100" dirty="0">
                <a:latin typeface="+mj-lt"/>
              </a:rPr>
              <a:t> mi lorem, </a:t>
            </a:r>
            <a:r>
              <a:rPr lang="en-US" sz="1100" dirty="0" err="1">
                <a:latin typeface="+mj-lt"/>
              </a:rPr>
              <a:t>ut</a:t>
            </a:r>
            <a:r>
              <a:rPr lang="en-US" sz="1100" dirty="0">
                <a:latin typeface="+mj-lt"/>
              </a:rPr>
              <a:t> </a:t>
            </a:r>
            <a:r>
              <a:rPr lang="en-US" sz="1100" dirty="0" err="1">
                <a:latin typeface="+mj-lt"/>
              </a:rPr>
              <a:t>dignissim</a:t>
            </a:r>
            <a:r>
              <a:rPr lang="en-US" sz="1100" dirty="0">
                <a:latin typeface="+mj-lt"/>
              </a:rPr>
              <a:t> </a:t>
            </a:r>
            <a:r>
              <a:rPr lang="en-US" sz="1100" dirty="0" err="1">
                <a:latin typeface="+mj-lt"/>
              </a:rPr>
              <a:t>nibh</a:t>
            </a:r>
            <a:r>
              <a:rPr lang="en-US" sz="1100" dirty="0">
                <a:latin typeface="+mj-lt"/>
              </a:rPr>
              <a:t> </a:t>
            </a:r>
            <a:r>
              <a:rPr lang="en-US" sz="1100" dirty="0" err="1">
                <a:latin typeface="+mj-lt"/>
              </a:rPr>
              <a:t>facilisis</a:t>
            </a:r>
            <a:r>
              <a:rPr lang="en-US" sz="1100" dirty="0">
                <a:latin typeface="+mj-lt"/>
              </a:rPr>
              <a:t> vel.</a:t>
            </a:r>
          </a:p>
        </p:txBody>
      </p:sp>
      <p:cxnSp>
        <p:nvCxnSpPr>
          <p:cNvPr id="4" name="Straight Connector 3"/>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69755892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357189" y="1079500"/>
            <a:ext cx="3986212" cy="3397250"/>
          </a:xfrm>
        </p:spPr>
        <p:txBody>
          <a:bodyPr/>
          <a:lstStyle>
            <a:lvl1pPr marL="171446" indent="-171446">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p:txBody>
      </p:sp>
      <p:sp>
        <p:nvSpPr>
          <p:cNvPr id="4" name="Content Placeholder 5"/>
          <p:cNvSpPr>
            <a:spLocks noGrp="1"/>
          </p:cNvSpPr>
          <p:nvPr>
            <p:ph sz="quarter" idx="11" hasCustomPrompt="1"/>
          </p:nvPr>
        </p:nvSpPr>
        <p:spPr>
          <a:xfrm>
            <a:off x="4800601" y="1079500"/>
            <a:ext cx="3986213" cy="3397250"/>
          </a:xfrm>
        </p:spPr>
        <p:txBody>
          <a:bodyPr/>
          <a:lstStyle>
            <a:lvl1pPr marL="171446" indent="-171446">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p:txBody>
      </p:sp>
      <p:cxnSp>
        <p:nvCxnSpPr>
          <p:cNvPr id="5" name="Straight Connector 4"/>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12630055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with Highl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3" name="Content Placeholder 5"/>
          <p:cNvSpPr>
            <a:spLocks noGrp="1"/>
          </p:cNvSpPr>
          <p:nvPr>
            <p:ph sz="quarter" idx="10" hasCustomPrompt="1"/>
          </p:nvPr>
        </p:nvSpPr>
        <p:spPr>
          <a:xfrm>
            <a:off x="357188" y="1422400"/>
            <a:ext cx="8429625" cy="30543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marL="171446" marR="0" lvl="0" indent="-171446" algn="l" defTabSz="914378" rtl="0" eaLnBrk="1" fontAlgn="auto" latinLnBrk="0" hangingPunct="1">
              <a:lnSpc>
                <a:spcPts val="1600"/>
              </a:lnSpc>
              <a:spcBef>
                <a:spcPts val="264"/>
              </a:spcBef>
              <a:spcAft>
                <a:spcPts val="300"/>
              </a:spcAft>
              <a:buClrTx/>
              <a:buSzTx/>
              <a:tabLst/>
              <a:defRPr/>
            </a:pPr>
            <a:r>
              <a:rPr lang="en-US" sz="1100" dirty="0">
                <a:latin typeface="+mj-lt"/>
              </a:rPr>
              <a:t>In </a:t>
            </a:r>
            <a:r>
              <a:rPr lang="en-US" sz="1100" dirty="0" err="1">
                <a:latin typeface="+mj-lt"/>
              </a:rPr>
              <a:t>egestas</a:t>
            </a:r>
            <a:r>
              <a:rPr lang="en-US" sz="1100" dirty="0">
                <a:latin typeface="+mj-lt"/>
              </a:rPr>
              <a:t> </a:t>
            </a:r>
            <a:r>
              <a:rPr lang="en-US" sz="1100" dirty="0" err="1">
                <a:latin typeface="+mj-lt"/>
              </a:rPr>
              <a:t>orci</a:t>
            </a:r>
            <a:r>
              <a:rPr lang="en-US" sz="1100" dirty="0">
                <a:latin typeface="+mj-lt"/>
              </a:rPr>
              <a:t> </a:t>
            </a:r>
            <a:r>
              <a:rPr lang="en-US" sz="1100" dirty="0" err="1">
                <a:latin typeface="+mj-lt"/>
              </a:rPr>
              <a:t>eu</a:t>
            </a:r>
            <a:r>
              <a:rPr lang="en-US" sz="1100" dirty="0">
                <a:latin typeface="+mj-lt"/>
              </a:rPr>
              <a:t> </a:t>
            </a:r>
            <a:r>
              <a:rPr lang="en-US" sz="1100" dirty="0" err="1">
                <a:latin typeface="+mj-lt"/>
              </a:rPr>
              <a:t>lacinia</a:t>
            </a:r>
            <a:r>
              <a:rPr lang="en-US" sz="1100" dirty="0">
                <a:latin typeface="+mj-lt"/>
              </a:rPr>
              <a:t> </a:t>
            </a:r>
            <a:r>
              <a:rPr lang="en-US" sz="1100" dirty="0" err="1">
                <a:latin typeface="+mj-lt"/>
              </a:rPr>
              <a:t>consectetur</a:t>
            </a:r>
            <a:r>
              <a:rPr lang="en-US" sz="1100" dirty="0">
                <a:latin typeface="+mj-lt"/>
              </a:rPr>
              <a:t>. In dolor ipsum, gravida et </a:t>
            </a:r>
            <a:r>
              <a:rPr lang="en-US" sz="1100" dirty="0" err="1">
                <a:latin typeface="+mj-lt"/>
              </a:rPr>
              <a:t>sagittis</a:t>
            </a:r>
            <a:r>
              <a:rPr lang="en-US" sz="1100" dirty="0">
                <a:latin typeface="+mj-lt"/>
              </a:rPr>
              <a:t> id, </a:t>
            </a:r>
            <a:r>
              <a:rPr lang="en-US" sz="1100" dirty="0" err="1">
                <a:latin typeface="+mj-lt"/>
              </a:rPr>
              <a:t>sollicitudin</a:t>
            </a:r>
            <a:r>
              <a:rPr lang="en-US" sz="1100" dirty="0">
                <a:latin typeface="+mj-lt"/>
              </a:rPr>
              <a:t> </a:t>
            </a:r>
            <a:r>
              <a:rPr lang="en-US" sz="1100" dirty="0" err="1">
                <a:latin typeface="+mj-lt"/>
              </a:rPr>
              <a:t>ut</a:t>
            </a:r>
            <a:r>
              <a:rPr lang="en-US" sz="1100" dirty="0">
                <a:latin typeface="+mj-lt"/>
              </a:rPr>
              <a:t> </a:t>
            </a:r>
            <a:r>
              <a:rPr lang="en-US" sz="1100" dirty="0" err="1">
                <a:latin typeface="+mj-lt"/>
              </a:rPr>
              <a:t>nisl</a:t>
            </a:r>
            <a:r>
              <a:rPr lang="en-US" sz="1100" dirty="0">
                <a:latin typeface="+mj-lt"/>
              </a:rPr>
              <a:t>. </a:t>
            </a:r>
            <a:r>
              <a:rPr lang="en-US" sz="1100" dirty="0" err="1">
                <a:latin typeface="+mj-lt"/>
              </a:rPr>
              <a:t>Praesent</a:t>
            </a:r>
            <a:r>
              <a:rPr lang="en-US" sz="1100" dirty="0">
                <a:latin typeface="+mj-lt"/>
              </a:rPr>
              <a:t> </a:t>
            </a:r>
            <a:r>
              <a:rPr lang="en-US" sz="1100" dirty="0" err="1">
                <a:latin typeface="+mj-lt"/>
              </a:rPr>
              <a:t>bibendum</a:t>
            </a:r>
            <a:r>
              <a:rPr lang="en-US" sz="1100" dirty="0">
                <a:latin typeface="+mj-lt"/>
              </a:rPr>
              <a:t> tempus </a:t>
            </a:r>
            <a:r>
              <a:rPr lang="en-US" sz="1100" dirty="0" err="1">
                <a:latin typeface="+mj-lt"/>
              </a:rPr>
              <a:t>tellus</a:t>
            </a:r>
            <a:r>
              <a:rPr lang="en-US" sz="1100" dirty="0">
                <a:latin typeface="+mj-lt"/>
              </a:rPr>
              <a:t> </a:t>
            </a:r>
            <a:r>
              <a:rPr lang="en-US" sz="1100" dirty="0" err="1">
                <a:latin typeface="+mj-lt"/>
              </a:rPr>
              <a:t>nec</a:t>
            </a:r>
            <a:r>
              <a:rPr lang="en-US" sz="1100" dirty="0">
                <a:latin typeface="+mj-lt"/>
              </a:rPr>
              <a:t> </a:t>
            </a:r>
            <a:r>
              <a:rPr lang="en-US" sz="1100" dirty="0" err="1">
                <a:latin typeface="+mj-lt"/>
              </a:rPr>
              <a:t>hendrerit</a:t>
            </a:r>
            <a:r>
              <a:rPr lang="en-US" sz="1100" dirty="0">
                <a:latin typeface="+mj-lt"/>
              </a:rPr>
              <a:t>. Nam in </a:t>
            </a:r>
            <a:r>
              <a:rPr lang="en-US" sz="1100" dirty="0" err="1">
                <a:latin typeface="+mj-lt"/>
              </a:rPr>
              <a:t>tempor</a:t>
            </a:r>
            <a:r>
              <a:rPr lang="en-US" sz="1100" dirty="0">
                <a:latin typeface="+mj-lt"/>
              </a:rPr>
              <a:t> </a:t>
            </a:r>
            <a:r>
              <a:rPr lang="en-US" sz="1100" dirty="0" err="1">
                <a:latin typeface="+mj-lt"/>
              </a:rPr>
              <a:t>metus</a:t>
            </a:r>
            <a:r>
              <a:rPr lang="en-US" sz="1100" dirty="0">
                <a:latin typeface="+mj-lt"/>
              </a:rPr>
              <a:t>, ac </a:t>
            </a:r>
            <a:r>
              <a:rPr lang="en-US" sz="1100" dirty="0" err="1">
                <a:latin typeface="+mj-lt"/>
              </a:rPr>
              <a:t>finibus</a:t>
            </a:r>
            <a:r>
              <a:rPr lang="en-US" sz="1100" dirty="0">
                <a:latin typeface="+mj-lt"/>
              </a:rPr>
              <a:t> </a:t>
            </a:r>
            <a:r>
              <a:rPr lang="en-US" sz="1100" dirty="0" err="1">
                <a:latin typeface="+mj-lt"/>
              </a:rPr>
              <a:t>purus</a:t>
            </a:r>
            <a:r>
              <a:rPr lang="en-US" sz="1100" dirty="0">
                <a:latin typeface="+mj-lt"/>
              </a:rPr>
              <a:t>. </a:t>
            </a:r>
            <a:r>
              <a:rPr lang="en-US" sz="1100" dirty="0" err="1">
                <a:latin typeface="+mj-lt"/>
              </a:rPr>
              <a:t>Praesent</a:t>
            </a:r>
            <a:r>
              <a:rPr lang="en-US" sz="1100" dirty="0">
                <a:latin typeface="+mj-lt"/>
              </a:rPr>
              <a:t> </a:t>
            </a:r>
            <a:r>
              <a:rPr lang="en-US" sz="1100" dirty="0" err="1">
                <a:latin typeface="+mj-lt"/>
              </a:rPr>
              <a:t>consequat</a:t>
            </a:r>
            <a:r>
              <a:rPr lang="en-US" sz="1100" dirty="0">
                <a:latin typeface="+mj-lt"/>
              </a:rPr>
              <a:t> </a:t>
            </a:r>
            <a:r>
              <a:rPr lang="en-US" sz="1100" dirty="0" err="1">
                <a:latin typeface="+mj-lt"/>
              </a:rPr>
              <a:t>lectus</a:t>
            </a:r>
            <a:r>
              <a:rPr lang="en-US" sz="1100" dirty="0">
                <a:latin typeface="+mj-lt"/>
              </a:rPr>
              <a:t> sit </a:t>
            </a:r>
            <a:r>
              <a:rPr lang="en-US" sz="1100" dirty="0" err="1">
                <a:latin typeface="+mj-lt"/>
              </a:rPr>
              <a:t>amet</a:t>
            </a:r>
            <a:r>
              <a:rPr lang="en-US" sz="1100" dirty="0">
                <a:latin typeface="+mj-lt"/>
              </a:rPr>
              <a:t> </a:t>
            </a:r>
            <a:r>
              <a:rPr lang="en-US" sz="1100" dirty="0" err="1">
                <a:latin typeface="+mj-lt"/>
              </a:rPr>
              <a:t>tortor</a:t>
            </a:r>
            <a:r>
              <a:rPr lang="en-US" sz="1100" dirty="0">
                <a:latin typeface="+mj-lt"/>
              </a:rPr>
              <a:t> pharetra, </a:t>
            </a:r>
            <a:r>
              <a:rPr lang="en-US" sz="1100" dirty="0" err="1">
                <a:latin typeface="+mj-lt"/>
              </a:rPr>
              <a:t>sed</a:t>
            </a:r>
            <a:r>
              <a:rPr lang="en-US" sz="1100" dirty="0">
                <a:latin typeface="+mj-lt"/>
              </a:rPr>
              <a:t> </a:t>
            </a:r>
            <a:r>
              <a:rPr lang="en-US" sz="1100" dirty="0" err="1">
                <a:latin typeface="+mj-lt"/>
              </a:rPr>
              <a:t>venenatis</a:t>
            </a:r>
            <a:r>
              <a:rPr lang="en-US" sz="1100" dirty="0">
                <a:latin typeface="+mj-lt"/>
              </a:rPr>
              <a:t> </a:t>
            </a:r>
            <a:r>
              <a:rPr lang="en-US" sz="1100" dirty="0" err="1">
                <a:latin typeface="+mj-lt"/>
              </a:rPr>
              <a:t>eros</a:t>
            </a:r>
            <a:r>
              <a:rPr lang="en-US" sz="1100" dirty="0">
                <a:latin typeface="+mj-lt"/>
              </a:rPr>
              <a:t> </a:t>
            </a:r>
            <a:r>
              <a:rPr lang="en-US" sz="1100" dirty="0" err="1">
                <a:latin typeface="+mj-lt"/>
              </a:rPr>
              <a:t>lacinia</a:t>
            </a:r>
            <a:r>
              <a:rPr lang="en-US" sz="1100" dirty="0">
                <a:latin typeface="+mj-lt"/>
              </a:rPr>
              <a:t>. In </a:t>
            </a:r>
            <a:r>
              <a:rPr lang="en-US" sz="1100" dirty="0" err="1">
                <a:latin typeface="+mj-lt"/>
              </a:rPr>
              <a:t>sed</a:t>
            </a:r>
            <a:r>
              <a:rPr lang="en-US" sz="1100" dirty="0">
                <a:latin typeface="+mj-lt"/>
              </a:rPr>
              <a:t> </a:t>
            </a:r>
            <a:r>
              <a:rPr lang="en-US" sz="1100" dirty="0" err="1">
                <a:latin typeface="+mj-lt"/>
              </a:rPr>
              <a:t>erat</a:t>
            </a:r>
            <a:r>
              <a:rPr lang="en-US" sz="1100" dirty="0">
                <a:latin typeface="+mj-lt"/>
              </a:rPr>
              <a:t> libero. </a:t>
            </a:r>
            <a:r>
              <a:rPr lang="en-US" sz="1100" dirty="0" err="1">
                <a:latin typeface="+mj-lt"/>
              </a:rPr>
              <a:t>Sed</a:t>
            </a:r>
            <a:r>
              <a:rPr lang="en-US" sz="1100" dirty="0">
                <a:latin typeface="+mj-lt"/>
              </a:rPr>
              <a:t> lorem </a:t>
            </a:r>
            <a:r>
              <a:rPr lang="en-US" sz="1100" dirty="0" err="1">
                <a:latin typeface="+mj-lt"/>
              </a:rPr>
              <a:t>neque</a:t>
            </a:r>
            <a:r>
              <a:rPr lang="en-US" sz="1100" dirty="0">
                <a:latin typeface="+mj-lt"/>
              </a:rPr>
              <a:t>, </a:t>
            </a:r>
            <a:r>
              <a:rPr lang="en-US" sz="1100" dirty="0" err="1">
                <a:latin typeface="+mj-lt"/>
              </a:rPr>
              <a:t>commodo</a:t>
            </a:r>
            <a:r>
              <a:rPr lang="en-US" sz="1100" dirty="0">
                <a:latin typeface="+mj-lt"/>
              </a:rPr>
              <a:t> vitae ex at, pharetra convallis </a:t>
            </a:r>
            <a:r>
              <a:rPr lang="en-US" sz="1100" dirty="0" err="1">
                <a:latin typeface="+mj-lt"/>
              </a:rPr>
              <a:t>nunc</a:t>
            </a:r>
            <a:r>
              <a:rPr lang="en-US" sz="1100" dirty="0">
                <a:latin typeface="+mj-lt"/>
              </a:rPr>
              <a:t>. In </a:t>
            </a:r>
            <a:r>
              <a:rPr lang="en-US" sz="1100" dirty="0" err="1">
                <a:latin typeface="+mj-lt"/>
              </a:rPr>
              <a:t>vehicula</a:t>
            </a:r>
            <a:r>
              <a:rPr lang="en-US" sz="1100" dirty="0">
                <a:latin typeface="+mj-lt"/>
              </a:rPr>
              <a:t> </a:t>
            </a:r>
            <a:r>
              <a:rPr lang="en-US" sz="1100" dirty="0" err="1">
                <a:latin typeface="+mj-lt"/>
              </a:rPr>
              <a:t>mauris</a:t>
            </a:r>
            <a:r>
              <a:rPr lang="en-US" sz="1100" dirty="0">
                <a:latin typeface="+mj-lt"/>
              </a:rPr>
              <a:t> ligula. </a:t>
            </a:r>
            <a:r>
              <a:rPr lang="en-US" sz="1100" dirty="0" err="1">
                <a:latin typeface="+mj-lt"/>
              </a:rPr>
              <a:t>Suspendisse</a:t>
            </a:r>
            <a:r>
              <a:rPr lang="en-US" sz="1100" dirty="0">
                <a:latin typeface="+mj-lt"/>
              </a:rPr>
              <a:t> in </a:t>
            </a:r>
            <a:r>
              <a:rPr lang="en-US" sz="1100" dirty="0" err="1">
                <a:latin typeface="+mj-lt"/>
              </a:rPr>
              <a:t>tellus</a:t>
            </a:r>
            <a:r>
              <a:rPr lang="en-US" sz="1100" dirty="0">
                <a:latin typeface="+mj-lt"/>
              </a:rPr>
              <a:t> </a:t>
            </a:r>
            <a:r>
              <a:rPr lang="en-US" sz="1100" dirty="0" err="1">
                <a:latin typeface="+mj-lt"/>
              </a:rPr>
              <a:t>congue</a:t>
            </a:r>
            <a:r>
              <a:rPr lang="en-US" sz="1100" dirty="0">
                <a:latin typeface="+mj-lt"/>
              </a:rPr>
              <a:t> </a:t>
            </a:r>
            <a:r>
              <a:rPr lang="en-US" sz="1100" dirty="0" err="1">
                <a:latin typeface="+mj-lt"/>
              </a:rPr>
              <a:t>odio</a:t>
            </a:r>
            <a:r>
              <a:rPr lang="en-US" sz="1100" dirty="0">
                <a:latin typeface="+mj-lt"/>
              </a:rPr>
              <a:t> pharetra </a:t>
            </a:r>
            <a:r>
              <a:rPr lang="en-US" sz="1100" dirty="0" err="1">
                <a:latin typeface="+mj-lt"/>
              </a:rPr>
              <a:t>finibus</a:t>
            </a:r>
            <a:r>
              <a:rPr lang="en-US" sz="1100" dirty="0">
                <a:latin typeface="+mj-lt"/>
              </a:rPr>
              <a:t>. Nam </a:t>
            </a:r>
            <a:r>
              <a:rPr lang="en-US" sz="1100" dirty="0" err="1">
                <a:latin typeface="+mj-lt"/>
              </a:rPr>
              <a:t>vel</a:t>
            </a:r>
            <a:r>
              <a:rPr lang="en-US" sz="1100" dirty="0">
                <a:latin typeface="+mj-lt"/>
              </a:rPr>
              <a:t> </a:t>
            </a:r>
            <a:r>
              <a:rPr lang="en-US" sz="1100" dirty="0" err="1">
                <a:latin typeface="+mj-lt"/>
              </a:rPr>
              <a:t>auctor</a:t>
            </a:r>
            <a:r>
              <a:rPr lang="en-US" sz="1100" dirty="0">
                <a:latin typeface="+mj-lt"/>
              </a:rPr>
              <a:t> </a:t>
            </a:r>
            <a:r>
              <a:rPr lang="en-US" sz="1100" dirty="0" err="1">
                <a:latin typeface="+mj-lt"/>
              </a:rPr>
              <a:t>justo</a:t>
            </a:r>
            <a:r>
              <a:rPr lang="en-US" sz="1100" dirty="0">
                <a:latin typeface="+mj-lt"/>
              </a:rPr>
              <a:t>, vitae </a:t>
            </a:r>
            <a:r>
              <a:rPr lang="en-US" sz="1100" dirty="0" err="1">
                <a:latin typeface="+mj-lt"/>
              </a:rPr>
              <a:t>hendrerit</a:t>
            </a:r>
            <a:r>
              <a:rPr lang="en-US" sz="1100" dirty="0">
                <a:latin typeface="+mj-lt"/>
              </a:rPr>
              <a:t> </a:t>
            </a:r>
            <a:r>
              <a:rPr lang="en-US" sz="1100" dirty="0" err="1">
                <a:latin typeface="+mj-lt"/>
              </a:rPr>
              <a:t>orci</a:t>
            </a:r>
            <a:r>
              <a:rPr lang="en-US" sz="1100" dirty="0">
                <a:latin typeface="+mj-lt"/>
              </a:rPr>
              <a:t>. </a:t>
            </a:r>
            <a:r>
              <a:rPr lang="en-US" sz="1100" dirty="0" err="1">
                <a:latin typeface="+mj-lt"/>
              </a:rPr>
              <a:t>Duis</a:t>
            </a:r>
            <a:r>
              <a:rPr lang="en-US" sz="1100" dirty="0">
                <a:latin typeface="+mj-lt"/>
              </a:rPr>
              <a:t> </a:t>
            </a:r>
            <a:r>
              <a:rPr lang="en-US" sz="1100" dirty="0" err="1">
                <a:latin typeface="+mj-lt"/>
              </a:rPr>
              <a:t>nec</a:t>
            </a:r>
            <a:r>
              <a:rPr lang="en-US" sz="1100" dirty="0">
                <a:latin typeface="+mj-lt"/>
              </a:rPr>
              <a:t> </a:t>
            </a:r>
            <a:r>
              <a:rPr lang="en-US" sz="1100" dirty="0" err="1">
                <a:latin typeface="+mj-lt"/>
              </a:rPr>
              <a:t>sapien</a:t>
            </a:r>
            <a:r>
              <a:rPr lang="en-US" sz="1100" dirty="0">
                <a:latin typeface="+mj-lt"/>
              </a:rPr>
              <a:t> </a:t>
            </a:r>
            <a:r>
              <a:rPr lang="en-US" sz="1100" dirty="0" err="1">
                <a:latin typeface="+mj-lt"/>
              </a:rPr>
              <a:t>viverra</a:t>
            </a:r>
            <a:r>
              <a:rPr lang="en-US" sz="1100" dirty="0">
                <a:latin typeface="+mj-lt"/>
              </a:rPr>
              <a:t>, </a:t>
            </a:r>
            <a:r>
              <a:rPr lang="en-US" sz="1100" dirty="0" err="1">
                <a:latin typeface="+mj-lt"/>
              </a:rPr>
              <a:t>bibendum</a:t>
            </a:r>
            <a:r>
              <a:rPr lang="en-US" sz="1100" dirty="0">
                <a:latin typeface="+mj-lt"/>
              </a:rPr>
              <a:t> </a:t>
            </a:r>
            <a:r>
              <a:rPr lang="en-US" sz="1100" dirty="0" err="1">
                <a:latin typeface="+mj-lt"/>
              </a:rPr>
              <a:t>tellus</a:t>
            </a:r>
            <a:r>
              <a:rPr lang="en-US" sz="1100" dirty="0">
                <a:latin typeface="+mj-lt"/>
              </a:rPr>
              <a:t> </a:t>
            </a:r>
            <a:r>
              <a:rPr lang="en-US" sz="1100" dirty="0" err="1">
                <a:latin typeface="+mj-lt"/>
              </a:rPr>
              <a:t>eget</a:t>
            </a:r>
            <a:r>
              <a:rPr lang="en-US" sz="1100" dirty="0">
                <a:latin typeface="+mj-lt"/>
              </a:rPr>
              <a:t>, </a:t>
            </a:r>
            <a:r>
              <a:rPr lang="en-US" sz="1100" dirty="0" err="1">
                <a:latin typeface="+mj-lt"/>
              </a:rPr>
              <a:t>pellentesque</a:t>
            </a:r>
            <a:r>
              <a:rPr lang="en-US" sz="1100" dirty="0">
                <a:latin typeface="+mj-lt"/>
              </a:rPr>
              <a:t> </a:t>
            </a:r>
            <a:r>
              <a:rPr lang="en-US" sz="1100" dirty="0" err="1">
                <a:latin typeface="+mj-lt"/>
              </a:rPr>
              <a:t>massa</a:t>
            </a:r>
            <a:r>
              <a:rPr lang="en-US" sz="1100" dirty="0">
                <a:latin typeface="+mj-lt"/>
              </a:rPr>
              <a:t>. </a:t>
            </a:r>
            <a:r>
              <a:rPr lang="en-US" sz="1100" dirty="0" err="1">
                <a:latin typeface="+mj-lt"/>
              </a:rPr>
              <a:t>Nulla</a:t>
            </a:r>
            <a:r>
              <a:rPr lang="en-US" sz="1100" dirty="0">
                <a:latin typeface="+mj-lt"/>
              </a:rPr>
              <a:t> </a:t>
            </a:r>
            <a:r>
              <a:rPr lang="en-US" sz="1100" dirty="0" err="1">
                <a:latin typeface="+mj-lt"/>
              </a:rPr>
              <a:t>feugiat</a:t>
            </a:r>
            <a:r>
              <a:rPr lang="en-US" sz="1100" dirty="0">
                <a:latin typeface="+mj-lt"/>
              </a:rPr>
              <a:t>, </a:t>
            </a:r>
            <a:r>
              <a:rPr lang="en-US" sz="1100" dirty="0" err="1">
                <a:latin typeface="+mj-lt"/>
              </a:rPr>
              <a:t>turpis</a:t>
            </a:r>
            <a:r>
              <a:rPr lang="en-US" sz="1100" dirty="0">
                <a:latin typeface="+mj-lt"/>
              </a:rPr>
              <a:t> et </a:t>
            </a:r>
            <a:r>
              <a:rPr lang="en-US" sz="1100" dirty="0" err="1">
                <a:latin typeface="+mj-lt"/>
              </a:rPr>
              <a:t>posuere</a:t>
            </a:r>
            <a:r>
              <a:rPr lang="en-US" sz="1100" dirty="0">
                <a:latin typeface="+mj-lt"/>
              </a:rPr>
              <a:t> </a:t>
            </a:r>
            <a:r>
              <a:rPr lang="en-US" sz="1100" dirty="0" err="1">
                <a:latin typeface="+mj-lt"/>
              </a:rPr>
              <a:t>viverra</a:t>
            </a:r>
            <a:r>
              <a:rPr lang="en-US" sz="1100" dirty="0">
                <a:latin typeface="+mj-lt"/>
              </a:rPr>
              <a:t>, ipsum </a:t>
            </a:r>
            <a:r>
              <a:rPr lang="en-US" sz="1100" dirty="0" err="1">
                <a:latin typeface="+mj-lt"/>
              </a:rPr>
              <a:t>sem</a:t>
            </a:r>
            <a:r>
              <a:rPr lang="en-US" sz="1100" dirty="0">
                <a:latin typeface="+mj-lt"/>
              </a:rPr>
              <a:t> </a:t>
            </a:r>
            <a:r>
              <a:rPr lang="en-US" sz="1100" dirty="0" err="1">
                <a:latin typeface="+mj-lt"/>
              </a:rPr>
              <a:t>tincidunt</a:t>
            </a:r>
            <a:r>
              <a:rPr lang="en-US" sz="1100" dirty="0">
                <a:latin typeface="+mj-lt"/>
              </a:rPr>
              <a:t> </a:t>
            </a:r>
            <a:r>
              <a:rPr lang="en-US" sz="1100" dirty="0" err="1">
                <a:latin typeface="+mj-lt"/>
              </a:rPr>
              <a:t>est</a:t>
            </a:r>
            <a:r>
              <a:rPr lang="en-US" sz="1100" dirty="0">
                <a:latin typeface="+mj-lt"/>
              </a:rPr>
              <a:t>, </a:t>
            </a:r>
            <a:r>
              <a:rPr lang="en-US" sz="1100" dirty="0" err="1">
                <a:latin typeface="+mj-lt"/>
              </a:rPr>
              <a:t>finibus</a:t>
            </a:r>
            <a:r>
              <a:rPr lang="en-US" sz="1100" dirty="0">
                <a:latin typeface="+mj-lt"/>
              </a:rPr>
              <a:t> </a:t>
            </a:r>
            <a:r>
              <a:rPr lang="en-US" sz="1100" dirty="0" err="1">
                <a:latin typeface="+mj-lt"/>
              </a:rPr>
              <a:t>tempor</a:t>
            </a:r>
            <a:r>
              <a:rPr lang="en-US" sz="1100" dirty="0">
                <a:latin typeface="+mj-lt"/>
              </a:rPr>
              <a:t> </a:t>
            </a:r>
            <a:r>
              <a:rPr lang="en-US" sz="1100" dirty="0" err="1">
                <a:latin typeface="+mj-lt"/>
              </a:rPr>
              <a:t>nibh</a:t>
            </a:r>
            <a:r>
              <a:rPr lang="en-US" sz="1100" dirty="0">
                <a:latin typeface="+mj-lt"/>
              </a:rPr>
              <a:t> ante semper diam. </a:t>
            </a:r>
            <a:r>
              <a:rPr lang="en-US" sz="1100" dirty="0" err="1">
                <a:latin typeface="+mj-lt"/>
              </a:rPr>
              <a:t>Nullam</a:t>
            </a:r>
            <a:r>
              <a:rPr lang="en-US" sz="1100" dirty="0">
                <a:latin typeface="+mj-lt"/>
              </a:rPr>
              <a:t> </a:t>
            </a:r>
            <a:r>
              <a:rPr lang="en-US" sz="1100" dirty="0" err="1">
                <a:latin typeface="+mj-lt"/>
              </a:rPr>
              <a:t>quis</a:t>
            </a:r>
            <a:r>
              <a:rPr lang="en-US" sz="1100" dirty="0">
                <a:latin typeface="+mj-lt"/>
              </a:rPr>
              <a:t> </a:t>
            </a:r>
            <a:r>
              <a:rPr lang="en-US" sz="1100" dirty="0" err="1">
                <a:latin typeface="+mj-lt"/>
              </a:rPr>
              <a:t>euismod</a:t>
            </a:r>
            <a:r>
              <a:rPr lang="en-US" sz="1100" dirty="0">
                <a:latin typeface="+mj-lt"/>
              </a:rPr>
              <a:t> </a:t>
            </a:r>
            <a:r>
              <a:rPr lang="en-US" sz="1100" dirty="0" err="1">
                <a:latin typeface="+mj-lt"/>
              </a:rPr>
              <a:t>neque</a:t>
            </a:r>
            <a:r>
              <a:rPr lang="en-US" sz="1100" dirty="0">
                <a:latin typeface="+mj-lt"/>
              </a:rPr>
              <a:t>, </a:t>
            </a:r>
            <a:r>
              <a:rPr lang="en-US" sz="1100" dirty="0" err="1">
                <a:latin typeface="+mj-lt"/>
              </a:rPr>
              <a:t>nec</a:t>
            </a:r>
            <a:r>
              <a:rPr lang="en-US" sz="1100" dirty="0">
                <a:latin typeface="+mj-lt"/>
              </a:rPr>
              <a:t> </a:t>
            </a:r>
            <a:r>
              <a:rPr lang="en-US" sz="1100" dirty="0" err="1">
                <a:latin typeface="+mj-lt"/>
              </a:rPr>
              <a:t>facilisis</a:t>
            </a:r>
            <a:r>
              <a:rPr lang="en-US" sz="1100" dirty="0">
                <a:latin typeface="+mj-lt"/>
              </a:rPr>
              <a:t> sem. </a:t>
            </a:r>
            <a:r>
              <a:rPr lang="en-US" sz="1100" dirty="0" err="1">
                <a:latin typeface="+mj-lt"/>
              </a:rPr>
              <a:t>Morbi</a:t>
            </a:r>
            <a:r>
              <a:rPr lang="en-US" sz="1100" dirty="0">
                <a:latin typeface="+mj-lt"/>
              </a:rPr>
              <a:t> </a:t>
            </a:r>
            <a:r>
              <a:rPr lang="en-US" sz="1100" dirty="0" err="1">
                <a:latin typeface="+mj-lt"/>
              </a:rPr>
              <a:t>egestas</a:t>
            </a:r>
            <a:r>
              <a:rPr lang="en-US" sz="1100" dirty="0">
                <a:latin typeface="+mj-lt"/>
              </a:rPr>
              <a:t> </a:t>
            </a:r>
            <a:r>
              <a:rPr lang="en-US" sz="1100" dirty="0" err="1">
                <a:latin typeface="+mj-lt"/>
              </a:rPr>
              <a:t>iaculis</a:t>
            </a:r>
            <a:r>
              <a:rPr lang="en-US" sz="1100" dirty="0">
                <a:latin typeface="+mj-lt"/>
              </a:rPr>
              <a:t> </a:t>
            </a:r>
            <a:r>
              <a:rPr lang="en-US" sz="1100" dirty="0" err="1">
                <a:latin typeface="+mj-lt"/>
              </a:rPr>
              <a:t>dignissim</a:t>
            </a:r>
            <a:r>
              <a:rPr lang="en-US" sz="1100" dirty="0">
                <a:latin typeface="+mj-lt"/>
              </a:rPr>
              <a:t>. In </a:t>
            </a:r>
            <a:r>
              <a:rPr lang="en-US" sz="1100" dirty="0" err="1">
                <a:latin typeface="+mj-lt"/>
              </a:rPr>
              <a:t>accumsan</a:t>
            </a:r>
            <a:r>
              <a:rPr lang="en-US" sz="1100" dirty="0">
                <a:latin typeface="+mj-lt"/>
              </a:rPr>
              <a:t> </a:t>
            </a:r>
            <a:r>
              <a:rPr lang="en-US" sz="1100" dirty="0" err="1">
                <a:latin typeface="+mj-lt"/>
              </a:rPr>
              <a:t>tortor</a:t>
            </a:r>
            <a:r>
              <a:rPr lang="en-US" sz="1100" dirty="0">
                <a:latin typeface="+mj-lt"/>
              </a:rPr>
              <a:t> </a:t>
            </a:r>
            <a:r>
              <a:rPr lang="en-US" sz="1100" dirty="0" err="1">
                <a:latin typeface="+mj-lt"/>
              </a:rPr>
              <a:t>elit</a:t>
            </a:r>
            <a:r>
              <a:rPr lang="en-US" sz="1100" dirty="0">
                <a:latin typeface="+mj-lt"/>
              </a:rPr>
              <a:t>, non </a:t>
            </a:r>
            <a:r>
              <a:rPr lang="en-US" sz="1100" dirty="0" err="1">
                <a:latin typeface="+mj-lt"/>
              </a:rPr>
              <a:t>euismod</a:t>
            </a:r>
            <a:r>
              <a:rPr lang="en-US" sz="1100" dirty="0">
                <a:latin typeface="+mj-lt"/>
              </a:rPr>
              <a:t> </a:t>
            </a:r>
            <a:r>
              <a:rPr lang="en-US" sz="1100" dirty="0" err="1">
                <a:latin typeface="+mj-lt"/>
              </a:rPr>
              <a:t>eros</a:t>
            </a:r>
            <a:r>
              <a:rPr lang="en-US" sz="1100" dirty="0">
                <a:latin typeface="+mj-lt"/>
              </a:rPr>
              <a:t> </a:t>
            </a:r>
            <a:r>
              <a:rPr lang="en-US" sz="1100" dirty="0" err="1">
                <a:latin typeface="+mj-lt"/>
              </a:rPr>
              <a:t>accumsan</a:t>
            </a:r>
            <a:r>
              <a:rPr lang="en-US" sz="1100" dirty="0">
                <a:latin typeface="+mj-lt"/>
              </a:rPr>
              <a:t> ac. </a:t>
            </a:r>
            <a:r>
              <a:rPr lang="en-US" sz="1100" dirty="0" err="1">
                <a:latin typeface="+mj-lt"/>
              </a:rPr>
              <a:t>Sed</a:t>
            </a:r>
            <a:r>
              <a:rPr lang="en-US" sz="1100" dirty="0">
                <a:latin typeface="+mj-lt"/>
              </a:rPr>
              <a:t> </a:t>
            </a:r>
            <a:r>
              <a:rPr lang="en-US" sz="1100" dirty="0" err="1">
                <a:latin typeface="+mj-lt"/>
              </a:rPr>
              <a:t>ultrices</a:t>
            </a:r>
            <a:r>
              <a:rPr lang="en-US" sz="1100" dirty="0">
                <a:latin typeface="+mj-lt"/>
              </a:rPr>
              <a:t> mi lorem, </a:t>
            </a:r>
            <a:r>
              <a:rPr lang="en-US" sz="1100" dirty="0" err="1">
                <a:latin typeface="+mj-lt"/>
              </a:rPr>
              <a:t>ut</a:t>
            </a:r>
            <a:r>
              <a:rPr lang="en-US" sz="1100" dirty="0">
                <a:latin typeface="+mj-lt"/>
              </a:rPr>
              <a:t> </a:t>
            </a:r>
            <a:r>
              <a:rPr lang="en-US" sz="1100" dirty="0" err="1">
                <a:latin typeface="+mj-lt"/>
              </a:rPr>
              <a:t>dignissim</a:t>
            </a:r>
            <a:r>
              <a:rPr lang="en-US" sz="1100" dirty="0">
                <a:latin typeface="+mj-lt"/>
              </a:rPr>
              <a:t> </a:t>
            </a:r>
            <a:r>
              <a:rPr lang="en-US" sz="1100" dirty="0" err="1">
                <a:latin typeface="+mj-lt"/>
              </a:rPr>
              <a:t>nibh</a:t>
            </a:r>
            <a:r>
              <a:rPr lang="en-US" sz="1100" dirty="0">
                <a:latin typeface="+mj-lt"/>
              </a:rPr>
              <a:t> </a:t>
            </a:r>
            <a:r>
              <a:rPr lang="en-US" sz="1100" dirty="0" err="1">
                <a:latin typeface="+mj-lt"/>
              </a:rPr>
              <a:t>facilisis</a:t>
            </a:r>
            <a:r>
              <a:rPr lang="en-US" sz="1100" dirty="0">
                <a:latin typeface="+mj-lt"/>
              </a:rPr>
              <a:t> vel.</a:t>
            </a:r>
          </a:p>
        </p:txBody>
      </p:sp>
      <p:sp>
        <p:nvSpPr>
          <p:cNvPr id="5" name="Text Placeholder 4"/>
          <p:cNvSpPr>
            <a:spLocks noGrp="1"/>
          </p:cNvSpPr>
          <p:nvPr>
            <p:ph type="body" sz="quarter" idx="11" hasCustomPrompt="1"/>
          </p:nvPr>
        </p:nvSpPr>
        <p:spPr>
          <a:xfrm>
            <a:off x="357188" y="1079500"/>
            <a:ext cx="8429625"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Highlight goes here</a:t>
            </a:r>
          </a:p>
        </p:txBody>
      </p:sp>
      <p:cxnSp>
        <p:nvCxnSpPr>
          <p:cNvPr id="6" name="Straight Connector 5"/>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1179656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3" name="Content Placeholder 5"/>
          <p:cNvSpPr>
            <a:spLocks noGrp="1"/>
          </p:cNvSpPr>
          <p:nvPr>
            <p:ph sz="quarter" idx="10" hasCustomPrompt="1"/>
          </p:nvPr>
        </p:nvSpPr>
        <p:spPr>
          <a:xfrm>
            <a:off x="357190" y="1422400"/>
            <a:ext cx="3986211" cy="3054350"/>
          </a:xfrm>
        </p:spPr>
        <p:txBody>
          <a:bodyPr/>
          <a:lstStyle>
            <a:lvl1pPr marL="171446" indent="-171446">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marL="171446" indent="-171446">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7" name="Text Placeholder 4"/>
          <p:cNvSpPr>
            <a:spLocks noGrp="1"/>
          </p:cNvSpPr>
          <p:nvPr>
            <p:ph type="body" sz="quarter" idx="13" hasCustomPrompt="1"/>
          </p:nvPr>
        </p:nvSpPr>
        <p:spPr>
          <a:xfrm>
            <a:off x="4800598" y="1079500"/>
            <a:ext cx="3993359"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OTHER Highlight goes here</a:t>
            </a:r>
          </a:p>
        </p:txBody>
      </p:sp>
      <p:cxnSp>
        <p:nvCxnSpPr>
          <p:cNvPr id="8" name="Straight Connector 7"/>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666033981"/>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357190" y="1079500"/>
            <a:ext cx="3986211" cy="33972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dirty="0"/>
              <a:t>Please add picture here</a:t>
            </a:r>
          </a:p>
          <a:p>
            <a:endParaRPr lang="en-US" dirty="0"/>
          </a:p>
          <a:p>
            <a:endParaRPr lang="en-US" dirty="0"/>
          </a:p>
        </p:txBody>
      </p:sp>
      <p:cxnSp>
        <p:nvCxnSpPr>
          <p:cNvPr id="5" name="Straight Connector 4"/>
          <p:cNvCxnSpPr/>
          <p:nvPr userDrawn="1"/>
        </p:nvCxnSpPr>
        <p:spPr>
          <a:xfrm>
            <a:off x="294410"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507521761"/>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with Highligh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357189" y="1422400"/>
            <a:ext cx="3986212" cy="30543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dirty="0"/>
              <a:t>Please add picture here</a:t>
            </a:r>
          </a:p>
          <a:p>
            <a:endParaRPr lang="en-US" dirty="0"/>
          </a:p>
          <a:p>
            <a:endParaRPr lang="en-US" dirty="0"/>
          </a:p>
        </p:txBody>
      </p:sp>
      <p:sp>
        <p:nvSpPr>
          <p:cNvPr id="5" name="Text Placeholder 4"/>
          <p:cNvSpPr>
            <a:spLocks noGrp="1"/>
          </p:cNvSpPr>
          <p:nvPr>
            <p:ph type="body" sz="quarter" idx="12"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Highlight goes here</a:t>
            </a:r>
          </a:p>
        </p:txBody>
      </p:sp>
      <p:cxnSp>
        <p:nvCxnSpPr>
          <p:cNvPr id="7" name="Straight Connector 6"/>
          <p:cNvCxnSpPr/>
          <p:nvPr userDrawn="1"/>
        </p:nvCxnSpPr>
        <p:spPr>
          <a:xfrm>
            <a:off x="294410"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1561262817"/>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is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dirty="0"/>
              <a:t>Please add picture here</a:t>
            </a:r>
          </a:p>
          <a:p>
            <a:endParaRPr lang="en-US" dirty="0"/>
          </a:p>
          <a:p>
            <a:endParaRPr lang="en-US" dirty="0"/>
          </a:p>
        </p:txBody>
      </p:sp>
      <p:cxnSp>
        <p:nvCxnSpPr>
          <p:cNvPr id="7" name="Straight Connector 6"/>
          <p:cNvCxnSpPr/>
          <p:nvPr userDrawn="1"/>
        </p:nvCxnSpPr>
        <p:spPr>
          <a:xfrm>
            <a:off x="294410"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4" name="Text Placeholder 13"/>
          <p:cNvSpPr>
            <a:spLocks noGrp="1"/>
          </p:cNvSpPr>
          <p:nvPr>
            <p:ph type="body" sz="quarter" idx="12" hasCustomPrompt="1"/>
          </p:nvPr>
        </p:nvSpPr>
        <p:spPr>
          <a:xfrm>
            <a:off x="357188" y="1092491"/>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dirty="0"/>
              <a:t>#</a:t>
            </a:r>
          </a:p>
        </p:txBody>
      </p:sp>
      <p:sp>
        <p:nvSpPr>
          <p:cNvPr id="20" name="Text Placeholder 19"/>
          <p:cNvSpPr>
            <a:spLocks noGrp="1"/>
          </p:cNvSpPr>
          <p:nvPr>
            <p:ph type="body" sz="quarter" idx="13" hasCustomPrompt="1"/>
          </p:nvPr>
        </p:nvSpPr>
        <p:spPr>
          <a:xfrm>
            <a:off x="710973" y="1092491"/>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dirty="0"/>
              <a:t>Please put section one title here</a:t>
            </a:r>
          </a:p>
        </p:txBody>
      </p:sp>
      <p:sp>
        <p:nvSpPr>
          <p:cNvPr id="21" name="Text Placeholder 13"/>
          <p:cNvSpPr>
            <a:spLocks noGrp="1"/>
          </p:cNvSpPr>
          <p:nvPr>
            <p:ph type="body" sz="quarter" idx="14" hasCustomPrompt="1"/>
          </p:nvPr>
        </p:nvSpPr>
        <p:spPr>
          <a:xfrm>
            <a:off x="357188" y="4120134"/>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dirty="0"/>
              <a:t>#</a:t>
            </a:r>
          </a:p>
        </p:txBody>
      </p:sp>
      <p:sp>
        <p:nvSpPr>
          <p:cNvPr id="22" name="Text Placeholder 13"/>
          <p:cNvSpPr>
            <a:spLocks noGrp="1"/>
          </p:cNvSpPr>
          <p:nvPr>
            <p:ph type="body" sz="quarter" idx="15" hasCustomPrompt="1"/>
          </p:nvPr>
        </p:nvSpPr>
        <p:spPr>
          <a:xfrm>
            <a:off x="357188" y="1698020"/>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dirty="0"/>
              <a:t>#</a:t>
            </a:r>
          </a:p>
        </p:txBody>
      </p:sp>
      <p:sp>
        <p:nvSpPr>
          <p:cNvPr id="23" name="Text Placeholder 13"/>
          <p:cNvSpPr>
            <a:spLocks noGrp="1"/>
          </p:cNvSpPr>
          <p:nvPr>
            <p:ph type="body" sz="quarter" idx="16" hasCustomPrompt="1"/>
          </p:nvPr>
        </p:nvSpPr>
        <p:spPr>
          <a:xfrm>
            <a:off x="357188" y="2303549"/>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dirty="0"/>
              <a:t>#</a:t>
            </a:r>
          </a:p>
        </p:txBody>
      </p:sp>
      <p:sp>
        <p:nvSpPr>
          <p:cNvPr id="24" name="Text Placeholder 13"/>
          <p:cNvSpPr>
            <a:spLocks noGrp="1"/>
          </p:cNvSpPr>
          <p:nvPr>
            <p:ph type="body" sz="quarter" idx="17" hasCustomPrompt="1"/>
          </p:nvPr>
        </p:nvSpPr>
        <p:spPr>
          <a:xfrm>
            <a:off x="357188" y="2909078"/>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dirty="0"/>
              <a:t>#</a:t>
            </a:r>
          </a:p>
        </p:txBody>
      </p:sp>
      <p:sp>
        <p:nvSpPr>
          <p:cNvPr id="25" name="Text Placeholder 13"/>
          <p:cNvSpPr>
            <a:spLocks noGrp="1"/>
          </p:cNvSpPr>
          <p:nvPr>
            <p:ph type="body" sz="quarter" idx="18" hasCustomPrompt="1"/>
          </p:nvPr>
        </p:nvSpPr>
        <p:spPr>
          <a:xfrm>
            <a:off x="357188" y="3514607"/>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dirty="0"/>
              <a:t>#</a:t>
            </a:r>
          </a:p>
        </p:txBody>
      </p:sp>
      <p:sp>
        <p:nvSpPr>
          <p:cNvPr id="26" name="Text Placeholder 19"/>
          <p:cNvSpPr>
            <a:spLocks noGrp="1"/>
          </p:cNvSpPr>
          <p:nvPr>
            <p:ph type="body" sz="quarter" idx="19" hasCustomPrompt="1"/>
          </p:nvPr>
        </p:nvSpPr>
        <p:spPr>
          <a:xfrm>
            <a:off x="710973" y="1697608"/>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dirty="0"/>
              <a:t>Please put section TWO title here</a:t>
            </a:r>
          </a:p>
        </p:txBody>
      </p:sp>
      <p:sp>
        <p:nvSpPr>
          <p:cNvPr id="27" name="Text Placeholder 19"/>
          <p:cNvSpPr>
            <a:spLocks noGrp="1"/>
          </p:cNvSpPr>
          <p:nvPr>
            <p:ph type="body" sz="quarter" idx="20" hasCustomPrompt="1"/>
          </p:nvPr>
        </p:nvSpPr>
        <p:spPr>
          <a:xfrm>
            <a:off x="710973" y="2302725"/>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dirty="0"/>
              <a:t>Please put section THREE title here</a:t>
            </a:r>
          </a:p>
        </p:txBody>
      </p:sp>
      <p:sp>
        <p:nvSpPr>
          <p:cNvPr id="28" name="Text Placeholder 19"/>
          <p:cNvSpPr>
            <a:spLocks noGrp="1"/>
          </p:cNvSpPr>
          <p:nvPr>
            <p:ph type="body" sz="quarter" idx="21" hasCustomPrompt="1"/>
          </p:nvPr>
        </p:nvSpPr>
        <p:spPr>
          <a:xfrm>
            <a:off x="710973" y="2907842"/>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dirty="0"/>
              <a:t>…</a:t>
            </a:r>
          </a:p>
        </p:txBody>
      </p:sp>
      <p:sp>
        <p:nvSpPr>
          <p:cNvPr id="29" name="Text Placeholder 19"/>
          <p:cNvSpPr>
            <a:spLocks noGrp="1"/>
          </p:cNvSpPr>
          <p:nvPr>
            <p:ph type="body" sz="quarter" idx="22" hasCustomPrompt="1"/>
          </p:nvPr>
        </p:nvSpPr>
        <p:spPr>
          <a:xfrm>
            <a:off x="710973" y="3512959"/>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dirty="0"/>
              <a:t>And delete</a:t>
            </a:r>
          </a:p>
        </p:txBody>
      </p:sp>
      <p:sp>
        <p:nvSpPr>
          <p:cNvPr id="30" name="Text Placeholder 19"/>
          <p:cNvSpPr>
            <a:spLocks noGrp="1"/>
          </p:cNvSpPr>
          <p:nvPr>
            <p:ph type="body" sz="quarter" idx="23" hasCustomPrompt="1"/>
          </p:nvPr>
        </p:nvSpPr>
        <p:spPr>
          <a:xfrm>
            <a:off x="710973" y="4118077"/>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dirty="0"/>
              <a:t>The extras</a:t>
            </a:r>
          </a:p>
        </p:txBody>
      </p:sp>
      <p:sp>
        <p:nvSpPr>
          <p:cNvPr id="33"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112154380"/>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ersonal Profile - Right">
    <p:spTree>
      <p:nvGrpSpPr>
        <p:cNvPr id="1" name=""/>
        <p:cNvGrpSpPr/>
        <p:nvPr/>
      </p:nvGrpSpPr>
      <p:grpSpPr>
        <a:xfrm>
          <a:off x="0" y="0"/>
          <a:ext cx="0" cy="0"/>
          <a:chOff x="0" y="0"/>
          <a:chExt cx="0" cy="0"/>
        </a:xfrm>
      </p:grpSpPr>
      <p:sp>
        <p:nvSpPr>
          <p:cNvPr id="6" name="Content Placeholder 5"/>
          <p:cNvSpPr>
            <a:spLocks noGrp="1"/>
          </p:cNvSpPr>
          <p:nvPr>
            <p:ph sz="quarter" idx="10" hasCustomPrompt="1"/>
          </p:nvPr>
        </p:nvSpPr>
        <p:spPr>
          <a:xfrm>
            <a:off x="673895" y="1780394"/>
            <a:ext cx="3986211" cy="2696355"/>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p:txBody>
      </p:sp>
      <p:sp>
        <p:nvSpPr>
          <p:cNvPr id="5" name="Text Placeholder 4"/>
          <p:cNvSpPr>
            <a:spLocks noGrp="1"/>
          </p:cNvSpPr>
          <p:nvPr>
            <p:ph type="body" sz="quarter" idx="12" hasCustomPrompt="1"/>
          </p:nvPr>
        </p:nvSpPr>
        <p:spPr>
          <a:xfrm>
            <a:off x="673893" y="1079500"/>
            <a:ext cx="3986212"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Highlight goes here</a:t>
            </a:r>
          </a:p>
        </p:txBody>
      </p:sp>
      <p:sp>
        <p:nvSpPr>
          <p:cNvPr id="11"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
        <p:nvSpPr>
          <p:cNvPr id="12" name="Text Placeholder 4"/>
          <p:cNvSpPr>
            <a:spLocks noGrp="1"/>
          </p:cNvSpPr>
          <p:nvPr>
            <p:ph type="body" sz="quarter" idx="15" hasCustomPrompt="1"/>
          </p:nvPr>
        </p:nvSpPr>
        <p:spPr>
          <a:xfrm>
            <a:off x="673893" y="1437495"/>
            <a:ext cx="398621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dirty="0"/>
              <a:t>Please put title here</a:t>
            </a:r>
          </a:p>
        </p:txBody>
      </p:sp>
      <p:sp>
        <p:nvSpPr>
          <p:cNvPr id="13" name="Rectangle 12"/>
          <p:cNvSpPr/>
          <p:nvPr userDrawn="1"/>
        </p:nvSpPr>
        <p:spPr>
          <a:xfrm>
            <a:off x="5334000" y="1"/>
            <a:ext cx="3810001" cy="4826639"/>
          </a:xfrm>
          <a:prstGeom prst="rect">
            <a:avLst/>
          </a:prstGeom>
          <a:solidFill>
            <a:srgbClr val="77C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Oval 13"/>
          <p:cNvSpPr/>
          <p:nvPr userDrawn="1"/>
        </p:nvSpPr>
        <p:spPr>
          <a:xfrm>
            <a:off x="6228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Picture Placeholder 11"/>
          <p:cNvSpPr>
            <a:spLocks noGrp="1"/>
          </p:cNvSpPr>
          <p:nvPr>
            <p:ph type="pic" sz="quarter" idx="14" hasCustomPrompt="1"/>
          </p:nvPr>
        </p:nvSpPr>
        <p:spPr>
          <a:xfrm>
            <a:off x="6406895" y="1581215"/>
            <a:ext cx="1664208" cy="1664208"/>
          </a:xfrm>
          <a:prstGeom prst="ellipse">
            <a:avLst/>
          </a:prstGeom>
        </p:spPr>
        <p:txBody>
          <a:bodyPr anchor="ctr"/>
          <a:lstStyle>
            <a:lvl1pPr marL="0" indent="0" algn="ctr">
              <a:buNone/>
              <a:defRPr b="1">
                <a:solidFill>
                  <a:schemeClr val="bg1"/>
                </a:solidFill>
              </a:defRPr>
            </a:lvl1pPr>
          </a:lstStyle>
          <a:p>
            <a:r>
              <a:rPr lang="en-US" dirty="0"/>
              <a:t>PLEASE INSERT PHOTO HERE</a:t>
            </a:r>
          </a:p>
        </p:txBody>
      </p:sp>
    </p:spTree>
    <p:extLst>
      <p:ext uri="{BB962C8B-B14F-4D97-AF65-F5344CB8AC3E}">
        <p14:creationId xmlns:p14="http://schemas.microsoft.com/office/powerpoint/2010/main" val="3556641632"/>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ersonal Profile">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4480322" y="1780394"/>
            <a:ext cx="3993357" cy="2696355"/>
          </a:xfrm>
        </p:spPr>
        <p:txBody>
          <a:bodyPr/>
          <a:lstStyle>
            <a:lvl1pPr marL="171446" indent="-171446">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p:txBody>
      </p:sp>
      <p:sp>
        <p:nvSpPr>
          <p:cNvPr id="7" name="Text Placeholder 4"/>
          <p:cNvSpPr>
            <a:spLocks noGrp="1"/>
          </p:cNvSpPr>
          <p:nvPr>
            <p:ph type="body" sz="quarter" idx="13" hasCustomPrompt="1"/>
          </p:nvPr>
        </p:nvSpPr>
        <p:spPr>
          <a:xfrm>
            <a:off x="4480322" y="1079500"/>
            <a:ext cx="3986213"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Please put name here</a:t>
            </a:r>
          </a:p>
        </p:txBody>
      </p:sp>
      <p:sp>
        <p:nvSpPr>
          <p:cNvPr id="9" name="Rectangle 8"/>
          <p:cNvSpPr/>
          <p:nvPr userDrawn="1"/>
        </p:nvSpPr>
        <p:spPr>
          <a:xfrm>
            <a:off x="-1" y="1"/>
            <a:ext cx="3810001" cy="4826639"/>
          </a:xfrm>
          <a:prstGeom prst="rect">
            <a:avLst/>
          </a:prstGeom>
          <a:solidFill>
            <a:srgbClr val="77C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0" name="Oval 9"/>
          <p:cNvSpPr/>
          <p:nvPr userDrawn="1"/>
        </p:nvSpPr>
        <p:spPr>
          <a:xfrm>
            <a:off x="894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2" name="Picture Placeholder 11"/>
          <p:cNvSpPr>
            <a:spLocks noGrp="1"/>
          </p:cNvSpPr>
          <p:nvPr>
            <p:ph type="pic" sz="quarter" idx="14" hasCustomPrompt="1"/>
          </p:nvPr>
        </p:nvSpPr>
        <p:spPr>
          <a:xfrm>
            <a:off x="1072895" y="1581215"/>
            <a:ext cx="1664208" cy="1664208"/>
          </a:xfrm>
          <a:prstGeom prst="ellipse">
            <a:avLst/>
          </a:prstGeom>
        </p:spPr>
        <p:txBody>
          <a:bodyPr anchor="ctr"/>
          <a:lstStyle>
            <a:lvl1pPr marL="0" indent="0" algn="ctr">
              <a:buNone/>
              <a:defRPr b="1">
                <a:solidFill>
                  <a:schemeClr val="bg1"/>
                </a:solidFill>
              </a:defRPr>
            </a:lvl1pPr>
          </a:lstStyle>
          <a:p>
            <a:r>
              <a:rPr lang="en-US" dirty="0"/>
              <a:t>PLEASE INSERT PHOTO HERE</a:t>
            </a:r>
          </a:p>
        </p:txBody>
      </p:sp>
      <p:sp>
        <p:nvSpPr>
          <p:cNvPr id="13" name="Text Placeholder 4"/>
          <p:cNvSpPr>
            <a:spLocks noGrp="1"/>
          </p:cNvSpPr>
          <p:nvPr>
            <p:ph type="body" sz="quarter" idx="15" hasCustomPrompt="1"/>
          </p:nvPr>
        </p:nvSpPr>
        <p:spPr>
          <a:xfrm>
            <a:off x="4480321" y="1437495"/>
            <a:ext cx="399354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dirty="0"/>
              <a:t>Please put title here</a:t>
            </a:r>
          </a:p>
        </p:txBody>
      </p:sp>
      <p:sp>
        <p:nvSpPr>
          <p:cNvPr id="15"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406593987"/>
      </p:ext>
    </p:extLst>
  </p:cSld>
  <p:clrMapOvr>
    <a:masterClrMapping/>
  </p:clrMapOvr>
  <p:extLst>
    <p:ext uri="{DCECCB84-F9BA-43D5-87BE-67443E8EF086}">
      <p15:sldGuideLst xmlns:p15="http://schemas.microsoft.com/office/powerpoint/2012/main">
        <p15:guide id="1" pos="2400">
          <p15:clr>
            <a:srgbClr val="FBAE40"/>
          </p15:clr>
        </p15:guide>
        <p15:guide id="2" orient="horz" pos="152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on Color Canvas">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dirty="0"/>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solidFill>
                  <a:schemeClr val="bg1"/>
                </a:solidFill>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marL="171446" marR="0" lvl="0" indent="-171446" algn="l" defTabSz="914378" rtl="0" eaLnBrk="1" fontAlgn="auto" latinLnBrk="0" hangingPunct="1">
              <a:lnSpc>
                <a:spcPts val="1600"/>
              </a:lnSpc>
              <a:spcBef>
                <a:spcPts val="264"/>
              </a:spcBef>
              <a:spcAft>
                <a:spcPts val="300"/>
              </a:spcAft>
              <a:buClrTx/>
              <a:buSzTx/>
              <a:tabLst/>
              <a:defRPr/>
            </a:pPr>
            <a:r>
              <a:rPr lang="en-US" sz="1100" dirty="0">
                <a:latin typeface="+mj-lt"/>
              </a:rPr>
              <a:t>In </a:t>
            </a:r>
            <a:r>
              <a:rPr lang="en-US" sz="1100" dirty="0" err="1">
                <a:latin typeface="+mj-lt"/>
              </a:rPr>
              <a:t>egestas</a:t>
            </a:r>
            <a:r>
              <a:rPr lang="en-US" sz="1100" dirty="0">
                <a:latin typeface="+mj-lt"/>
              </a:rPr>
              <a:t> </a:t>
            </a:r>
            <a:r>
              <a:rPr lang="en-US" sz="1100" dirty="0" err="1">
                <a:latin typeface="+mj-lt"/>
              </a:rPr>
              <a:t>orci</a:t>
            </a:r>
            <a:r>
              <a:rPr lang="en-US" sz="1100" dirty="0">
                <a:latin typeface="+mj-lt"/>
              </a:rPr>
              <a:t> </a:t>
            </a:r>
            <a:r>
              <a:rPr lang="en-US" sz="1100" dirty="0" err="1">
                <a:latin typeface="+mj-lt"/>
              </a:rPr>
              <a:t>eu</a:t>
            </a:r>
            <a:r>
              <a:rPr lang="en-US" sz="1100" dirty="0">
                <a:latin typeface="+mj-lt"/>
              </a:rPr>
              <a:t> </a:t>
            </a:r>
            <a:r>
              <a:rPr lang="en-US" sz="1100" dirty="0" err="1">
                <a:latin typeface="+mj-lt"/>
              </a:rPr>
              <a:t>lacinia</a:t>
            </a:r>
            <a:r>
              <a:rPr lang="en-US" sz="1100" dirty="0">
                <a:latin typeface="+mj-lt"/>
              </a:rPr>
              <a:t> </a:t>
            </a:r>
            <a:r>
              <a:rPr lang="en-US" sz="1100" dirty="0" err="1">
                <a:latin typeface="+mj-lt"/>
              </a:rPr>
              <a:t>consectetur</a:t>
            </a:r>
            <a:r>
              <a:rPr lang="en-US" sz="1100" dirty="0">
                <a:latin typeface="+mj-lt"/>
              </a:rPr>
              <a:t>. In dolor ipsum, gravida et </a:t>
            </a:r>
            <a:r>
              <a:rPr lang="en-US" sz="1100" dirty="0" err="1">
                <a:latin typeface="+mj-lt"/>
              </a:rPr>
              <a:t>sagittis</a:t>
            </a:r>
            <a:r>
              <a:rPr lang="en-US" sz="1100" dirty="0">
                <a:latin typeface="+mj-lt"/>
              </a:rPr>
              <a:t> id, </a:t>
            </a:r>
            <a:r>
              <a:rPr lang="en-US" sz="1100" dirty="0" err="1">
                <a:latin typeface="+mj-lt"/>
              </a:rPr>
              <a:t>sollicitudin</a:t>
            </a:r>
            <a:r>
              <a:rPr lang="en-US" sz="1100" dirty="0">
                <a:latin typeface="+mj-lt"/>
              </a:rPr>
              <a:t> </a:t>
            </a:r>
            <a:r>
              <a:rPr lang="en-US" sz="1100" dirty="0" err="1">
                <a:latin typeface="+mj-lt"/>
              </a:rPr>
              <a:t>ut</a:t>
            </a:r>
            <a:r>
              <a:rPr lang="en-US" sz="1100" dirty="0">
                <a:latin typeface="+mj-lt"/>
              </a:rPr>
              <a:t> </a:t>
            </a:r>
            <a:r>
              <a:rPr lang="en-US" sz="1100" dirty="0" err="1">
                <a:latin typeface="+mj-lt"/>
              </a:rPr>
              <a:t>nisl</a:t>
            </a:r>
            <a:r>
              <a:rPr lang="en-US" sz="1100" dirty="0">
                <a:latin typeface="+mj-lt"/>
              </a:rPr>
              <a:t>. </a:t>
            </a:r>
            <a:r>
              <a:rPr lang="en-US" sz="1100" dirty="0" err="1">
                <a:latin typeface="+mj-lt"/>
              </a:rPr>
              <a:t>Praesent</a:t>
            </a:r>
            <a:r>
              <a:rPr lang="en-US" sz="1100" dirty="0">
                <a:latin typeface="+mj-lt"/>
              </a:rPr>
              <a:t> </a:t>
            </a:r>
            <a:r>
              <a:rPr lang="en-US" sz="1100" dirty="0" err="1">
                <a:latin typeface="+mj-lt"/>
              </a:rPr>
              <a:t>bibendum</a:t>
            </a:r>
            <a:r>
              <a:rPr lang="en-US" sz="1100" dirty="0">
                <a:latin typeface="+mj-lt"/>
              </a:rPr>
              <a:t> tempus </a:t>
            </a:r>
            <a:r>
              <a:rPr lang="en-US" sz="1100" dirty="0" err="1">
                <a:latin typeface="+mj-lt"/>
              </a:rPr>
              <a:t>tellus</a:t>
            </a:r>
            <a:r>
              <a:rPr lang="en-US" sz="1100" dirty="0">
                <a:latin typeface="+mj-lt"/>
              </a:rPr>
              <a:t> </a:t>
            </a:r>
            <a:r>
              <a:rPr lang="en-US" sz="1100" dirty="0" err="1">
                <a:latin typeface="+mj-lt"/>
              </a:rPr>
              <a:t>nec</a:t>
            </a:r>
            <a:r>
              <a:rPr lang="en-US" sz="1100" dirty="0">
                <a:latin typeface="+mj-lt"/>
              </a:rPr>
              <a:t> </a:t>
            </a:r>
            <a:r>
              <a:rPr lang="en-US" sz="1100" dirty="0" err="1">
                <a:latin typeface="+mj-lt"/>
              </a:rPr>
              <a:t>hendrerit</a:t>
            </a:r>
            <a:r>
              <a:rPr lang="en-US" sz="1100" dirty="0">
                <a:latin typeface="+mj-lt"/>
              </a:rPr>
              <a:t>. Nam in </a:t>
            </a:r>
            <a:r>
              <a:rPr lang="en-US" sz="1100" dirty="0" err="1">
                <a:latin typeface="+mj-lt"/>
              </a:rPr>
              <a:t>tempor</a:t>
            </a:r>
            <a:r>
              <a:rPr lang="en-US" sz="1100" dirty="0">
                <a:latin typeface="+mj-lt"/>
              </a:rPr>
              <a:t> </a:t>
            </a:r>
            <a:r>
              <a:rPr lang="en-US" sz="1100" dirty="0" err="1">
                <a:latin typeface="+mj-lt"/>
              </a:rPr>
              <a:t>metus</a:t>
            </a:r>
            <a:r>
              <a:rPr lang="en-US" sz="1100" dirty="0">
                <a:latin typeface="+mj-lt"/>
              </a:rPr>
              <a:t>, ac </a:t>
            </a:r>
            <a:r>
              <a:rPr lang="en-US" sz="1100" dirty="0" err="1">
                <a:latin typeface="+mj-lt"/>
              </a:rPr>
              <a:t>finibus</a:t>
            </a:r>
            <a:r>
              <a:rPr lang="en-US" sz="1100" dirty="0">
                <a:latin typeface="+mj-lt"/>
              </a:rPr>
              <a:t> </a:t>
            </a:r>
            <a:r>
              <a:rPr lang="en-US" sz="1100" dirty="0" err="1">
                <a:latin typeface="+mj-lt"/>
              </a:rPr>
              <a:t>purus</a:t>
            </a:r>
            <a:r>
              <a:rPr lang="en-US" sz="1100" dirty="0">
                <a:latin typeface="+mj-lt"/>
              </a:rPr>
              <a:t>. </a:t>
            </a:r>
            <a:r>
              <a:rPr lang="en-US" sz="1100" dirty="0" err="1">
                <a:latin typeface="+mj-lt"/>
              </a:rPr>
              <a:t>Praesent</a:t>
            </a:r>
            <a:r>
              <a:rPr lang="en-US" sz="1100" dirty="0">
                <a:latin typeface="+mj-lt"/>
              </a:rPr>
              <a:t> </a:t>
            </a:r>
            <a:r>
              <a:rPr lang="en-US" sz="1100" dirty="0" err="1">
                <a:latin typeface="+mj-lt"/>
              </a:rPr>
              <a:t>consequat</a:t>
            </a:r>
            <a:r>
              <a:rPr lang="en-US" sz="1100" dirty="0">
                <a:latin typeface="+mj-lt"/>
              </a:rPr>
              <a:t> </a:t>
            </a:r>
            <a:r>
              <a:rPr lang="en-US" sz="1100" dirty="0" err="1">
                <a:latin typeface="+mj-lt"/>
              </a:rPr>
              <a:t>lectus</a:t>
            </a:r>
            <a:r>
              <a:rPr lang="en-US" sz="1100" dirty="0">
                <a:latin typeface="+mj-lt"/>
              </a:rPr>
              <a:t> sit </a:t>
            </a:r>
            <a:r>
              <a:rPr lang="en-US" sz="1100" dirty="0" err="1">
                <a:latin typeface="+mj-lt"/>
              </a:rPr>
              <a:t>amet</a:t>
            </a:r>
            <a:r>
              <a:rPr lang="en-US" sz="1100" dirty="0">
                <a:latin typeface="+mj-lt"/>
              </a:rPr>
              <a:t> </a:t>
            </a:r>
            <a:r>
              <a:rPr lang="en-US" sz="1100" dirty="0" err="1">
                <a:latin typeface="+mj-lt"/>
              </a:rPr>
              <a:t>tortor</a:t>
            </a:r>
            <a:r>
              <a:rPr lang="en-US" sz="1100" dirty="0">
                <a:latin typeface="+mj-lt"/>
              </a:rPr>
              <a:t> pharetra, </a:t>
            </a:r>
            <a:r>
              <a:rPr lang="en-US" sz="1100" dirty="0" err="1">
                <a:latin typeface="+mj-lt"/>
              </a:rPr>
              <a:t>sed</a:t>
            </a:r>
            <a:r>
              <a:rPr lang="en-US" sz="1100" dirty="0">
                <a:latin typeface="+mj-lt"/>
              </a:rPr>
              <a:t> </a:t>
            </a:r>
            <a:r>
              <a:rPr lang="en-US" sz="1100" dirty="0" err="1">
                <a:latin typeface="+mj-lt"/>
              </a:rPr>
              <a:t>venenatis</a:t>
            </a:r>
            <a:r>
              <a:rPr lang="en-US" sz="1100" dirty="0">
                <a:latin typeface="+mj-lt"/>
              </a:rPr>
              <a:t> </a:t>
            </a:r>
            <a:r>
              <a:rPr lang="en-US" sz="1100" dirty="0" err="1">
                <a:latin typeface="+mj-lt"/>
              </a:rPr>
              <a:t>eros</a:t>
            </a:r>
            <a:r>
              <a:rPr lang="en-US" sz="1100" dirty="0">
                <a:latin typeface="+mj-lt"/>
              </a:rPr>
              <a:t> </a:t>
            </a:r>
            <a:r>
              <a:rPr lang="en-US" sz="1100" dirty="0" err="1">
                <a:latin typeface="+mj-lt"/>
              </a:rPr>
              <a:t>lacinia</a:t>
            </a:r>
            <a:r>
              <a:rPr lang="en-US" sz="1100" dirty="0">
                <a:latin typeface="+mj-lt"/>
              </a:rPr>
              <a:t>. In </a:t>
            </a:r>
            <a:r>
              <a:rPr lang="en-US" sz="1100" dirty="0" err="1">
                <a:latin typeface="+mj-lt"/>
              </a:rPr>
              <a:t>sed</a:t>
            </a:r>
            <a:r>
              <a:rPr lang="en-US" sz="1100" dirty="0">
                <a:latin typeface="+mj-lt"/>
              </a:rPr>
              <a:t> </a:t>
            </a:r>
            <a:r>
              <a:rPr lang="en-US" sz="1100" dirty="0" err="1">
                <a:latin typeface="+mj-lt"/>
              </a:rPr>
              <a:t>erat</a:t>
            </a:r>
            <a:r>
              <a:rPr lang="en-US" sz="1100" dirty="0">
                <a:latin typeface="+mj-lt"/>
              </a:rPr>
              <a:t> libero. </a:t>
            </a:r>
            <a:r>
              <a:rPr lang="en-US" sz="1100" dirty="0" err="1">
                <a:latin typeface="+mj-lt"/>
              </a:rPr>
              <a:t>Sed</a:t>
            </a:r>
            <a:r>
              <a:rPr lang="en-US" sz="1100" dirty="0">
                <a:latin typeface="+mj-lt"/>
              </a:rPr>
              <a:t> lorem </a:t>
            </a:r>
            <a:r>
              <a:rPr lang="en-US" sz="1100" dirty="0" err="1">
                <a:latin typeface="+mj-lt"/>
              </a:rPr>
              <a:t>neque</a:t>
            </a:r>
            <a:r>
              <a:rPr lang="en-US" sz="1100" dirty="0">
                <a:latin typeface="+mj-lt"/>
              </a:rPr>
              <a:t>, </a:t>
            </a:r>
            <a:r>
              <a:rPr lang="en-US" sz="1100" dirty="0" err="1">
                <a:latin typeface="+mj-lt"/>
              </a:rPr>
              <a:t>commodo</a:t>
            </a:r>
            <a:r>
              <a:rPr lang="en-US" sz="1100" dirty="0">
                <a:latin typeface="+mj-lt"/>
              </a:rPr>
              <a:t> vitae ex at, pharetra convallis </a:t>
            </a:r>
            <a:r>
              <a:rPr lang="en-US" sz="1100" dirty="0" err="1">
                <a:latin typeface="+mj-lt"/>
              </a:rPr>
              <a:t>nunc</a:t>
            </a:r>
            <a:r>
              <a:rPr lang="en-US" sz="1100" dirty="0">
                <a:latin typeface="+mj-lt"/>
              </a:rPr>
              <a:t>. In </a:t>
            </a:r>
            <a:r>
              <a:rPr lang="en-US" sz="1100" dirty="0" err="1">
                <a:latin typeface="+mj-lt"/>
              </a:rPr>
              <a:t>vehicula</a:t>
            </a:r>
            <a:r>
              <a:rPr lang="en-US" sz="1100" dirty="0">
                <a:latin typeface="+mj-lt"/>
              </a:rPr>
              <a:t> </a:t>
            </a:r>
            <a:r>
              <a:rPr lang="en-US" sz="1100" dirty="0" err="1">
                <a:latin typeface="+mj-lt"/>
              </a:rPr>
              <a:t>mauris</a:t>
            </a:r>
            <a:r>
              <a:rPr lang="en-US" sz="1100" dirty="0">
                <a:latin typeface="+mj-lt"/>
              </a:rPr>
              <a:t> ligula. </a:t>
            </a:r>
            <a:r>
              <a:rPr lang="en-US" sz="1100" dirty="0" err="1">
                <a:latin typeface="+mj-lt"/>
              </a:rPr>
              <a:t>Suspendisse</a:t>
            </a:r>
            <a:r>
              <a:rPr lang="en-US" sz="1100" dirty="0">
                <a:latin typeface="+mj-lt"/>
              </a:rPr>
              <a:t> in </a:t>
            </a:r>
            <a:r>
              <a:rPr lang="en-US" sz="1100" dirty="0" err="1">
                <a:latin typeface="+mj-lt"/>
              </a:rPr>
              <a:t>tellus</a:t>
            </a:r>
            <a:r>
              <a:rPr lang="en-US" sz="1100" dirty="0">
                <a:latin typeface="+mj-lt"/>
              </a:rPr>
              <a:t> </a:t>
            </a:r>
            <a:r>
              <a:rPr lang="en-US" sz="1100" dirty="0" err="1">
                <a:latin typeface="+mj-lt"/>
              </a:rPr>
              <a:t>congue</a:t>
            </a:r>
            <a:r>
              <a:rPr lang="en-US" sz="1100" dirty="0">
                <a:latin typeface="+mj-lt"/>
              </a:rPr>
              <a:t> </a:t>
            </a:r>
            <a:r>
              <a:rPr lang="en-US" sz="1100" dirty="0" err="1">
                <a:latin typeface="+mj-lt"/>
              </a:rPr>
              <a:t>odio</a:t>
            </a:r>
            <a:r>
              <a:rPr lang="en-US" sz="1100" dirty="0">
                <a:latin typeface="+mj-lt"/>
              </a:rPr>
              <a:t> pharetra </a:t>
            </a:r>
            <a:r>
              <a:rPr lang="en-US" sz="1100" dirty="0" err="1">
                <a:latin typeface="+mj-lt"/>
              </a:rPr>
              <a:t>finibus</a:t>
            </a:r>
            <a:r>
              <a:rPr lang="en-US" sz="1100" dirty="0">
                <a:latin typeface="+mj-lt"/>
              </a:rPr>
              <a:t>. Nam </a:t>
            </a:r>
            <a:r>
              <a:rPr lang="en-US" sz="1100" dirty="0" err="1">
                <a:latin typeface="+mj-lt"/>
              </a:rPr>
              <a:t>vel</a:t>
            </a:r>
            <a:r>
              <a:rPr lang="en-US" sz="1100" dirty="0">
                <a:latin typeface="+mj-lt"/>
              </a:rPr>
              <a:t> </a:t>
            </a:r>
            <a:r>
              <a:rPr lang="en-US" sz="1100" dirty="0" err="1">
                <a:latin typeface="+mj-lt"/>
              </a:rPr>
              <a:t>auctor</a:t>
            </a:r>
            <a:r>
              <a:rPr lang="en-US" sz="1100" dirty="0">
                <a:latin typeface="+mj-lt"/>
              </a:rPr>
              <a:t> </a:t>
            </a:r>
            <a:r>
              <a:rPr lang="en-US" sz="1100" dirty="0" err="1">
                <a:latin typeface="+mj-lt"/>
              </a:rPr>
              <a:t>justo</a:t>
            </a:r>
            <a:r>
              <a:rPr lang="en-US" sz="1100" dirty="0">
                <a:latin typeface="+mj-lt"/>
              </a:rPr>
              <a:t>, vitae </a:t>
            </a:r>
            <a:r>
              <a:rPr lang="en-US" sz="1100" dirty="0" err="1">
                <a:latin typeface="+mj-lt"/>
              </a:rPr>
              <a:t>hendrerit</a:t>
            </a:r>
            <a:r>
              <a:rPr lang="en-US" sz="1100" dirty="0">
                <a:latin typeface="+mj-lt"/>
              </a:rPr>
              <a:t> </a:t>
            </a:r>
            <a:r>
              <a:rPr lang="en-US" sz="1100" dirty="0" err="1">
                <a:latin typeface="+mj-lt"/>
              </a:rPr>
              <a:t>orci</a:t>
            </a:r>
            <a:r>
              <a:rPr lang="en-US" sz="1100" dirty="0">
                <a:latin typeface="+mj-lt"/>
              </a:rPr>
              <a:t>. </a:t>
            </a:r>
            <a:r>
              <a:rPr lang="en-US" sz="1100" dirty="0" err="1">
                <a:latin typeface="+mj-lt"/>
              </a:rPr>
              <a:t>Duis</a:t>
            </a:r>
            <a:r>
              <a:rPr lang="en-US" sz="1100" dirty="0">
                <a:latin typeface="+mj-lt"/>
              </a:rPr>
              <a:t> </a:t>
            </a:r>
            <a:r>
              <a:rPr lang="en-US" sz="1100" dirty="0" err="1">
                <a:latin typeface="+mj-lt"/>
              </a:rPr>
              <a:t>nec</a:t>
            </a:r>
            <a:r>
              <a:rPr lang="en-US" sz="1100" dirty="0">
                <a:latin typeface="+mj-lt"/>
              </a:rPr>
              <a:t> </a:t>
            </a:r>
            <a:r>
              <a:rPr lang="en-US" sz="1100" dirty="0" err="1">
                <a:latin typeface="+mj-lt"/>
              </a:rPr>
              <a:t>sapien</a:t>
            </a:r>
            <a:r>
              <a:rPr lang="en-US" sz="1100" dirty="0">
                <a:latin typeface="+mj-lt"/>
              </a:rPr>
              <a:t> </a:t>
            </a:r>
            <a:r>
              <a:rPr lang="en-US" sz="1100" dirty="0" err="1">
                <a:latin typeface="+mj-lt"/>
              </a:rPr>
              <a:t>viverra</a:t>
            </a:r>
            <a:r>
              <a:rPr lang="en-US" sz="1100" dirty="0">
                <a:latin typeface="+mj-lt"/>
              </a:rPr>
              <a:t>, </a:t>
            </a:r>
            <a:r>
              <a:rPr lang="en-US" sz="1100" dirty="0" err="1">
                <a:latin typeface="+mj-lt"/>
              </a:rPr>
              <a:t>bibendum</a:t>
            </a:r>
            <a:r>
              <a:rPr lang="en-US" sz="1100" dirty="0">
                <a:latin typeface="+mj-lt"/>
              </a:rPr>
              <a:t> </a:t>
            </a:r>
            <a:r>
              <a:rPr lang="en-US" sz="1100" dirty="0" err="1">
                <a:latin typeface="+mj-lt"/>
              </a:rPr>
              <a:t>tellus</a:t>
            </a:r>
            <a:r>
              <a:rPr lang="en-US" sz="1100" dirty="0">
                <a:latin typeface="+mj-lt"/>
              </a:rPr>
              <a:t> </a:t>
            </a:r>
            <a:r>
              <a:rPr lang="en-US" sz="1100" dirty="0" err="1">
                <a:latin typeface="+mj-lt"/>
              </a:rPr>
              <a:t>eget</a:t>
            </a:r>
            <a:r>
              <a:rPr lang="en-US" sz="1100" dirty="0">
                <a:latin typeface="+mj-lt"/>
              </a:rPr>
              <a:t>, </a:t>
            </a:r>
            <a:r>
              <a:rPr lang="en-US" sz="1100" dirty="0" err="1">
                <a:latin typeface="+mj-lt"/>
              </a:rPr>
              <a:t>pellentesque</a:t>
            </a:r>
            <a:r>
              <a:rPr lang="en-US" sz="1100" dirty="0">
                <a:latin typeface="+mj-lt"/>
              </a:rPr>
              <a:t> </a:t>
            </a:r>
            <a:r>
              <a:rPr lang="en-US" sz="1100" dirty="0" err="1">
                <a:latin typeface="+mj-lt"/>
              </a:rPr>
              <a:t>massa</a:t>
            </a:r>
            <a:r>
              <a:rPr lang="en-US" sz="1100" dirty="0">
                <a:latin typeface="+mj-lt"/>
              </a:rPr>
              <a:t>. </a:t>
            </a:r>
            <a:r>
              <a:rPr lang="en-US" sz="1100" dirty="0" err="1">
                <a:latin typeface="+mj-lt"/>
              </a:rPr>
              <a:t>Nulla</a:t>
            </a:r>
            <a:r>
              <a:rPr lang="en-US" sz="1100" dirty="0">
                <a:latin typeface="+mj-lt"/>
              </a:rPr>
              <a:t> </a:t>
            </a:r>
            <a:r>
              <a:rPr lang="en-US" sz="1100" dirty="0" err="1">
                <a:latin typeface="+mj-lt"/>
              </a:rPr>
              <a:t>feugiat</a:t>
            </a:r>
            <a:r>
              <a:rPr lang="en-US" sz="1100" dirty="0">
                <a:latin typeface="+mj-lt"/>
              </a:rPr>
              <a:t>, </a:t>
            </a:r>
            <a:r>
              <a:rPr lang="en-US" sz="1100" dirty="0" err="1">
                <a:latin typeface="+mj-lt"/>
              </a:rPr>
              <a:t>turpis</a:t>
            </a:r>
            <a:r>
              <a:rPr lang="en-US" sz="1100" dirty="0">
                <a:latin typeface="+mj-lt"/>
              </a:rPr>
              <a:t> et </a:t>
            </a:r>
            <a:r>
              <a:rPr lang="en-US" sz="1100" dirty="0" err="1">
                <a:latin typeface="+mj-lt"/>
              </a:rPr>
              <a:t>posuere</a:t>
            </a:r>
            <a:r>
              <a:rPr lang="en-US" sz="1100" dirty="0">
                <a:latin typeface="+mj-lt"/>
              </a:rPr>
              <a:t> </a:t>
            </a:r>
            <a:r>
              <a:rPr lang="en-US" sz="1100" dirty="0" err="1">
                <a:latin typeface="+mj-lt"/>
              </a:rPr>
              <a:t>viverra</a:t>
            </a:r>
            <a:r>
              <a:rPr lang="en-US" sz="1100" dirty="0">
                <a:latin typeface="+mj-lt"/>
              </a:rPr>
              <a:t>, ipsum </a:t>
            </a:r>
            <a:r>
              <a:rPr lang="en-US" sz="1100" dirty="0" err="1">
                <a:latin typeface="+mj-lt"/>
              </a:rPr>
              <a:t>sem</a:t>
            </a:r>
            <a:r>
              <a:rPr lang="en-US" sz="1100" dirty="0">
                <a:latin typeface="+mj-lt"/>
              </a:rPr>
              <a:t> </a:t>
            </a:r>
            <a:r>
              <a:rPr lang="en-US" sz="1100" dirty="0" err="1">
                <a:latin typeface="+mj-lt"/>
              </a:rPr>
              <a:t>tincidunt</a:t>
            </a:r>
            <a:r>
              <a:rPr lang="en-US" sz="1100" dirty="0">
                <a:latin typeface="+mj-lt"/>
              </a:rPr>
              <a:t> </a:t>
            </a:r>
            <a:r>
              <a:rPr lang="en-US" sz="1100" dirty="0" err="1">
                <a:latin typeface="+mj-lt"/>
              </a:rPr>
              <a:t>est</a:t>
            </a:r>
            <a:r>
              <a:rPr lang="en-US" sz="1100" dirty="0">
                <a:latin typeface="+mj-lt"/>
              </a:rPr>
              <a:t>, </a:t>
            </a:r>
            <a:r>
              <a:rPr lang="en-US" sz="1100" dirty="0" err="1">
                <a:latin typeface="+mj-lt"/>
              </a:rPr>
              <a:t>finibus</a:t>
            </a:r>
            <a:r>
              <a:rPr lang="en-US" sz="1100" dirty="0">
                <a:latin typeface="+mj-lt"/>
              </a:rPr>
              <a:t> </a:t>
            </a:r>
            <a:r>
              <a:rPr lang="en-US" sz="1100" dirty="0" err="1">
                <a:latin typeface="+mj-lt"/>
              </a:rPr>
              <a:t>tempor</a:t>
            </a:r>
            <a:r>
              <a:rPr lang="en-US" sz="1100" dirty="0">
                <a:latin typeface="+mj-lt"/>
              </a:rPr>
              <a:t> </a:t>
            </a:r>
            <a:r>
              <a:rPr lang="en-US" sz="1100" dirty="0" err="1">
                <a:latin typeface="+mj-lt"/>
              </a:rPr>
              <a:t>nibh</a:t>
            </a:r>
            <a:r>
              <a:rPr lang="en-US" sz="1100" dirty="0">
                <a:latin typeface="+mj-lt"/>
              </a:rPr>
              <a:t> ante semper diam. </a:t>
            </a:r>
            <a:r>
              <a:rPr lang="en-US" sz="1100" dirty="0" err="1">
                <a:latin typeface="+mj-lt"/>
              </a:rPr>
              <a:t>Nullam</a:t>
            </a:r>
            <a:r>
              <a:rPr lang="en-US" sz="1100" dirty="0">
                <a:latin typeface="+mj-lt"/>
              </a:rPr>
              <a:t> </a:t>
            </a:r>
            <a:r>
              <a:rPr lang="en-US" sz="1100" dirty="0" err="1">
                <a:latin typeface="+mj-lt"/>
              </a:rPr>
              <a:t>quis</a:t>
            </a:r>
            <a:r>
              <a:rPr lang="en-US" sz="1100" dirty="0">
                <a:latin typeface="+mj-lt"/>
              </a:rPr>
              <a:t> </a:t>
            </a:r>
            <a:r>
              <a:rPr lang="en-US" sz="1100" dirty="0" err="1">
                <a:latin typeface="+mj-lt"/>
              </a:rPr>
              <a:t>euismod</a:t>
            </a:r>
            <a:r>
              <a:rPr lang="en-US" sz="1100" dirty="0">
                <a:latin typeface="+mj-lt"/>
              </a:rPr>
              <a:t> </a:t>
            </a:r>
            <a:r>
              <a:rPr lang="en-US" sz="1100" dirty="0" err="1">
                <a:latin typeface="+mj-lt"/>
              </a:rPr>
              <a:t>neque</a:t>
            </a:r>
            <a:r>
              <a:rPr lang="en-US" sz="1100" dirty="0">
                <a:latin typeface="+mj-lt"/>
              </a:rPr>
              <a:t>, </a:t>
            </a:r>
            <a:r>
              <a:rPr lang="en-US" sz="1100" dirty="0" err="1">
                <a:latin typeface="+mj-lt"/>
              </a:rPr>
              <a:t>nec</a:t>
            </a:r>
            <a:r>
              <a:rPr lang="en-US" sz="1100" dirty="0">
                <a:latin typeface="+mj-lt"/>
              </a:rPr>
              <a:t> </a:t>
            </a:r>
            <a:r>
              <a:rPr lang="en-US" sz="1100" dirty="0" err="1">
                <a:latin typeface="+mj-lt"/>
              </a:rPr>
              <a:t>facilisis</a:t>
            </a:r>
            <a:r>
              <a:rPr lang="en-US" sz="1100" dirty="0">
                <a:latin typeface="+mj-lt"/>
              </a:rPr>
              <a:t> sem. </a:t>
            </a:r>
            <a:r>
              <a:rPr lang="en-US" sz="1100" dirty="0" err="1">
                <a:latin typeface="+mj-lt"/>
              </a:rPr>
              <a:t>Morbi</a:t>
            </a:r>
            <a:r>
              <a:rPr lang="en-US" sz="1100" dirty="0">
                <a:latin typeface="+mj-lt"/>
              </a:rPr>
              <a:t> </a:t>
            </a:r>
            <a:r>
              <a:rPr lang="en-US" sz="1100" dirty="0" err="1">
                <a:latin typeface="+mj-lt"/>
              </a:rPr>
              <a:t>egestas</a:t>
            </a:r>
            <a:r>
              <a:rPr lang="en-US" sz="1100" dirty="0">
                <a:latin typeface="+mj-lt"/>
              </a:rPr>
              <a:t> </a:t>
            </a:r>
            <a:r>
              <a:rPr lang="en-US" sz="1100" dirty="0" err="1">
                <a:latin typeface="+mj-lt"/>
              </a:rPr>
              <a:t>iaculis</a:t>
            </a:r>
            <a:r>
              <a:rPr lang="en-US" sz="1100" dirty="0">
                <a:latin typeface="+mj-lt"/>
              </a:rPr>
              <a:t> </a:t>
            </a:r>
            <a:r>
              <a:rPr lang="en-US" sz="1100" dirty="0" err="1">
                <a:latin typeface="+mj-lt"/>
              </a:rPr>
              <a:t>dignissim</a:t>
            </a:r>
            <a:r>
              <a:rPr lang="en-US" sz="1100" dirty="0">
                <a:latin typeface="+mj-lt"/>
              </a:rPr>
              <a:t>. In </a:t>
            </a:r>
            <a:r>
              <a:rPr lang="en-US" sz="1100" dirty="0" err="1">
                <a:latin typeface="+mj-lt"/>
              </a:rPr>
              <a:t>accumsan</a:t>
            </a:r>
            <a:r>
              <a:rPr lang="en-US" sz="1100" dirty="0">
                <a:latin typeface="+mj-lt"/>
              </a:rPr>
              <a:t> </a:t>
            </a:r>
            <a:r>
              <a:rPr lang="en-US" sz="1100" dirty="0" err="1">
                <a:latin typeface="+mj-lt"/>
              </a:rPr>
              <a:t>tortor</a:t>
            </a:r>
            <a:r>
              <a:rPr lang="en-US" sz="1100" dirty="0">
                <a:latin typeface="+mj-lt"/>
              </a:rPr>
              <a:t> </a:t>
            </a:r>
            <a:r>
              <a:rPr lang="en-US" sz="1100" dirty="0" err="1">
                <a:latin typeface="+mj-lt"/>
              </a:rPr>
              <a:t>elit</a:t>
            </a:r>
            <a:r>
              <a:rPr lang="en-US" sz="1100" dirty="0">
                <a:latin typeface="+mj-lt"/>
              </a:rPr>
              <a:t>, non </a:t>
            </a:r>
            <a:r>
              <a:rPr lang="en-US" sz="1100" dirty="0" err="1">
                <a:latin typeface="+mj-lt"/>
              </a:rPr>
              <a:t>euismod</a:t>
            </a:r>
            <a:r>
              <a:rPr lang="en-US" sz="1100" dirty="0">
                <a:latin typeface="+mj-lt"/>
              </a:rPr>
              <a:t> </a:t>
            </a:r>
            <a:r>
              <a:rPr lang="en-US" sz="1100" dirty="0" err="1">
                <a:latin typeface="+mj-lt"/>
              </a:rPr>
              <a:t>eros</a:t>
            </a:r>
            <a:r>
              <a:rPr lang="en-US" sz="1100" dirty="0">
                <a:latin typeface="+mj-lt"/>
              </a:rPr>
              <a:t> </a:t>
            </a:r>
            <a:r>
              <a:rPr lang="en-US" sz="1100" dirty="0" err="1">
                <a:latin typeface="+mj-lt"/>
              </a:rPr>
              <a:t>accumsan</a:t>
            </a:r>
            <a:r>
              <a:rPr lang="en-US" sz="1100" dirty="0">
                <a:latin typeface="+mj-lt"/>
              </a:rPr>
              <a:t> ac. </a:t>
            </a:r>
            <a:r>
              <a:rPr lang="en-US" sz="1100" dirty="0" err="1">
                <a:latin typeface="+mj-lt"/>
              </a:rPr>
              <a:t>Sed</a:t>
            </a:r>
            <a:r>
              <a:rPr lang="en-US" sz="1100" dirty="0">
                <a:latin typeface="+mj-lt"/>
              </a:rPr>
              <a:t> </a:t>
            </a:r>
            <a:r>
              <a:rPr lang="en-US" sz="1100" dirty="0" err="1">
                <a:latin typeface="+mj-lt"/>
              </a:rPr>
              <a:t>ultrices</a:t>
            </a:r>
            <a:r>
              <a:rPr lang="en-US" sz="1100" dirty="0">
                <a:latin typeface="+mj-lt"/>
              </a:rPr>
              <a:t> mi lorem, </a:t>
            </a:r>
            <a:r>
              <a:rPr lang="en-US" sz="1100" dirty="0" err="1">
                <a:latin typeface="+mj-lt"/>
              </a:rPr>
              <a:t>ut</a:t>
            </a:r>
            <a:r>
              <a:rPr lang="en-US" sz="1100" dirty="0">
                <a:latin typeface="+mj-lt"/>
              </a:rPr>
              <a:t> </a:t>
            </a:r>
            <a:r>
              <a:rPr lang="en-US" sz="1100" dirty="0" err="1">
                <a:latin typeface="+mj-lt"/>
              </a:rPr>
              <a:t>dignissim</a:t>
            </a:r>
            <a:r>
              <a:rPr lang="en-US" sz="1100" dirty="0">
                <a:latin typeface="+mj-lt"/>
              </a:rPr>
              <a:t> </a:t>
            </a:r>
            <a:r>
              <a:rPr lang="en-US" sz="1100" dirty="0" err="1">
                <a:latin typeface="+mj-lt"/>
              </a:rPr>
              <a:t>nibh</a:t>
            </a:r>
            <a:r>
              <a:rPr lang="en-US" sz="1100" dirty="0">
                <a:latin typeface="+mj-lt"/>
              </a:rPr>
              <a:t> </a:t>
            </a:r>
            <a:r>
              <a:rPr lang="en-US" sz="1100" dirty="0" err="1">
                <a:latin typeface="+mj-lt"/>
              </a:rPr>
              <a:t>facilisis</a:t>
            </a:r>
            <a:r>
              <a:rPr lang="en-US" sz="1100" dirty="0">
                <a:latin typeface="+mj-lt"/>
              </a:rPr>
              <a:t> vel.</a:t>
            </a:r>
          </a:p>
        </p:txBody>
      </p:sp>
      <p:cxnSp>
        <p:nvCxnSpPr>
          <p:cNvPr id="4" name="Straight Connector 3"/>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7"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5256171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mparison on Color Canvas">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dirty="0"/>
              <a:t>Please Add Slide Headline Here</a:t>
            </a:r>
          </a:p>
        </p:txBody>
      </p:sp>
      <p:sp>
        <p:nvSpPr>
          <p:cNvPr id="3" name="Content Placeholder 5"/>
          <p:cNvSpPr>
            <a:spLocks noGrp="1"/>
          </p:cNvSpPr>
          <p:nvPr>
            <p:ph sz="quarter" idx="10" hasCustomPrompt="1"/>
          </p:nvPr>
        </p:nvSpPr>
        <p:spPr>
          <a:xfrm>
            <a:off x="357190" y="1422400"/>
            <a:ext cx="3986211" cy="3054350"/>
          </a:xfrm>
        </p:spPr>
        <p:txBody>
          <a:bodyPr/>
          <a:lstStyle>
            <a:lvl1pPr>
              <a:defRPr>
                <a:solidFill>
                  <a:schemeClr val="bg1"/>
                </a:solidFill>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dirty="0"/>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a:defRPr>
                <a:solidFill>
                  <a:schemeClr val="bg1"/>
                </a:solidFill>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7" name="Text Placeholder 4"/>
          <p:cNvSpPr>
            <a:spLocks noGrp="1"/>
          </p:cNvSpPr>
          <p:nvPr>
            <p:ph type="body" sz="quarter" idx="13" hasCustomPrompt="1"/>
          </p:nvPr>
        </p:nvSpPr>
        <p:spPr>
          <a:xfrm>
            <a:off x="4800599" y="1079500"/>
            <a:ext cx="3986214"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dirty="0"/>
              <a:t>OTHER Highlight goes here</a:t>
            </a:r>
          </a:p>
        </p:txBody>
      </p:sp>
      <p:cxnSp>
        <p:nvCxnSpPr>
          <p:cNvPr id="8" name="Straight Connector 7"/>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7435331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hree Content on Color Canvas">
    <p:bg>
      <p:bgPr>
        <a:solidFill>
          <a:schemeClr val="accent4"/>
        </a:solidFill>
        <a:effectLst/>
      </p:bgPr>
    </p:bg>
    <p:spTree>
      <p:nvGrpSpPr>
        <p:cNvPr id="1" name=""/>
        <p:cNvGrpSpPr/>
        <p:nvPr/>
      </p:nvGrpSpPr>
      <p:grpSpPr>
        <a:xfrm>
          <a:off x="0" y="0"/>
          <a:ext cx="0" cy="0"/>
          <a:chOff x="0" y="0"/>
          <a:chExt cx="0" cy="0"/>
        </a:xfrm>
      </p:grpSpPr>
      <p:sp>
        <p:nvSpPr>
          <p:cNvPr id="15" name="Content Placeholder 14"/>
          <p:cNvSpPr>
            <a:spLocks noGrp="1"/>
          </p:cNvSpPr>
          <p:nvPr>
            <p:ph sz="quarter" idx="16" hasCustomPrompt="1"/>
          </p:nvPr>
        </p:nvSpPr>
        <p:spPr>
          <a:xfrm>
            <a:off x="1127175"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p>
          <a:p>
            <a:pPr lvl="0"/>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p:txBody>
      </p:sp>
      <p:sp>
        <p:nvSpPr>
          <p:cNvPr id="5" name="Title Placeholder 3"/>
          <p:cNvSpPr>
            <a:spLocks noGrp="1"/>
          </p:cNvSpPr>
          <p:nvPr>
            <p:ph type="body" sz="quarter" idx="11" hasCustomPrompt="1"/>
          </p:nvPr>
        </p:nvSpPr>
        <p:spPr>
          <a:xfrm>
            <a:off x="5735751"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189" indent="0">
              <a:buNone/>
              <a:defRPr b="1" i="0" cap="all" spc="200" baseline="0"/>
            </a:lvl2pPr>
            <a:lvl3pPr marL="914378" indent="0">
              <a:buNone/>
              <a:defRPr b="1" i="0" cap="all" spc="200" baseline="0"/>
            </a:lvl3pPr>
            <a:lvl4pPr marL="1371566" indent="0">
              <a:buNone/>
              <a:defRPr b="1" i="0" cap="all" spc="200" baseline="0"/>
            </a:lvl4pPr>
            <a:lvl5pPr marL="1828754" indent="0">
              <a:buFont typeface="Arial" panose="020B0604020202020204" pitchFamily="34" charset="0"/>
              <a:buNone/>
              <a:defRPr b="1" i="0" cap="all" spc="200" baseline="0"/>
            </a:lvl5pPr>
          </a:lstStyle>
          <a:p>
            <a:pPr lvl="0"/>
            <a:r>
              <a:rPr lang="en-US" dirty="0"/>
              <a:t>ADD TITILE HERE</a:t>
            </a:r>
          </a:p>
        </p:txBody>
      </p:sp>
      <p:sp>
        <p:nvSpPr>
          <p:cNvPr id="4" name="Title Placeholder 2"/>
          <p:cNvSpPr>
            <a:spLocks noGrp="1"/>
          </p:cNvSpPr>
          <p:nvPr>
            <p:ph type="body" sz="quarter" idx="10" hasCustomPrompt="1"/>
          </p:nvPr>
        </p:nvSpPr>
        <p:spPr>
          <a:xfrm>
            <a:off x="3431463"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189" indent="0">
              <a:buNone/>
              <a:defRPr b="1" i="0" cap="all" spc="200" baseline="0"/>
            </a:lvl2pPr>
            <a:lvl3pPr marL="914378" indent="0">
              <a:buNone/>
              <a:defRPr b="1" i="0" cap="all" spc="200" baseline="0"/>
            </a:lvl3pPr>
            <a:lvl4pPr marL="1371566" indent="0">
              <a:buNone/>
              <a:defRPr b="1" i="0" cap="all" spc="200" baseline="0"/>
            </a:lvl4pPr>
            <a:lvl5pPr marL="1828754" indent="0">
              <a:buFont typeface="Arial" panose="020B0604020202020204" pitchFamily="34" charset="0"/>
              <a:buNone/>
              <a:defRPr b="1" i="0" cap="all" spc="200" baseline="0"/>
            </a:lvl5pPr>
          </a:lstStyle>
          <a:p>
            <a:pPr lvl="0"/>
            <a:r>
              <a:rPr lang="en-US" dirty="0"/>
              <a:t>ADD TITILE HERE</a:t>
            </a:r>
          </a:p>
        </p:txBody>
      </p:sp>
      <p:sp>
        <p:nvSpPr>
          <p:cNvPr id="6" name="Title Placeholder 1"/>
          <p:cNvSpPr>
            <a:spLocks noGrp="1"/>
          </p:cNvSpPr>
          <p:nvPr>
            <p:ph type="body" sz="quarter" idx="12" hasCustomPrompt="1"/>
          </p:nvPr>
        </p:nvSpPr>
        <p:spPr>
          <a:xfrm>
            <a:off x="1127175"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189" indent="0">
              <a:buNone/>
              <a:defRPr b="1" i="0" cap="all" spc="200" baseline="0"/>
            </a:lvl2pPr>
            <a:lvl3pPr marL="914378" indent="0">
              <a:buNone/>
              <a:defRPr b="1" i="0" cap="all" spc="200" baseline="0"/>
            </a:lvl3pPr>
            <a:lvl4pPr marL="1371566" indent="0">
              <a:buNone/>
              <a:defRPr b="1" i="0" cap="all" spc="200" baseline="0"/>
            </a:lvl4pPr>
            <a:lvl5pPr marL="1828754" indent="0">
              <a:buFont typeface="Arial" panose="020B0604020202020204" pitchFamily="34" charset="0"/>
              <a:buNone/>
              <a:defRPr b="1" i="0" cap="all" spc="200" baseline="0"/>
            </a:lvl5pPr>
          </a:lstStyle>
          <a:p>
            <a:pPr lvl="0"/>
            <a:r>
              <a:rPr lang="en-US" dirty="0"/>
              <a:t>ADD TITILE HERE</a:t>
            </a:r>
          </a:p>
        </p:txBody>
      </p:sp>
      <p:sp>
        <p:nvSpPr>
          <p:cNvPr id="13"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
        <p:nvSpPr>
          <p:cNvPr id="16" name="Content Placeholder 14"/>
          <p:cNvSpPr>
            <a:spLocks noGrp="1"/>
          </p:cNvSpPr>
          <p:nvPr>
            <p:ph sz="quarter" idx="17" hasCustomPrompt="1"/>
          </p:nvPr>
        </p:nvSpPr>
        <p:spPr>
          <a:xfrm>
            <a:off x="5735751"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p>
          <a:p>
            <a:pPr lvl="0"/>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p:txBody>
      </p:sp>
      <p:sp>
        <p:nvSpPr>
          <p:cNvPr id="17" name="Content Placeholder 14"/>
          <p:cNvSpPr>
            <a:spLocks noGrp="1"/>
          </p:cNvSpPr>
          <p:nvPr>
            <p:ph sz="quarter" idx="18" hasCustomPrompt="1"/>
          </p:nvPr>
        </p:nvSpPr>
        <p:spPr>
          <a:xfrm>
            <a:off x="3431463"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p>
          <a:p>
            <a:pPr lvl="0"/>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p:txBody>
      </p:sp>
    </p:spTree>
    <p:extLst>
      <p:ext uri="{BB962C8B-B14F-4D97-AF65-F5344CB8AC3E}">
        <p14:creationId xmlns:p14="http://schemas.microsoft.com/office/powerpoint/2010/main" val="358865696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 EPAM Blue">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1780954" y="2098360"/>
            <a:ext cx="5582093" cy="587388"/>
          </a:xfrm>
          <a:prstGeom prst="rect">
            <a:avLst/>
          </a:prstGeom>
        </p:spPr>
        <p:txBody>
          <a:bodyPr anchor="ctr"/>
          <a:lstStyle>
            <a:lvl1pPr marL="0" indent="0" algn="ctr">
              <a:lnSpc>
                <a:spcPts val="1800"/>
              </a:lnSpc>
              <a:buNone/>
              <a:defRPr sz="1600">
                <a:solidFill>
                  <a:schemeClr val="bg1"/>
                </a:solidFill>
                <a:latin typeface="+mj-lt"/>
              </a:defRPr>
            </a:lvl1pPr>
            <a:lvl2pPr marL="457189" indent="0">
              <a:buNone/>
              <a:defRPr sz="1600">
                <a:latin typeface="+mj-lt"/>
              </a:defRPr>
            </a:lvl2pPr>
            <a:lvl3pPr marL="914378" indent="0">
              <a:buNone/>
              <a:defRPr sz="1600">
                <a:latin typeface="+mj-lt"/>
              </a:defRPr>
            </a:lvl3pPr>
            <a:lvl4pPr marL="1371566" indent="0">
              <a:buNone/>
              <a:defRPr sz="1600">
                <a:latin typeface="+mj-lt"/>
              </a:defRPr>
            </a:lvl4pPr>
            <a:lvl5pPr marL="1828754" indent="0">
              <a:buNone/>
              <a:defRPr sz="1600">
                <a:latin typeface="+mj-lt"/>
              </a:defRPr>
            </a:lvl5pPr>
          </a:lstStyle>
          <a:p>
            <a:pPr algn="ctr">
              <a:lnSpc>
                <a:spcPts val="2400"/>
              </a:lnSpc>
            </a:pPr>
            <a:r>
              <a:rPr lang="en-US" sz="1600" baseline="0" dirty="0">
                <a:solidFill>
                  <a:schemeClr val="bg1"/>
                </a:solidFill>
                <a:latin typeface="+mj-lt"/>
              </a:rPr>
              <a:t>Please add call out or quote here</a:t>
            </a:r>
            <a:br>
              <a:rPr lang="en-US" sz="1600" baseline="0" dirty="0">
                <a:solidFill>
                  <a:schemeClr val="bg1"/>
                </a:solidFill>
                <a:latin typeface="+mj-lt"/>
              </a:rPr>
            </a:br>
            <a:r>
              <a:rPr lang="en-US" sz="1600" baseline="0" dirty="0">
                <a:solidFill>
                  <a:schemeClr val="bg1"/>
                </a:solidFill>
                <a:latin typeface="+mj-lt"/>
              </a:rPr>
              <a:t>sit </a:t>
            </a:r>
            <a:r>
              <a:rPr lang="en-US" sz="1600" baseline="0" dirty="0" err="1">
                <a:solidFill>
                  <a:schemeClr val="bg1"/>
                </a:solidFill>
                <a:latin typeface="+mj-lt"/>
              </a:rPr>
              <a:t>amet</a:t>
            </a:r>
            <a:r>
              <a:rPr lang="en-US" sz="1600" baseline="0" dirty="0">
                <a:solidFill>
                  <a:schemeClr val="bg1"/>
                </a:solidFill>
                <a:latin typeface="+mj-lt"/>
              </a:rPr>
              <a:t>, </a:t>
            </a:r>
            <a:r>
              <a:rPr lang="en-US" sz="1600" baseline="0" dirty="0" err="1">
                <a:solidFill>
                  <a:schemeClr val="bg1"/>
                </a:solidFill>
                <a:latin typeface="+mj-lt"/>
              </a:rPr>
              <a:t>consectetur</a:t>
            </a:r>
            <a:r>
              <a:rPr lang="en-US" sz="1600" baseline="0" dirty="0">
                <a:solidFill>
                  <a:schemeClr val="bg1"/>
                </a:solidFill>
                <a:latin typeface="+mj-lt"/>
              </a:rPr>
              <a:t> </a:t>
            </a:r>
            <a:r>
              <a:rPr lang="en-US" sz="1600" baseline="0" dirty="0" err="1">
                <a:solidFill>
                  <a:schemeClr val="bg1"/>
                </a:solidFill>
                <a:latin typeface="+mj-lt"/>
              </a:rPr>
              <a:t>adipiscing</a:t>
            </a:r>
            <a:r>
              <a:rPr lang="en-US" sz="1600" baseline="0" dirty="0">
                <a:solidFill>
                  <a:schemeClr val="bg1"/>
                </a:solidFill>
                <a:latin typeface="+mj-lt"/>
              </a:rPr>
              <a:t> </a:t>
            </a:r>
            <a:r>
              <a:rPr lang="en-US" sz="1600" baseline="0" dirty="0" err="1">
                <a:solidFill>
                  <a:schemeClr val="bg1"/>
                </a:solidFill>
                <a:latin typeface="+mj-lt"/>
              </a:rPr>
              <a:t>elit</a:t>
            </a:r>
            <a:r>
              <a:rPr lang="en-US" sz="1600" baseline="0" dirty="0">
                <a:solidFill>
                  <a:schemeClr val="bg1"/>
                </a:solidFill>
                <a:latin typeface="+mj-lt"/>
              </a:rPr>
              <a:t>. </a:t>
            </a:r>
            <a:r>
              <a:rPr lang="en-US" sz="1600" baseline="0" dirty="0" err="1">
                <a:solidFill>
                  <a:schemeClr val="bg1"/>
                </a:solidFill>
                <a:latin typeface="+mj-lt"/>
              </a:rPr>
              <a:t>Sed</a:t>
            </a:r>
            <a:r>
              <a:rPr lang="en-US" sz="1600" baseline="0" dirty="0">
                <a:solidFill>
                  <a:schemeClr val="bg1"/>
                </a:solidFill>
                <a:latin typeface="+mj-lt"/>
              </a:rPr>
              <a:t> </a:t>
            </a:r>
            <a:r>
              <a:rPr lang="en-US" sz="1600" baseline="0" dirty="0" err="1">
                <a:solidFill>
                  <a:schemeClr val="bg1"/>
                </a:solidFill>
                <a:latin typeface="+mj-lt"/>
              </a:rPr>
              <a:t>nec</a:t>
            </a:r>
            <a:r>
              <a:rPr lang="en-US" sz="1600" baseline="0" dirty="0">
                <a:solidFill>
                  <a:schemeClr val="bg1"/>
                </a:solidFill>
                <a:latin typeface="+mj-lt"/>
              </a:rPr>
              <a:t> </a:t>
            </a:r>
            <a:r>
              <a:rPr lang="en-US" sz="1600" baseline="0" dirty="0" err="1">
                <a:solidFill>
                  <a:schemeClr val="bg1"/>
                </a:solidFill>
                <a:latin typeface="+mj-lt"/>
              </a:rPr>
              <a:t>sem</a:t>
            </a:r>
            <a:r>
              <a:rPr lang="en-US" sz="1600" baseline="0" dirty="0">
                <a:solidFill>
                  <a:schemeClr val="bg1"/>
                </a:solidFill>
                <a:latin typeface="+mj-lt"/>
              </a:rPr>
              <a:t> gravida, </a:t>
            </a:r>
            <a:r>
              <a:rPr lang="en-US" sz="1600" baseline="0" dirty="0" err="1">
                <a:solidFill>
                  <a:schemeClr val="bg1"/>
                </a:solidFill>
                <a:latin typeface="+mj-lt"/>
              </a:rPr>
              <a:t>dapibus</a:t>
            </a:r>
            <a:r>
              <a:rPr lang="en-US" sz="1600" baseline="0" dirty="0">
                <a:solidFill>
                  <a:schemeClr val="bg1"/>
                </a:solidFill>
                <a:latin typeface="+mj-lt"/>
              </a:rPr>
              <a:t> </a:t>
            </a:r>
            <a:r>
              <a:rPr lang="en-US" sz="1600" baseline="0" dirty="0" err="1">
                <a:solidFill>
                  <a:schemeClr val="bg1"/>
                </a:solidFill>
                <a:latin typeface="+mj-lt"/>
              </a:rPr>
              <a:t>turpis</a:t>
            </a:r>
            <a:r>
              <a:rPr lang="en-US" sz="1600" baseline="0" dirty="0">
                <a:solidFill>
                  <a:schemeClr val="bg1"/>
                </a:solidFill>
                <a:latin typeface="+mj-lt"/>
              </a:rPr>
              <a:t> </a:t>
            </a:r>
            <a:r>
              <a:rPr lang="en-US" sz="1600" baseline="0" dirty="0" err="1">
                <a:solidFill>
                  <a:schemeClr val="bg1"/>
                </a:solidFill>
                <a:latin typeface="+mj-lt"/>
              </a:rPr>
              <a:t>porttitor</a:t>
            </a:r>
            <a:r>
              <a:rPr lang="en-US" sz="1600" baseline="0" dirty="0">
                <a:solidFill>
                  <a:schemeClr val="bg1"/>
                </a:solidFill>
                <a:latin typeface="+mj-lt"/>
              </a:rPr>
              <a:t>, </a:t>
            </a:r>
            <a:r>
              <a:rPr lang="en-US" sz="1600" baseline="0" dirty="0" err="1">
                <a:solidFill>
                  <a:schemeClr val="bg1"/>
                </a:solidFill>
                <a:latin typeface="+mj-lt"/>
              </a:rPr>
              <a:t>tincidunt</a:t>
            </a:r>
            <a:r>
              <a:rPr lang="en-US" sz="1600" baseline="0" dirty="0">
                <a:solidFill>
                  <a:schemeClr val="bg1"/>
                </a:solidFill>
                <a:latin typeface="+mj-lt"/>
              </a:rPr>
              <a:t> </a:t>
            </a:r>
            <a:r>
              <a:rPr lang="en-US" sz="1600" baseline="0" dirty="0" err="1">
                <a:solidFill>
                  <a:schemeClr val="bg1"/>
                </a:solidFill>
                <a:latin typeface="+mj-lt"/>
              </a:rPr>
              <a:t>nibh</a:t>
            </a:r>
            <a:r>
              <a:rPr lang="en-US" sz="1600" baseline="0" dirty="0">
                <a:solidFill>
                  <a:schemeClr val="bg1"/>
                </a:solidFill>
                <a:latin typeface="+mj-lt"/>
              </a:rPr>
              <a:t>. </a:t>
            </a:r>
            <a:r>
              <a:rPr lang="en-US" sz="1600" baseline="0" dirty="0" err="1">
                <a:solidFill>
                  <a:schemeClr val="bg1"/>
                </a:solidFill>
                <a:latin typeface="+mj-lt"/>
              </a:rPr>
              <a:t>Orci</a:t>
            </a:r>
            <a:r>
              <a:rPr lang="en-US" sz="1600" baseline="0" dirty="0">
                <a:solidFill>
                  <a:schemeClr val="bg1"/>
                </a:solidFill>
                <a:latin typeface="+mj-lt"/>
              </a:rPr>
              <a:t> </a:t>
            </a:r>
            <a:r>
              <a:rPr lang="en-US" sz="1600" baseline="0" dirty="0" err="1">
                <a:solidFill>
                  <a:schemeClr val="bg1"/>
                </a:solidFill>
                <a:latin typeface="+mj-lt"/>
              </a:rPr>
              <a:t>varius</a:t>
            </a:r>
            <a:r>
              <a:rPr lang="en-US" sz="1600" baseline="0" dirty="0">
                <a:solidFill>
                  <a:schemeClr val="bg1"/>
                </a:solidFill>
                <a:latin typeface="+mj-lt"/>
              </a:rPr>
              <a:t> </a:t>
            </a:r>
            <a:r>
              <a:rPr lang="en-US" sz="1600" baseline="0" dirty="0" err="1">
                <a:solidFill>
                  <a:schemeClr val="bg1"/>
                </a:solidFill>
                <a:latin typeface="+mj-lt"/>
              </a:rPr>
              <a:t>natoque</a:t>
            </a:r>
            <a:r>
              <a:rPr lang="en-US" sz="1600" baseline="0" dirty="0">
                <a:solidFill>
                  <a:schemeClr val="bg1"/>
                </a:solidFill>
                <a:latin typeface="+mj-lt"/>
              </a:rPr>
              <a:t> </a:t>
            </a:r>
            <a:r>
              <a:rPr lang="en-US" sz="1600" baseline="0" dirty="0" err="1">
                <a:solidFill>
                  <a:schemeClr val="bg1"/>
                </a:solidFill>
                <a:latin typeface="+mj-lt"/>
              </a:rPr>
              <a:t>penatibus</a:t>
            </a:r>
            <a:r>
              <a:rPr lang="en-US" sz="1600" baseline="0" dirty="0">
                <a:solidFill>
                  <a:schemeClr val="bg1"/>
                </a:solidFill>
                <a:latin typeface="+mj-lt"/>
              </a:rPr>
              <a:t> et </a:t>
            </a:r>
            <a:r>
              <a:rPr lang="en-US" sz="1600" baseline="0" dirty="0" err="1">
                <a:solidFill>
                  <a:schemeClr val="bg1"/>
                </a:solidFill>
                <a:latin typeface="+mj-lt"/>
              </a:rPr>
              <a:t>magnis</a:t>
            </a:r>
            <a:r>
              <a:rPr lang="en-US" sz="1600" baseline="0" dirty="0">
                <a:solidFill>
                  <a:schemeClr val="bg1"/>
                </a:solidFill>
                <a:latin typeface="+mj-lt"/>
              </a:rPr>
              <a:t> dis parturient </a:t>
            </a:r>
            <a:r>
              <a:rPr lang="en-US" sz="1600" baseline="0" dirty="0" err="1">
                <a:solidFill>
                  <a:schemeClr val="bg1"/>
                </a:solidFill>
                <a:latin typeface="+mj-lt"/>
              </a:rPr>
              <a:t>montes</a:t>
            </a:r>
            <a:r>
              <a:rPr lang="en-US" sz="1600" baseline="0" dirty="0">
                <a:solidFill>
                  <a:schemeClr val="bg1"/>
                </a:solidFill>
                <a:latin typeface="+mj-lt"/>
              </a:rPr>
              <a:t>, </a:t>
            </a:r>
            <a:r>
              <a:rPr lang="en-US" sz="1600" baseline="0" dirty="0" err="1">
                <a:solidFill>
                  <a:schemeClr val="bg1"/>
                </a:solidFill>
                <a:latin typeface="+mj-lt"/>
              </a:rPr>
              <a:t>nascetur</a:t>
            </a:r>
            <a:r>
              <a:rPr lang="en-US" sz="1600" baseline="0" dirty="0">
                <a:solidFill>
                  <a:schemeClr val="bg1"/>
                </a:solidFill>
                <a:latin typeface="+mj-lt"/>
              </a:rPr>
              <a:t> </a:t>
            </a:r>
            <a:r>
              <a:rPr lang="en-US" sz="1600" baseline="0" dirty="0" err="1">
                <a:solidFill>
                  <a:schemeClr val="bg1"/>
                </a:solidFill>
                <a:latin typeface="+mj-lt"/>
              </a:rPr>
              <a:t>ridiculus</a:t>
            </a:r>
            <a:r>
              <a:rPr lang="en-US" sz="1600" baseline="0" dirty="0">
                <a:solidFill>
                  <a:schemeClr val="bg1"/>
                </a:solidFill>
                <a:latin typeface="+mj-lt"/>
              </a:rPr>
              <a:t> mus. Nam </a:t>
            </a:r>
            <a:r>
              <a:rPr lang="en-US" sz="1600" baseline="0" dirty="0" err="1">
                <a:solidFill>
                  <a:schemeClr val="bg1"/>
                </a:solidFill>
                <a:latin typeface="+mj-lt"/>
              </a:rPr>
              <a:t>eget</a:t>
            </a:r>
            <a:r>
              <a:rPr lang="en-US" sz="1600" baseline="0" dirty="0">
                <a:solidFill>
                  <a:schemeClr val="bg1"/>
                </a:solidFill>
                <a:latin typeface="+mj-lt"/>
              </a:rPr>
              <a:t> </a:t>
            </a:r>
            <a:r>
              <a:rPr lang="en-US" sz="1600" baseline="0" dirty="0" err="1">
                <a:solidFill>
                  <a:schemeClr val="bg1"/>
                </a:solidFill>
                <a:latin typeface="+mj-lt"/>
              </a:rPr>
              <a:t>enim</a:t>
            </a:r>
            <a:r>
              <a:rPr lang="en-US" sz="1600" baseline="0" dirty="0">
                <a:solidFill>
                  <a:schemeClr val="bg1"/>
                </a:solidFill>
                <a:latin typeface="+mj-lt"/>
              </a:rPr>
              <a:t> </a:t>
            </a:r>
            <a:r>
              <a:rPr lang="en-US" sz="1600" baseline="0" dirty="0" err="1">
                <a:solidFill>
                  <a:schemeClr val="bg1"/>
                </a:solidFill>
                <a:latin typeface="+mj-lt"/>
              </a:rPr>
              <a:t>mauris</a:t>
            </a:r>
            <a:r>
              <a:rPr lang="en-US" sz="1600" baseline="0" dirty="0">
                <a:solidFill>
                  <a:schemeClr val="bg1"/>
                </a:solidFill>
                <a:latin typeface="+mj-lt"/>
              </a:rPr>
              <a:t>. </a:t>
            </a:r>
            <a:r>
              <a:rPr lang="en-US" sz="1600" baseline="0" dirty="0" err="1">
                <a:solidFill>
                  <a:schemeClr val="bg1"/>
                </a:solidFill>
                <a:latin typeface="+mj-lt"/>
              </a:rPr>
              <a:t>Vivamus</a:t>
            </a:r>
            <a:r>
              <a:rPr lang="en-US" sz="1600" baseline="0" dirty="0">
                <a:solidFill>
                  <a:schemeClr val="bg1"/>
                </a:solidFill>
                <a:latin typeface="+mj-lt"/>
              </a:rPr>
              <a:t> sit </a:t>
            </a:r>
            <a:r>
              <a:rPr lang="en-US" sz="1600" baseline="0" dirty="0" err="1">
                <a:solidFill>
                  <a:schemeClr val="bg1"/>
                </a:solidFill>
                <a:latin typeface="+mj-lt"/>
              </a:rPr>
              <a:t>amet</a:t>
            </a:r>
            <a:r>
              <a:rPr lang="en-US" sz="1600" baseline="0" dirty="0">
                <a:solidFill>
                  <a:schemeClr val="bg1"/>
                </a:solidFill>
                <a:latin typeface="+mj-lt"/>
              </a:rPr>
              <a:t> </a:t>
            </a:r>
            <a:r>
              <a:rPr lang="en-US" sz="1600" baseline="0" dirty="0" err="1">
                <a:solidFill>
                  <a:schemeClr val="bg1"/>
                </a:solidFill>
                <a:latin typeface="+mj-lt"/>
              </a:rPr>
              <a:t>congue</a:t>
            </a:r>
            <a:r>
              <a:rPr lang="en-US" sz="1600" baseline="0" dirty="0">
                <a:solidFill>
                  <a:schemeClr val="bg1"/>
                </a:solidFill>
                <a:latin typeface="+mj-lt"/>
              </a:rPr>
              <a:t> </a:t>
            </a:r>
            <a:r>
              <a:rPr lang="en-US" sz="1600" baseline="0" dirty="0" err="1">
                <a:solidFill>
                  <a:schemeClr val="bg1"/>
                </a:solidFill>
                <a:latin typeface="+mj-lt"/>
              </a:rPr>
              <a:t>nunc</a:t>
            </a:r>
            <a:r>
              <a:rPr lang="en-US" sz="1600" baseline="0" dirty="0">
                <a:solidFill>
                  <a:schemeClr val="bg1"/>
                </a:solidFill>
                <a:latin typeface="+mj-lt"/>
              </a:rPr>
              <a:t>. </a:t>
            </a:r>
            <a:r>
              <a:rPr lang="en-US" sz="1600" baseline="0" dirty="0" err="1">
                <a:solidFill>
                  <a:schemeClr val="bg1"/>
                </a:solidFill>
                <a:latin typeface="+mj-lt"/>
              </a:rPr>
              <a:t>Duis</a:t>
            </a:r>
            <a:r>
              <a:rPr lang="en-US" sz="1600" baseline="0" dirty="0">
                <a:solidFill>
                  <a:schemeClr val="bg1"/>
                </a:solidFill>
                <a:latin typeface="+mj-lt"/>
              </a:rPr>
              <a:t> </a:t>
            </a:r>
            <a:r>
              <a:rPr lang="en-US" sz="1600" baseline="0" dirty="0" err="1">
                <a:solidFill>
                  <a:schemeClr val="bg1"/>
                </a:solidFill>
                <a:latin typeface="+mj-lt"/>
              </a:rPr>
              <a:t>pellentesque</a:t>
            </a:r>
            <a:r>
              <a:rPr lang="en-US" sz="1600" baseline="0" dirty="0">
                <a:solidFill>
                  <a:schemeClr val="bg1"/>
                </a:solidFill>
                <a:latin typeface="+mj-lt"/>
              </a:rPr>
              <a:t> </a:t>
            </a:r>
            <a:r>
              <a:rPr lang="en-US" sz="1600" baseline="0" dirty="0" err="1">
                <a:solidFill>
                  <a:schemeClr val="bg1"/>
                </a:solidFill>
                <a:latin typeface="+mj-lt"/>
              </a:rPr>
              <a:t>posuere</a:t>
            </a:r>
            <a:r>
              <a:rPr lang="en-US" sz="1600" baseline="0" dirty="0">
                <a:solidFill>
                  <a:schemeClr val="bg1"/>
                </a:solidFill>
                <a:latin typeface="+mj-lt"/>
              </a:rPr>
              <a:t> </a:t>
            </a:r>
            <a:r>
              <a:rPr lang="en-US" sz="1600" baseline="0" dirty="0" err="1">
                <a:solidFill>
                  <a:schemeClr val="bg1"/>
                </a:solidFill>
                <a:latin typeface="+mj-lt"/>
              </a:rPr>
              <a:t>rutrum</a:t>
            </a:r>
            <a:r>
              <a:rPr lang="en-US" sz="1600" baseline="0" dirty="0">
                <a:solidFill>
                  <a:schemeClr val="bg1"/>
                </a:solidFill>
                <a:latin typeface="+mj-lt"/>
              </a:rPr>
              <a:t>. </a:t>
            </a:r>
            <a:r>
              <a:rPr lang="en-US" sz="1600" baseline="0" dirty="0" err="1">
                <a:solidFill>
                  <a:schemeClr val="bg1"/>
                </a:solidFill>
                <a:latin typeface="+mj-lt"/>
              </a:rPr>
              <a:t>Pellentesque</a:t>
            </a:r>
            <a:r>
              <a:rPr lang="en-US" sz="1600" baseline="0" dirty="0">
                <a:solidFill>
                  <a:schemeClr val="bg1"/>
                </a:solidFill>
                <a:latin typeface="+mj-lt"/>
              </a:rPr>
              <a:t> ac </a:t>
            </a:r>
            <a:r>
              <a:rPr lang="en-US" sz="1600" baseline="0" dirty="0" err="1">
                <a:solidFill>
                  <a:schemeClr val="bg1"/>
                </a:solidFill>
                <a:latin typeface="+mj-lt"/>
              </a:rPr>
              <a:t>diam</a:t>
            </a:r>
            <a:r>
              <a:rPr lang="en-US" sz="1600" baseline="0" dirty="0">
                <a:solidFill>
                  <a:schemeClr val="bg1"/>
                </a:solidFill>
                <a:latin typeface="+mj-lt"/>
              </a:rPr>
              <a:t> </a:t>
            </a:r>
            <a:r>
              <a:rPr lang="en-US" sz="1600" baseline="0" dirty="0" err="1">
                <a:solidFill>
                  <a:schemeClr val="bg1"/>
                </a:solidFill>
                <a:latin typeface="+mj-lt"/>
              </a:rPr>
              <a:t>quis</a:t>
            </a:r>
            <a:r>
              <a:rPr lang="en-US" sz="1600" baseline="0" dirty="0">
                <a:solidFill>
                  <a:schemeClr val="bg1"/>
                </a:solidFill>
                <a:latin typeface="+mj-lt"/>
              </a:rPr>
              <a:t> </a:t>
            </a:r>
            <a:r>
              <a:rPr lang="en-US" sz="1600" baseline="0" dirty="0" err="1">
                <a:solidFill>
                  <a:schemeClr val="bg1"/>
                </a:solidFill>
                <a:latin typeface="+mj-lt"/>
              </a:rPr>
              <a:t>justo</a:t>
            </a:r>
            <a:r>
              <a:rPr lang="en-US" sz="1600" baseline="0" dirty="0">
                <a:solidFill>
                  <a:schemeClr val="bg1"/>
                </a:solidFill>
                <a:latin typeface="+mj-lt"/>
              </a:rPr>
              <a:t> </a:t>
            </a:r>
            <a:r>
              <a:rPr lang="en-US" sz="1600" baseline="0" dirty="0" err="1">
                <a:solidFill>
                  <a:schemeClr val="bg1"/>
                </a:solidFill>
                <a:latin typeface="+mj-lt"/>
              </a:rPr>
              <a:t>placerat</a:t>
            </a:r>
            <a:r>
              <a:rPr lang="en-US" sz="1600" baseline="0" dirty="0">
                <a:solidFill>
                  <a:schemeClr val="bg1"/>
                </a:solidFill>
                <a:latin typeface="+mj-lt"/>
              </a:rPr>
              <a:t> porta. </a:t>
            </a:r>
            <a:r>
              <a:rPr lang="en-US" sz="1600" baseline="0" dirty="0" err="1">
                <a:solidFill>
                  <a:schemeClr val="bg1"/>
                </a:solidFill>
                <a:latin typeface="+mj-lt"/>
              </a:rPr>
              <a:t>Phasellus</a:t>
            </a:r>
            <a:r>
              <a:rPr lang="en-US" sz="1600" baseline="0" dirty="0">
                <a:solidFill>
                  <a:schemeClr val="bg1"/>
                </a:solidFill>
                <a:latin typeface="+mj-lt"/>
              </a:rPr>
              <a:t> </a:t>
            </a:r>
            <a:r>
              <a:rPr lang="en-US" sz="1600" baseline="0" dirty="0" err="1">
                <a:solidFill>
                  <a:schemeClr val="bg1"/>
                </a:solidFill>
                <a:latin typeface="+mj-lt"/>
              </a:rPr>
              <a:t>bibendum</a:t>
            </a:r>
            <a:r>
              <a:rPr lang="en-US" sz="1600" baseline="0" dirty="0">
                <a:solidFill>
                  <a:schemeClr val="bg1"/>
                </a:solidFill>
                <a:latin typeface="+mj-lt"/>
              </a:rPr>
              <a:t> </a:t>
            </a:r>
            <a:r>
              <a:rPr lang="en-US" sz="1600" baseline="0" dirty="0" err="1">
                <a:solidFill>
                  <a:schemeClr val="bg1"/>
                </a:solidFill>
                <a:latin typeface="+mj-lt"/>
              </a:rPr>
              <a:t>vehicula</a:t>
            </a:r>
            <a:r>
              <a:rPr lang="en-US" sz="1600" baseline="0" dirty="0">
                <a:solidFill>
                  <a:schemeClr val="bg1"/>
                </a:solidFill>
                <a:latin typeface="+mj-lt"/>
              </a:rPr>
              <a:t> </a:t>
            </a:r>
            <a:r>
              <a:rPr lang="en-US" sz="1600" baseline="0" dirty="0" err="1">
                <a:solidFill>
                  <a:schemeClr val="bg1"/>
                </a:solidFill>
                <a:latin typeface="+mj-lt"/>
              </a:rPr>
              <a:t>sem</a:t>
            </a:r>
            <a:r>
              <a:rPr lang="en-US" sz="1600" baseline="0" dirty="0">
                <a:solidFill>
                  <a:schemeClr val="bg1"/>
                </a:solidFill>
                <a:latin typeface="+mj-lt"/>
              </a:rPr>
              <a:t> id </a:t>
            </a:r>
            <a:r>
              <a:rPr lang="en-US" sz="1600" baseline="0" dirty="0" err="1">
                <a:solidFill>
                  <a:schemeClr val="bg1"/>
                </a:solidFill>
                <a:latin typeface="+mj-lt"/>
              </a:rPr>
              <a:t>ornare</a:t>
            </a:r>
            <a:r>
              <a:rPr lang="en-US" sz="1600" baseline="0" dirty="0">
                <a:solidFill>
                  <a:schemeClr val="bg1"/>
                </a:solidFill>
                <a:latin typeface="+mj-lt"/>
              </a:rPr>
              <a:t>. Nam </a:t>
            </a:r>
            <a:r>
              <a:rPr lang="en-US" sz="1600" baseline="0" dirty="0" err="1">
                <a:solidFill>
                  <a:schemeClr val="bg1"/>
                </a:solidFill>
                <a:latin typeface="+mj-lt"/>
              </a:rPr>
              <a:t>commodo</a:t>
            </a:r>
            <a:r>
              <a:rPr lang="en-US" sz="1600" baseline="0" dirty="0">
                <a:solidFill>
                  <a:schemeClr val="bg1"/>
                </a:solidFill>
                <a:latin typeface="+mj-lt"/>
              </a:rPr>
              <a:t> ac </a:t>
            </a:r>
            <a:r>
              <a:rPr lang="en-US" sz="1600" baseline="0" dirty="0" err="1">
                <a:solidFill>
                  <a:schemeClr val="bg1"/>
                </a:solidFill>
                <a:latin typeface="+mj-lt"/>
              </a:rPr>
              <a:t>purus</a:t>
            </a:r>
            <a:r>
              <a:rPr lang="en-US" sz="1600" baseline="0" dirty="0">
                <a:solidFill>
                  <a:schemeClr val="bg1"/>
                </a:solidFill>
                <a:latin typeface="+mj-lt"/>
              </a:rPr>
              <a:t> </a:t>
            </a:r>
            <a:r>
              <a:rPr lang="en-US" sz="1600" baseline="0" dirty="0" err="1">
                <a:solidFill>
                  <a:schemeClr val="bg1"/>
                </a:solidFill>
                <a:latin typeface="+mj-lt"/>
              </a:rPr>
              <a:t>condimentum</a:t>
            </a:r>
            <a:r>
              <a:rPr lang="en-US" sz="1600" baseline="0" dirty="0">
                <a:solidFill>
                  <a:schemeClr val="bg1"/>
                </a:solidFill>
                <a:latin typeface="+mj-lt"/>
              </a:rPr>
              <a:t> porta. </a:t>
            </a:r>
            <a:r>
              <a:rPr lang="en-US" sz="1600" baseline="0" dirty="0" err="1">
                <a:solidFill>
                  <a:schemeClr val="bg1"/>
                </a:solidFill>
                <a:latin typeface="+mj-lt"/>
              </a:rPr>
              <a:t>Proin</a:t>
            </a:r>
            <a:r>
              <a:rPr lang="en-US" sz="1600" baseline="0" dirty="0">
                <a:solidFill>
                  <a:schemeClr val="bg1"/>
                </a:solidFill>
                <a:latin typeface="+mj-lt"/>
              </a:rPr>
              <a:t> </a:t>
            </a:r>
            <a:r>
              <a:rPr lang="en-US" sz="1600" baseline="0" dirty="0" err="1">
                <a:solidFill>
                  <a:schemeClr val="bg1"/>
                </a:solidFill>
                <a:latin typeface="+mj-lt"/>
              </a:rPr>
              <a:t>condimentum</a:t>
            </a:r>
            <a:r>
              <a:rPr lang="en-US" sz="1600" baseline="0" dirty="0">
                <a:solidFill>
                  <a:schemeClr val="bg1"/>
                </a:solidFill>
                <a:latin typeface="+mj-lt"/>
              </a:rPr>
              <a:t> </a:t>
            </a:r>
            <a:r>
              <a:rPr lang="en-US" sz="1600" baseline="0" dirty="0" err="1">
                <a:solidFill>
                  <a:schemeClr val="bg1"/>
                </a:solidFill>
                <a:latin typeface="+mj-lt"/>
              </a:rPr>
              <a:t>lectus</a:t>
            </a:r>
            <a:r>
              <a:rPr lang="en-US" sz="1600" baseline="0" dirty="0">
                <a:solidFill>
                  <a:schemeClr val="bg1"/>
                </a:solidFill>
                <a:latin typeface="+mj-lt"/>
              </a:rPr>
              <a:t> </a:t>
            </a:r>
            <a:r>
              <a:rPr lang="en-US" sz="1600" baseline="0" dirty="0" err="1">
                <a:solidFill>
                  <a:schemeClr val="bg1"/>
                </a:solidFill>
                <a:latin typeface="+mj-lt"/>
              </a:rPr>
              <a:t>leo</a:t>
            </a:r>
            <a:r>
              <a:rPr lang="en-US" sz="1600" baseline="0" dirty="0">
                <a:solidFill>
                  <a:schemeClr val="bg1"/>
                </a:solidFill>
                <a:latin typeface="+mj-lt"/>
              </a:rPr>
              <a:t>, in </a:t>
            </a:r>
            <a:r>
              <a:rPr lang="en-US" sz="1600" baseline="0" dirty="0" err="1">
                <a:solidFill>
                  <a:schemeClr val="bg1"/>
                </a:solidFill>
                <a:latin typeface="+mj-lt"/>
              </a:rPr>
              <a:t>lacinia</a:t>
            </a:r>
            <a:r>
              <a:rPr lang="en-US" sz="1600" baseline="0" dirty="0">
                <a:solidFill>
                  <a:schemeClr val="bg1"/>
                </a:solidFill>
                <a:latin typeface="+mj-lt"/>
              </a:rPr>
              <a:t> </a:t>
            </a:r>
            <a:r>
              <a:rPr lang="en-US" sz="1600" baseline="0" dirty="0" err="1">
                <a:solidFill>
                  <a:schemeClr val="bg1"/>
                </a:solidFill>
                <a:latin typeface="+mj-lt"/>
              </a:rPr>
              <a:t>diam</a:t>
            </a:r>
            <a:r>
              <a:rPr lang="en-US" sz="1600" baseline="0" dirty="0">
                <a:solidFill>
                  <a:schemeClr val="bg1"/>
                </a:solidFill>
                <a:latin typeface="+mj-lt"/>
              </a:rPr>
              <a:t> </a:t>
            </a:r>
            <a:r>
              <a:rPr lang="en-US" sz="1600" baseline="0" dirty="0" err="1">
                <a:solidFill>
                  <a:schemeClr val="bg1"/>
                </a:solidFill>
                <a:latin typeface="+mj-lt"/>
              </a:rPr>
              <a:t>placerat</a:t>
            </a:r>
            <a:r>
              <a:rPr lang="en-US" sz="1600" baseline="0" dirty="0">
                <a:solidFill>
                  <a:schemeClr val="bg1"/>
                </a:solidFill>
                <a:latin typeface="+mj-lt"/>
              </a:rPr>
              <a:t> convallis. </a:t>
            </a:r>
            <a:endParaRPr lang="en-US" sz="1600" b="1" spc="200" baseline="0" dirty="0">
              <a:solidFill>
                <a:schemeClr val="bg1"/>
              </a:solidFill>
              <a:latin typeface="+mj-lt"/>
              <a:ea typeface="Calibri" charset="0"/>
              <a:cs typeface="Calibri" charset="0"/>
            </a:endParaRPr>
          </a:p>
        </p:txBody>
      </p:sp>
      <p:pic>
        <p:nvPicPr>
          <p:cNvPr id="3" name="Picture 2"/>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a:off x="2" y="-122439"/>
            <a:ext cx="1548202" cy="1187447"/>
          </a:xfrm>
          <a:prstGeom prst="rect">
            <a:avLst/>
          </a:prstGeom>
        </p:spPr>
      </p:pic>
      <p:pic>
        <p:nvPicPr>
          <p:cNvPr id="4" name="Picture 3"/>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rot="10800000">
            <a:off x="7595799" y="3681860"/>
            <a:ext cx="1548202" cy="1187447"/>
          </a:xfrm>
          <a:prstGeom prst="rect">
            <a:avLst/>
          </a:prstGeom>
        </p:spPr>
      </p:pic>
      <p:sp>
        <p:nvSpPr>
          <p:cNvPr id="7"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416989520"/>
      </p:ext>
    </p:extLst>
  </p:cSld>
  <p:clrMapOvr>
    <a:masterClrMapping/>
  </p:clrMapOvr>
  <p:extLst>
    <p:ext uri="{DCECCB84-F9BA-43D5-87BE-67443E8EF086}">
      <p15:sldGuideLst xmlns:p15="http://schemas.microsoft.com/office/powerpoint/2012/main">
        <p15:guide id="1" orient="horz" pos="1524">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cxnSp>
        <p:nvCxnSpPr>
          <p:cNvPr id="4" name="Straight Connector 3"/>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87300221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2542932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marL="171446" marR="0" lvl="0" indent="-171446" algn="l" defTabSz="914378" rtl="0" eaLnBrk="1" fontAlgn="auto" latinLnBrk="0" hangingPunct="1">
              <a:lnSpc>
                <a:spcPts val="1600"/>
              </a:lnSpc>
              <a:spcBef>
                <a:spcPts val="264"/>
              </a:spcBef>
              <a:spcAft>
                <a:spcPts val="300"/>
              </a:spcAft>
              <a:buClrTx/>
              <a:buSzTx/>
              <a:tabLst/>
              <a:defRPr/>
            </a:pPr>
            <a:r>
              <a:rPr lang="en-US" sz="1100" dirty="0">
                <a:latin typeface="+mj-lt"/>
              </a:rPr>
              <a:t>In </a:t>
            </a:r>
            <a:r>
              <a:rPr lang="en-US" sz="1100" dirty="0" err="1">
                <a:latin typeface="+mj-lt"/>
              </a:rPr>
              <a:t>egestas</a:t>
            </a:r>
            <a:r>
              <a:rPr lang="en-US" sz="1100" dirty="0">
                <a:latin typeface="+mj-lt"/>
              </a:rPr>
              <a:t> </a:t>
            </a:r>
            <a:r>
              <a:rPr lang="en-US" sz="1100" dirty="0" err="1">
                <a:latin typeface="+mj-lt"/>
              </a:rPr>
              <a:t>orci</a:t>
            </a:r>
            <a:r>
              <a:rPr lang="en-US" sz="1100" dirty="0">
                <a:latin typeface="+mj-lt"/>
              </a:rPr>
              <a:t> </a:t>
            </a:r>
            <a:r>
              <a:rPr lang="en-US" sz="1100" dirty="0" err="1">
                <a:latin typeface="+mj-lt"/>
              </a:rPr>
              <a:t>eu</a:t>
            </a:r>
            <a:r>
              <a:rPr lang="en-US" sz="1100" dirty="0">
                <a:latin typeface="+mj-lt"/>
              </a:rPr>
              <a:t> </a:t>
            </a:r>
            <a:r>
              <a:rPr lang="en-US" sz="1100" dirty="0" err="1">
                <a:latin typeface="+mj-lt"/>
              </a:rPr>
              <a:t>lacinia</a:t>
            </a:r>
            <a:r>
              <a:rPr lang="en-US" sz="1100" dirty="0">
                <a:latin typeface="+mj-lt"/>
              </a:rPr>
              <a:t> </a:t>
            </a:r>
            <a:r>
              <a:rPr lang="en-US" sz="1100" dirty="0" err="1">
                <a:latin typeface="+mj-lt"/>
              </a:rPr>
              <a:t>consectetur</a:t>
            </a:r>
            <a:r>
              <a:rPr lang="en-US" sz="1100" dirty="0">
                <a:latin typeface="+mj-lt"/>
              </a:rPr>
              <a:t>. In dolor ipsum, gravida et </a:t>
            </a:r>
            <a:r>
              <a:rPr lang="en-US" sz="1100" dirty="0" err="1">
                <a:latin typeface="+mj-lt"/>
              </a:rPr>
              <a:t>sagittis</a:t>
            </a:r>
            <a:r>
              <a:rPr lang="en-US" sz="1100" dirty="0">
                <a:latin typeface="+mj-lt"/>
              </a:rPr>
              <a:t> id, </a:t>
            </a:r>
            <a:r>
              <a:rPr lang="en-US" sz="1100" dirty="0" err="1">
                <a:latin typeface="+mj-lt"/>
              </a:rPr>
              <a:t>sollicitudin</a:t>
            </a:r>
            <a:r>
              <a:rPr lang="en-US" sz="1100" dirty="0">
                <a:latin typeface="+mj-lt"/>
              </a:rPr>
              <a:t> </a:t>
            </a:r>
            <a:r>
              <a:rPr lang="en-US" sz="1100" dirty="0" err="1">
                <a:latin typeface="+mj-lt"/>
              </a:rPr>
              <a:t>ut</a:t>
            </a:r>
            <a:r>
              <a:rPr lang="en-US" sz="1100" dirty="0">
                <a:latin typeface="+mj-lt"/>
              </a:rPr>
              <a:t> </a:t>
            </a:r>
            <a:r>
              <a:rPr lang="en-US" sz="1100" dirty="0" err="1">
                <a:latin typeface="+mj-lt"/>
              </a:rPr>
              <a:t>nisl</a:t>
            </a:r>
            <a:r>
              <a:rPr lang="en-US" sz="1100" dirty="0">
                <a:latin typeface="+mj-lt"/>
              </a:rPr>
              <a:t>. </a:t>
            </a:r>
            <a:r>
              <a:rPr lang="en-US" sz="1100" dirty="0" err="1">
                <a:latin typeface="+mj-lt"/>
              </a:rPr>
              <a:t>Praesent</a:t>
            </a:r>
            <a:r>
              <a:rPr lang="en-US" sz="1100" dirty="0">
                <a:latin typeface="+mj-lt"/>
              </a:rPr>
              <a:t> </a:t>
            </a:r>
            <a:r>
              <a:rPr lang="en-US" sz="1100" dirty="0" err="1">
                <a:latin typeface="+mj-lt"/>
              </a:rPr>
              <a:t>bibendum</a:t>
            </a:r>
            <a:r>
              <a:rPr lang="en-US" sz="1100" dirty="0">
                <a:latin typeface="+mj-lt"/>
              </a:rPr>
              <a:t> tempus </a:t>
            </a:r>
            <a:r>
              <a:rPr lang="en-US" sz="1100" dirty="0" err="1">
                <a:latin typeface="+mj-lt"/>
              </a:rPr>
              <a:t>tellus</a:t>
            </a:r>
            <a:r>
              <a:rPr lang="en-US" sz="1100" dirty="0">
                <a:latin typeface="+mj-lt"/>
              </a:rPr>
              <a:t> </a:t>
            </a:r>
            <a:r>
              <a:rPr lang="en-US" sz="1100" dirty="0" err="1">
                <a:latin typeface="+mj-lt"/>
              </a:rPr>
              <a:t>nec</a:t>
            </a:r>
            <a:r>
              <a:rPr lang="en-US" sz="1100" dirty="0">
                <a:latin typeface="+mj-lt"/>
              </a:rPr>
              <a:t> </a:t>
            </a:r>
            <a:r>
              <a:rPr lang="en-US" sz="1100" dirty="0" err="1">
                <a:latin typeface="+mj-lt"/>
              </a:rPr>
              <a:t>hendrerit</a:t>
            </a:r>
            <a:r>
              <a:rPr lang="en-US" sz="1100" dirty="0">
                <a:latin typeface="+mj-lt"/>
              </a:rPr>
              <a:t>. Nam in </a:t>
            </a:r>
            <a:r>
              <a:rPr lang="en-US" sz="1100" dirty="0" err="1">
                <a:latin typeface="+mj-lt"/>
              </a:rPr>
              <a:t>tempor</a:t>
            </a:r>
            <a:r>
              <a:rPr lang="en-US" sz="1100" dirty="0">
                <a:latin typeface="+mj-lt"/>
              </a:rPr>
              <a:t> </a:t>
            </a:r>
            <a:r>
              <a:rPr lang="en-US" sz="1100" dirty="0" err="1">
                <a:latin typeface="+mj-lt"/>
              </a:rPr>
              <a:t>metus</a:t>
            </a:r>
            <a:r>
              <a:rPr lang="en-US" sz="1100" dirty="0">
                <a:latin typeface="+mj-lt"/>
              </a:rPr>
              <a:t>, ac </a:t>
            </a:r>
            <a:r>
              <a:rPr lang="en-US" sz="1100" dirty="0" err="1">
                <a:latin typeface="+mj-lt"/>
              </a:rPr>
              <a:t>finibus</a:t>
            </a:r>
            <a:r>
              <a:rPr lang="en-US" sz="1100" dirty="0">
                <a:latin typeface="+mj-lt"/>
              </a:rPr>
              <a:t> </a:t>
            </a:r>
            <a:r>
              <a:rPr lang="en-US" sz="1100" dirty="0" err="1">
                <a:latin typeface="+mj-lt"/>
              </a:rPr>
              <a:t>purus</a:t>
            </a:r>
            <a:r>
              <a:rPr lang="en-US" sz="1100" dirty="0">
                <a:latin typeface="+mj-lt"/>
              </a:rPr>
              <a:t>. </a:t>
            </a:r>
            <a:r>
              <a:rPr lang="en-US" sz="1100" dirty="0" err="1">
                <a:latin typeface="+mj-lt"/>
              </a:rPr>
              <a:t>Praesent</a:t>
            </a:r>
            <a:r>
              <a:rPr lang="en-US" sz="1100" dirty="0">
                <a:latin typeface="+mj-lt"/>
              </a:rPr>
              <a:t> </a:t>
            </a:r>
            <a:r>
              <a:rPr lang="en-US" sz="1100" dirty="0" err="1">
                <a:latin typeface="+mj-lt"/>
              </a:rPr>
              <a:t>consequat</a:t>
            </a:r>
            <a:r>
              <a:rPr lang="en-US" sz="1100" dirty="0">
                <a:latin typeface="+mj-lt"/>
              </a:rPr>
              <a:t> </a:t>
            </a:r>
            <a:r>
              <a:rPr lang="en-US" sz="1100" dirty="0" err="1">
                <a:latin typeface="+mj-lt"/>
              </a:rPr>
              <a:t>lectus</a:t>
            </a:r>
            <a:r>
              <a:rPr lang="en-US" sz="1100" dirty="0">
                <a:latin typeface="+mj-lt"/>
              </a:rPr>
              <a:t> sit </a:t>
            </a:r>
            <a:r>
              <a:rPr lang="en-US" sz="1100" dirty="0" err="1">
                <a:latin typeface="+mj-lt"/>
              </a:rPr>
              <a:t>amet</a:t>
            </a:r>
            <a:r>
              <a:rPr lang="en-US" sz="1100" dirty="0">
                <a:latin typeface="+mj-lt"/>
              </a:rPr>
              <a:t> </a:t>
            </a:r>
            <a:r>
              <a:rPr lang="en-US" sz="1100" dirty="0" err="1">
                <a:latin typeface="+mj-lt"/>
              </a:rPr>
              <a:t>tortor</a:t>
            </a:r>
            <a:r>
              <a:rPr lang="en-US" sz="1100" dirty="0">
                <a:latin typeface="+mj-lt"/>
              </a:rPr>
              <a:t> pharetra, </a:t>
            </a:r>
            <a:r>
              <a:rPr lang="en-US" sz="1100" dirty="0" err="1">
                <a:latin typeface="+mj-lt"/>
              </a:rPr>
              <a:t>sed</a:t>
            </a:r>
            <a:r>
              <a:rPr lang="en-US" sz="1100" dirty="0">
                <a:latin typeface="+mj-lt"/>
              </a:rPr>
              <a:t> </a:t>
            </a:r>
            <a:r>
              <a:rPr lang="en-US" sz="1100" dirty="0" err="1">
                <a:latin typeface="+mj-lt"/>
              </a:rPr>
              <a:t>venenatis</a:t>
            </a:r>
            <a:r>
              <a:rPr lang="en-US" sz="1100" dirty="0">
                <a:latin typeface="+mj-lt"/>
              </a:rPr>
              <a:t> </a:t>
            </a:r>
            <a:r>
              <a:rPr lang="en-US" sz="1100" dirty="0" err="1">
                <a:latin typeface="+mj-lt"/>
              </a:rPr>
              <a:t>eros</a:t>
            </a:r>
            <a:r>
              <a:rPr lang="en-US" sz="1100" dirty="0">
                <a:latin typeface="+mj-lt"/>
              </a:rPr>
              <a:t> </a:t>
            </a:r>
            <a:r>
              <a:rPr lang="en-US" sz="1100" dirty="0" err="1">
                <a:latin typeface="+mj-lt"/>
              </a:rPr>
              <a:t>lacinia</a:t>
            </a:r>
            <a:r>
              <a:rPr lang="en-US" sz="1100" dirty="0">
                <a:latin typeface="+mj-lt"/>
              </a:rPr>
              <a:t>. In </a:t>
            </a:r>
            <a:r>
              <a:rPr lang="en-US" sz="1100" dirty="0" err="1">
                <a:latin typeface="+mj-lt"/>
              </a:rPr>
              <a:t>sed</a:t>
            </a:r>
            <a:r>
              <a:rPr lang="en-US" sz="1100" dirty="0">
                <a:latin typeface="+mj-lt"/>
              </a:rPr>
              <a:t> </a:t>
            </a:r>
            <a:r>
              <a:rPr lang="en-US" sz="1100" dirty="0" err="1">
                <a:latin typeface="+mj-lt"/>
              </a:rPr>
              <a:t>erat</a:t>
            </a:r>
            <a:r>
              <a:rPr lang="en-US" sz="1100" dirty="0">
                <a:latin typeface="+mj-lt"/>
              </a:rPr>
              <a:t> libero. </a:t>
            </a:r>
            <a:r>
              <a:rPr lang="en-US" sz="1100" dirty="0" err="1">
                <a:latin typeface="+mj-lt"/>
              </a:rPr>
              <a:t>Sed</a:t>
            </a:r>
            <a:r>
              <a:rPr lang="en-US" sz="1100" dirty="0">
                <a:latin typeface="+mj-lt"/>
              </a:rPr>
              <a:t> lorem </a:t>
            </a:r>
            <a:r>
              <a:rPr lang="en-US" sz="1100" dirty="0" err="1">
                <a:latin typeface="+mj-lt"/>
              </a:rPr>
              <a:t>neque</a:t>
            </a:r>
            <a:r>
              <a:rPr lang="en-US" sz="1100" dirty="0">
                <a:latin typeface="+mj-lt"/>
              </a:rPr>
              <a:t>, </a:t>
            </a:r>
            <a:r>
              <a:rPr lang="en-US" sz="1100" dirty="0" err="1">
                <a:latin typeface="+mj-lt"/>
              </a:rPr>
              <a:t>commodo</a:t>
            </a:r>
            <a:r>
              <a:rPr lang="en-US" sz="1100" dirty="0">
                <a:latin typeface="+mj-lt"/>
              </a:rPr>
              <a:t> vitae ex at, pharetra convallis </a:t>
            </a:r>
            <a:r>
              <a:rPr lang="en-US" sz="1100" dirty="0" err="1">
                <a:latin typeface="+mj-lt"/>
              </a:rPr>
              <a:t>nunc</a:t>
            </a:r>
            <a:r>
              <a:rPr lang="en-US" sz="1100" dirty="0">
                <a:latin typeface="+mj-lt"/>
              </a:rPr>
              <a:t>. In </a:t>
            </a:r>
            <a:r>
              <a:rPr lang="en-US" sz="1100" dirty="0" err="1">
                <a:latin typeface="+mj-lt"/>
              </a:rPr>
              <a:t>vehicula</a:t>
            </a:r>
            <a:r>
              <a:rPr lang="en-US" sz="1100" dirty="0">
                <a:latin typeface="+mj-lt"/>
              </a:rPr>
              <a:t> </a:t>
            </a:r>
            <a:r>
              <a:rPr lang="en-US" sz="1100" dirty="0" err="1">
                <a:latin typeface="+mj-lt"/>
              </a:rPr>
              <a:t>mauris</a:t>
            </a:r>
            <a:r>
              <a:rPr lang="en-US" sz="1100" dirty="0">
                <a:latin typeface="+mj-lt"/>
              </a:rPr>
              <a:t> ligula. </a:t>
            </a:r>
            <a:r>
              <a:rPr lang="en-US" sz="1100" dirty="0" err="1">
                <a:latin typeface="+mj-lt"/>
              </a:rPr>
              <a:t>Suspendisse</a:t>
            </a:r>
            <a:r>
              <a:rPr lang="en-US" sz="1100" dirty="0">
                <a:latin typeface="+mj-lt"/>
              </a:rPr>
              <a:t> in </a:t>
            </a:r>
            <a:r>
              <a:rPr lang="en-US" sz="1100" dirty="0" err="1">
                <a:latin typeface="+mj-lt"/>
              </a:rPr>
              <a:t>tellus</a:t>
            </a:r>
            <a:r>
              <a:rPr lang="en-US" sz="1100" dirty="0">
                <a:latin typeface="+mj-lt"/>
              </a:rPr>
              <a:t> </a:t>
            </a:r>
            <a:r>
              <a:rPr lang="en-US" sz="1100" dirty="0" err="1">
                <a:latin typeface="+mj-lt"/>
              </a:rPr>
              <a:t>congue</a:t>
            </a:r>
            <a:r>
              <a:rPr lang="en-US" sz="1100" dirty="0">
                <a:latin typeface="+mj-lt"/>
              </a:rPr>
              <a:t> </a:t>
            </a:r>
            <a:r>
              <a:rPr lang="en-US" sz="1100" dirty="0" err="1">
                <a:latin typeface="+mj-lt"/>
              </a:rPr>
              <a:t>odio</a:t>
            </a:r>
            <a:r>
              <a:rPr lang="en-US" sz="1100" dirty="0">
                <a:latin typeface="+mj-lt"/>
              </a:rPr>
              <a:t> pharetra </a:t>
            </a:r>
            <a:r>
              <a:rPr lang="en-US" sz="1100" dirty="0" err="1">
                <a:latin typeface="+mj-lt"/>
              </a:rPr>
              <a:t>finibus</a:t>
            </a:r>
            <a:r>
              <a:rPr lang="en-US" sz="1100" dirty="0">
                <a:latin typeface="+mj-lt"/>
              </a:rPr>
              <a:t>. Nam </a:t>
            </a:r>
            <a:r>
              <a:rPr lang="en-US" sz="1100" dirty="0" err="1">
                <a:latin typeface="+mj-lt"/>
              </a:rPr>
              <a:t>vel</a:t>
            </a:r>
            <a:r>
              <a:rPr lang="en-US" sz="1100" dirty="0">
                <a:latin typeface="+mj-lt"/>
              </a:rPr>
              <a:t> </a:t>
            </a:r>
            <a:r>
              <a:rPr lang="en-US" sz="1100" dirty="0" err="1">
                <a:latin typeface="+mj-lt"/>
              </a:rPr>
              <a:t>auctor</a:t>
            </a:r>
            <a:r>
              <a:rPr lang="en-US" sz="1100" dirty="0">
                <a:latin typeface="+mj-lt"/>
              </a:rPr>
              <a:t> </a:t>
            </a:r>
            <a:r>
              <a:rPr lang="en-US" sz="1100" dirty="0" err="1">
                <a:latin typeface="+mj-lt"/>
              </a:rPr>
              <a:t>justo</a:t>
            </a:r>
            <a:r>
              <a:rPr lang="en-US" sz="1100" dirty="0">
                <a:latin typeface="+mj-lt"/>
              </a:rPr>
              <a:t>, vitae </a:t>
            </a:r>
            <a:r>
              <a:rPr lang="en-US" sz="1100" dirty="0" err="1">
                <a:latin typeface="+mj-lt"/>
              </a:rPr>
              <a:t>hendrerit</a:t>
            </a:r>
            <a:r>
              <a:rPr lang="en-US" sz="1100" dirty="0">
                <a:latin typeface="+mj-lt"/>
              </a:rPr>
              <a:t> </a:t>
            </a:r>
            <a:r>
              <a:rPr lang="en-US" sz="1100" dirty="0" err="1">
                <a:latin typeface="+mj-lt"/>
              </a:rPr>
              <a:t>orci</a:t>
            </a:r>
            <a:r>
              <a:rPr lang="en-US" sz="1100" dirty="0">
                <a:latin typeface="+mj-lt"/>
              </a:rPr>
              <a:t>. </a:t>
            </a:r>
            <a:r>
              <a:rPr lang="en-US" sz="1100" dirty="0" err="1">
                <a:latin typeface="+mj-lt"/>
              </a:rPr>
              <a:t>Duis</a:t>
            </a:r>
            <a:r>
              <a:rPr lang="en-US" sz="1100" dirty="0">
                <a:latin typeface="+mj-lt"/>
              </a:rPr>
              <a:t> </a:t>
            </a:r>
            <a:r>
              <a:rPr lang="en-US" sz="1100" dirty="0" err="1">
                <a:latin typeface="+mj-lt"/>
              </a:rPr>
              <a:t>nec</a:t>
            </a:r>
            <a:r>
              <a:rPr lang="en-US" sz="1100" dirty="0">
                <a:latin typeface="+mj-lt"/>
              </a:rPr>
              <a:t> </a:t>
            </a:r>
            <a:r>
              <a:rPr lang="en-US" sz="1100" dirty="0" err="1">
                <a:latin typeface="+mj-lt"/>
              </a:rPr>
              <a:t>sapien</a:t>
            </a:r>
            <a:r>
              <a:rPr lang="en-US" sz="1100" dirty="0">
                <a:latin typeface="+mj-lt"/>
              </a:rPr>
              <a:t> </a:t>
            </a:r>
            <a:r>
              <a:rPr lang="en-US" sz="1100" dirty="0" err="1">
                <a:latin typeface="+mj-lt"/>
              </a:rPr>
              <a:t>viverra</a:t>
            </a:r>
            <a:r>
              <a:rPr lang="en-US" sz="1100" dirty="0">
                <a:latin typeface="+mj-lt"/>
              </a:rPr>
              <a:t>, </a:t>
            </a:r>
            <a:r>
              <a:rPr lang="en-US" sz="1100" dirty="0" err="1">
                <a:latin typeface="+mj-lt"/>
              </a:rPr>
              <a:t>bibendum</a:t>
            </a:r>
            <a:r>
              <a:rPr lang="en-US" sz="1100" dirty="0">
                <a:latin typeface="+mj-lt"/>
              </a:rPr>
              <a:t> </a:t>
            </a:r>
            <a:r>
              <a:rPr lang="en-US" sz="1100" dirty="0" err="1">
                <a:latin typeface="+mj-lt"/>
              </a:rPr>
              <a:t>tellus</a:t>
            </a:r>
            <a:r>
              <a:rPr lang="en-US" sz="1100" dirty="0">
                <a:latin typeface="+mj-lt"/>
              </a:rPr>
              <a:t> </a:t>
            </a:r>
            <a:r>
              <a:rPr lang="en-US" sz="1100" dirty="0" err="1">
                <a:latin typeface="+mj-lt"/>
              </a:rPr>
              <a:t>eget</a:t>
            </a:r>
            <a:r>
              <a:rPr lang="en-US" sz="1100" dirty="0">
                <a:latin typeface="+mj-lt"/>
              </a:rPr>
              <a:t>, </a:t>
            </a:r>
            <a:r>
              <a:rPr lang="en-US" sz="1100" dirty="0" err="1">
                <a:latin typeface="+mj-lt"/>
              </a:rPr>
              <a:t>pellentesque</a:t>
            </a:r>
            <a:r>
              <a:rPr lang="en-US" sz="1100" dirty="0">
                <a:latin typeface="+mj-lt"/>
              </a:rPr>
              <a:t> </a:t>
            </a:r>
            <a:r>
              <a:rPr lang="en-US" sz="1100" dirty="0" err="1">
                <a:latin typeface="+mj-lt"/>
              </a:rPr>
              <a:t>massa</a:t>
            </a:r>
            <a:r>
              <a:rPr lang="en-US" sz="1100" dirty="0">
                <a:latin typeface="+mj-lt"/>
              </a:rPr>
              <a:t>. </a:t>
            </a:r>
            <a:r>
              <a:rPr lang="en-US" sz="1100" dirty="0" err="1">
                <a:latin typeface="+mj-lt"/>
              </a:rPr>
              <a:t>Nulla</a:t>
            </a:r>
            <a:r>
              <a:rPr lang="en-US" sz="1100" dirty="0">
                <a:latin typeface="+mj-lt"/>
              </a:rPr>
              <a:t> </a:t>
            </a:r>
            <a:r>
              <a:rPr lang="en-US" sz="1100" dirty="0" err="1">
                <a:latin typeface="+mj-lt"/>
              </a:rPr>
              <a:t>feugiat</a:t>
            </a:r>
            <a:r>
              <a:rPr lang="en-US" sz="1100" dirty="0">
                <a:latin typeface="+mj-lt"/>
              </a:rPr>
              <a:t>, </a:t>
            </a:r>
            <a:r>
              <a:rPr lang="en-US" sz="1100" dirty="0" err="1">
                <a:latin typeface="+mj-lt"/>
              </a:rPr>
              <a:t>turpis</a:t>
            </a:r>
            <a:r>
              <a:rPr lang="en-US" sz="1100" dirty="0">
                <a:latin typeface="+mj-lt"/>
              </a:rPr>
              <a:t> et </a:t>
            </a:r>
            <a:r>
              <a:rPr lang="en-US" sz="1100" dirty="0" err="1">
                <a:latin typeface="+mj-lt"/>
              </a:rPr>
              <a:t>posuere</a:t>
            </a:r>
            <a:r>
              <a:rPr lang="en-US" sz="1100" dirty="0">
                <a:latin typeface="+mj-lt"/>
              </a:rPr>
              <a:t> </a:t>
            </a:r>
            <a:r>
              <a:rPr lang="en-US" sz="1100" dirty="0" err="1">
                <a:latin typeface="+mj-lt"/>
              </a:rPr>
              <a:t>viverra</a:t>
            </a:r>
            <a:r>
              <a:rPr lang="en-US" sz="1100" dirty="0">
                <a:latin typeface="+mj-lt"/>
              </a:rPr>
              <a:t>, ipsum </a:t>
            </a:r>
            <a:r>
              <a:rPr lang="en-US" sz="1100" dirty="0" err="1">
                <a:latin typeface="+mj-lt"/>
              </a:rPr>
              <a:t>sem</a:t>
            </a:r>
            <a:r>
              <a:rPr lang="en-US" sz="1100" dirty="0">
                <a:latin typeface="+mj-lt"/>
              </a:rPr>
              <a:t> </a:t>
            </a:r>
            <a:r>
              <a:rPr lang="en-US" sz="1100" dirty="0" err="1">
                <a:latin typeface="+mj-lt"/>
              </a:rPr>
              <a:t>tincidunt</a:t>
            </a:r>
            <a:r>
              <a:rPr lang="en-US" sz="1100" dirty="0">
                <a:latin typeface="+mj-lt"/>
              </a:rPr>
              <a:t> </a:t>
            </a:r>
            <a:r>
              <a:rPr lang="en-US" sz="1100" dirty="0" err="1">
                <a:latin typeface="+mj-lt"/>
              </a:rPr>
              <a:t>est</a:t>
            </a:r>
            <a:r>
              <a:rPr lang="en-US" sz="1100" dirty="0">
                <a:latin typeface="+mj-lt"/>
              </a:rPr>
              <a:t>, </a:t>
            </a:r>
            <a:r>
              <a:rPr lang="en-US" sz="1100" dirty="0" err="1">
                <a:latin typeface="+mj-lt"/>
              </a:rPr>
              <a:t>finibus</a:t>
            </a:r>
            <a:r>
              <a:rPr lang="en-US" sz="1100" dirty="0">
                <a:latin typeface="+mj-lt"/>
              </a:rPr>
              <a:t> </a:t>
            </a:r>
            <a:r>
              <a:rPr lang="en-US" sz="1100" dirty="0" err="1">
                <a:latin typeface="+mj-lt"/>
              </a:rPr>
              <a:t>tempor</a:t>
            </a:r>
            <a:r>
              <a:rPr lang="en-US" sz="1100" dirty="0">
                <a:latin typeface="+mj-lt"/>
              </a:rPr>
              <a:t> </a:t>
            </a:r>
            <a:r>
              <a:rPr lang="en-US" sz="1100" dirty="0" err="1">
                <a:latin typeface="+mj-lt"/>
              </a:rPr>
              <a:t>nibh</a:t>
            </a:r>
            <a:r>
              <a:rPr lang="en-US" sz="1100" dirty="0">
                <a:latin typeface="+mj-lt"/>
              </a:rPr>
              <a:t> ante semper diam. </a:t>
            </a:r>
            <a:r>
              <a:rPr lang="en-US" sz="1100" dirty="0" err="1">
                <a:latin typeface="+mj-lt"/>
              </a:rPr>
              <a:t>Nullam</a:t>
            </a:r>
            <a:r>
              <a:rPr lang="en-US" sz="1100" dirty="0">
                <a:latin typeface="+mj-lt"/>
              </a:rPr>
              <a:t> </a:t>
            </a:r>
            <a:r>
              <a:rPr lang="en-US" sz="1100" dirty="0" err="1">
                <a:latin typeface="+mj-lt"/>
              </a:rPr>
              <a:t>quis</a:t>
            </a:r>
            <a:r>
              <a:rPr lang="en-US" sz="1100" dirty="0">
                <a:latin typeface="+mj-lt"/>
              </a:rPr>
              <a:t> </a:t>
            </a:r>
            <a:r>
              <a:rPr lang="en-US" sz="1100" dirty="0" err="1">
                <a:latin typeface="+mj-lt"/>
              </a:rPr>
              <a:t>euismod</a:t>
            </a:r>
            <a:r>
              <a:rPr lang="en-US" sz="1100" dirty="0">
                <a:latin typeface="+mj-lt"/>
              </a:rPr>
              <a:t> </a:t>
            </a:r>
            <a:r>
              <a:rPr lang="en-US" sz="1100" dirty="0" err="1">
                <a:latin typeface="+mj-lt"/>
              </a:rPr>
              <a:t>neque</a:t>
            </a:r>
            <a:r>
              <a:rPr lang="en-US" sz="1100" dirty="0">
                <a:latin typeface="+mj-lt"/>
              </a:rPr>
              <a:t>, </a:t>
            </a:r>
            <a:r>
              <a:rPr lang="en-US" sz="1100" dirty="0" err="1">
                <a:latin typeface="+mj-lt"/>
              </a:rPr>
              <a:t>nec</a:t>
            </a:r>
            <a:r>
              <a:rPr lang="en-US" sz="1100" dirty="0">
                <a:latin typeface="+mj-lt"/>
              </a:rPr>
              <a:t> </a:t>
            </a:r>
            <a:r>
              <a:rPr lang="en-US" sz="1100" dirty="0" err="1">
                <a:latin typeface="+mj-lt"/>
              </a:rPr>
              <a:t>facilisis</a:t>
            </a:r>
            <a:r>
              <a:rPr lang="en-US" sz="1100" dirty="0">
                <a:latin typeface="+mj-lt"/>
              </a:rPr>
              <a:t> sem. </a:t>
            </a:r>
            <a:r>
              <a:rPr lang="en-US" sz="1100" dirty="0" err="1">
                <a:latin typeface="+mj-lt"/>
              </a:rPr>
              <a:t>Morbi</a:t>
            </a:r>
            <a:r>
              <a:rPr lang="en-US" sz="1100" dirty="0">
                <a:latin typeface="+mj-lt"/>
              </a:rPr>
              <a:t> </a:t>
            </a:r>
            <a:r>
              <a:rPr lang="en-US" sz="1100" dirty="0" err="1">
                <a:latin typeface="+mj-lt"/>
              </a:rPr>
              <a:t>egestas</a:t>
            </a:r>
            <a:r>
              <a:rPr lang="en-US" sz="1100" dirty="0">
                <a:latin typeface="+mj-lt"/>
              </a:rPr>
              <a:t> </a:t>
            </a:r>
            <a:r>
              <a:rPr lang="en-US" sz="1100" dirty="0" err="1">
                <a:latin typeface="+mj-lt"/>
              </a:rPr>
              <a:t>iaculis</a:t>
            </a:r>
            <a:r>
              <a:rPr lang="en-US" sz="1100" dirty="0">
                <a:latin typeface="+mj-lt"/>
              </a:rPr>
              <a:t> </a:t>
            </a:r>
            <a:r>
              <a:rPr lang="en-US" sz="1100" dirty="0" err="1">
                <a:latin typeface="+mj-lt"/>
              </a:rPr>
              <a:t>dignissim</a:t>
            </a:r>
            <a:r>
              <a:rPr lang="en-US" sz="1100" dirty="0">
                <a:latin typeface="+mj-lt"/>
              </a:rPr>
              <a:t>. In </a:t>
            </a:r>
            <a:r>
              <a:rPr lang="en-US" sz="1100" dirty="0" err="1">
                <a:latin typeface="+mj-lt"/>
              </a:rPr>
              <a:t>accumsan</a:t>
            </a:r>
            <a:r>
              <a:rPr lang="en-US" sz="1100" dirty="0">
                <a:latin typeface="+mj-lt"/>
              </a:rPr>
              <a:t> </a:t>
            </a:r>
            <a:r>
              <a:rPr lang="en-US" sz="1100" dirty="0" err="1">
                <a:latin typeface="+mj-lt"/>
              </a:rPr>
              <a:t>tortor</a:t>
            </a:r>
            <a:r>
              <a:rPr lang="en-US" sz="1100" dirty="0">
                <a:latin typeface="+mj-lt"/>
              </a:rPr>
              <a:t> </a:t>
            </a:r>
            <a:r>
              <a:rPr lang="en-US" sz="1100" dirty="0" err="1">
                <a:latin typeface="+mj-lt"/>
              </a:rPr>
              <a:t>elit</a:t>
            </a:r>
            <a:r>
              <a:rPr lang="en-US" sz="1100" dirty="0">
                <a:latin typeface="+mj-lt"/>
              </a:rPr>
              <a:t>, non </a:t>
            </a:r>
            <a:r>
              <a:rPr lang="en-US" sz="1100" dirty="0" err="1">
                <a:latin typeface="+mj-lt"/>
              </a:rPr>
              <a:t>euismod</a:t>
            </a:r>
            <a:r>
              <a:rPr lang="en-US" sz="1100" dirty="0">
                <a:latin typeface="+mj-lt"/>
              </a:rPr>
              <a:t> </a:t>
            </a:r>
            <a:r>
              <a:rPr lang="en-US" sz="1100" dirty="0" err="1">
                <a:latin typeface="+mj-lt"/>
              </a:rPr>
              <a:t>eros</a:t>
            </a:r>
            <a:r>
              <a:rPr lang="en-US" sz="1100" dirty="0">
                <a:latin typeface="+mj-lt"/>
              </a:rPr>
              <a:t> </a:t>
            </a:r>
            <a:r>
              <a:rPr lang="en-US" sz="1100" dirty="0" err="1">
                <a:latin typeface="+mj-lt"/>
              </a:rPr>
              <a:t>accumsan</a:t>
            </a:r>
            <a:r>
              <a:rPr lang="en-US" sz="1100" dirty="0">
                <a:latin typeface="+mj-lt"/>
              </a:rPr>
              <a:t> ac. </a:t>
            </a:r>
            <a:r>
              <a:rPr lang="en-US" sz="1100" dirty="0" err="1">
                <a:latin typeface="+mj-lt"/>
              </a:rPr>
              <a:t>Sed</a:t>
            </a:r>
            <a:r>
              <a:rPr lang="en-US" sz="1100" dirty="0">
                <a:latin typeface="+mj-lt"/>
              </a:rPr>
              <a:t> </a:t>
            </a:r>
            <a:r>
              <a:rPr lang="en-US" sz="1100" dirty="0" err="1">
                <a:latin typeface="+mj-lt"/>
              </a:rPr>
              <a:t>ultrices</a:t>
            </a:r>
            <a:r>
              <a:rPr lang="en-US" sz="1100" dirty="0">
                <a:latin typeface="+mj-lt"/>
              </a:rPr>
              <a:t> mi lorem, </a:t>
            </a:r>
            <a:r>
              <a:rPr lang="en-US" sz="1100" dirty="0" err="1">
                <a:latin typeface="+mj-lt"/>
              </a:rPr>
              <a:t>ut</a:t>
            </a:r>
            <a:r>
              <a:rPr lang="en-US" sz="1100" dirty="0">
                <a:latin typeface="+mj-lt"/>
              </a:rPr>
              <a:t> </a:t>
            </a:r>
            <a:r>
              <a:rPr lang="en-US" sz="1100" dirty="0" err="1">
                <a:latin typeface="+mj-lt"/>
              </a:rPr>
              <a:t>dignissim</a:t>
            </a:r>
            <a:r>
              <a:rPr lang="en-US" sz="1100" dirty="0">
                <a:latin typeface="+mj-lt"/>
              </a:rPr>
              <a:t> </a:t>
            </a:r>
            <a:r>
              <a:rPr lang="en-US" sz="1100" dirty="0" err="1">
                <a:latin typeface="+mj-lt"/>
              </a:rPr>
              <a:t>nibh</a:t>
            </a:r>
            <a:r>
              <a:rPr lang="en-US" sz="1100" dirty="0">
                <a:latin typeface="+mj-lt"/>
              </a:rPr>
              <a:t> </a:t>
            </a:r>
            <a:r>
              <a:rPr lang="en-US" sz="1100" dirty="0" err="1">
                <a:latin typeface="+mj-lt"/>
              </a:rPr>
              <a:t>facilisis</a:t>
            </a:r>
            <a:r>
              <a:rPr lang="en-US" sz="1100" dirty="0">
                <a:latin typeface="+mj-lt"/>
              </a:rPr>
              <a:t> vel.</a:t>
            </a:r>
          </a:p>
        </p:txBody>
      </p:sp>
      <p:cxnSp>
        <p:nvCxnSpPr>
          <p:cNvPr id="4" name="Straight Connector 3"/>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6357887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357189" y="1079500"/>
            <a:ext cx="3986212" cy="3397250"/>
          </a:xfrm>
        </p:spPr>
        <p:txBody>
          <a:bodyPr/>
          <a:lstStyle>
            <a:lvl1pPr marL="171446" indent="-171446">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p:txBody>
      </p:sp>
      <p:sp>
        <p:nvSpPr>
          <p:cNvPr id="4" name="Content Placeholder 5"/>
          <p:cNvSpPr>
            <a:spLocks noGrp="1"/>
          </p:cNvSpPr>
          <p:nvPr>
            <p:ph sz="quarter" idx="11" hasCustomPrompt="1"/>
          </p:nvPr>
        </p:nvSpPr>
        <p:spPr>
          <a:xfrm>
            <a:off x="4800601" y="1079500"/>
            <a:ext cx="3986213" cy="3397250"/>
          </a:xfrm>
        </p:spPr>
        <p:txBody>
          <a:bodyPr/>
          <a:lstStyle>
            <a:lvl1pPr marL="171446" indent="-171446">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p:txBody>
      </p:sp>
      <p:cxnSp>
        <p:nvCxnSpPr>
          <p:cNvPr id="5" name="Straight Connector 4"/>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5126177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with Highl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3" name="Content Placeholder 5"/>
          <p:cNvSpPr>
            <a:spLocks noGrp="1"/>
          </p:cNvSpPr>
          <p:nvPr>
            <p:ph sz="quarter" idx="10" hasCustomPrompt="1"/>
          </p:nvPr>
        </p:nvSpPr>
        <p:spPr>
          <a:xfrm>
            <a:off x="357188" y="1422400"/>
            <a:ext cx="8429625" cy="30543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marL="171446" marR="0" lvl="0" indent="-171446" algn="l" defTabSz="914378" rtl="0" eaLnBrk="1" fontAlgn="auto" latinLnBrk="0" hangingPunct="1">
              <a:lnSpc>
                <a:spcPts val="1600"/>
              </a:lnSpc>
              <a:spcBef>
                <a:spcPts val="264"/>
              </a:spcBef>
              <a:spcAft>
                <a:spcPts val="300"/>
              </a:spcAft>
              <a:buClrTx/>
              <a:buSzTx/>
              <a:tabLst/>
              <a:defRPr/>
            </a:pPr>
            <a:r>
              <a:rPr lang="en-US" sz="1100" dirty="0">
                <a:latin typeface="+mj-lt"/>
              </a:rPr>
              <a:t>In </a:t>
            </a:r>
            <a:r>
              <a:rPr lang="en-US" sz="1100" dirty="0" err="1">
                <a:latin typeface="+mj-lt"/>
              </a:rPr>
              <a:t>egestas</a:t>
            </a:r>
            <a:r>
              <a:rPr lang="en-US" sz="1100" dirty="0">
                <a:latin typeface="+mj-lt"/>
              </a:rPr>
              <a:t> </a:t>
            </a:r>
            <a:r>
              <a:rPr lang="en-US" sz="1100" dirty="0" err="1">
                <a:latin typeface="+mj-lt"/>
              </a:rPr>
              <a:t>orci</a:t>
            </a:r>
            <a:r>
              <a:rPr lang="en-US" sz="1100" dirty="0">
                <a:latin typeface="+mj-lt"/>
              </a:rPr>
              <a:t> </a:t>
            </a:r>
            <a:r>
              <a:rPr lang="en-US" sz="1100" dirty="0" err="1">
                <a:latin typeface="+mj-lt"/>
              </a:rPr>
              <a:t>eu</a:t>
            </a:r>
            <a:r>
              <a:rPr lang="en-US" sz="1100" dirty="0">
                <a:latin typeface="+mj-lt"/>
              </a:rPr>
              <a:t> </a:t>
            </a:r>
            <a:r>
              <a:rPr lang="en-US" sz="1100" dirty="0" err="1">
                <a:latin typeface="+mj-lt"/>
              </a:rPr>
              <a:t>lacinia</a:t>
            </a:r>
            <a:r>
              <a:rPr lang="en-US" sz="1100" dirty="0">
                <a:latin typeface="+mj-lt"/>
              </a:rPr>
              <a:t> </a:t>
            </a:r>
            <a:r>
              <a:rPr lang="en-US" sz="1100" dirty="0" err="1">
                <a:latin typeface="+mj-lt"/>
              </a:rPr>
              <a:t>consectetur</a:t>
            </a:r>
            <a:r>
              <a:rPr lang="en-US" sz="1100" dirty="0">
                <a:latin typeface="+mj-lt"/>
              </a:rPr>
              <a:t>. In dolor ipsum, gravida et </a:t>
            </a:r>
            <a:r>
              <a:rPr lang="en-US" sz="1100" dirty="0" err="1">
                <a:latin typeface="+mj-lt"/>
              </a:rPr>
              <a:t>sagittis</a:t>
            </a:r>
            <a:r>
              <a:rPr lang="en-US" sz="1100" dirty="0">
                <a:latin typeface="+mj-lt"/>
              </a:rPr>
              <a:t> id, </a:t>
            </a:r>
            <a:r>
              <a:rPr lang="en-US" sz="1100" dirty="0" err="1">
                <a:latin typeface="+mj-lt"/>
              </a:rPr>
              <a:t>sollicitudin</a:t>
            </a:r>
            <a:r>
              <a:rPr lang="en-US" sz="1100" dirty="0">
                <a:latin typeface="+mj-lt"/>
              </a:rPr>
              <a:t> </a:t>
            </a:r>
            <a:r>
              <a:rPr lang="en-US" sz="1100" dirty="0" err="1">
                <a:latin typeface="+mj-lt"/>
              </a:rPr>
              <a:t>ut</a:t>
            </a:r>
            <a:r>
              <a:rPr lang="en-US" sz="1100" dirty="0">
                <a:latin typeface="+mj-lt"/>
              </a:rPr>
              <a:t> </a:t>
            </a:r>
            <a:r>
              <a:rPr lang="en-US" sz="1100" dirty="0" err="1">
                <a:latin typeface="+mj-lt"/>
              </a:rPr>
              <a:t>nisl</a:t>
            </a:r>
            <a:r>
              <a:rPr lang="en-US" sz="1100" dirty="0">
                <a:latin typeface="+mj-lt"/>
              </a:rPr>
              <a:t>. </a:t>
            </a:r>
            <a:r>
              <a:rPr lang="en-US" sz="1100" dirty="0" err="1">
                <a:latin typeface="+mj-lt"/>
              </a:rPr>
              <a:t>Praesent</a:t>
            </a:r>
            <a:r>
              <a:rPr lang="en-US" sz="1100" dirty="0">
                <a:latin typeface="+mj-lt"/>
              </a:rPr>
              <a:t> </a:t>
            </a:r>
            <a:r>
              <a:rPr lang="en-US" sz="1100" dirty="0" err="1">
                <a:latin typeface="+mj-lt"/>
              </a:rPr>
              <a:t>bibendum</a:t>
            </a:r>
            <a:r>
              <a:rPr lang="en-US" sz="1100" dirty="0">
                <a:latin typeface="+mj-lt"/>
              </a:rPr>
              <a:t> tempus </a:t>
            </a:r>
            <a:r>
              <a:rPr lang="en-US" sz="1100" dirty="0" err="1">
                <a:latin typeface="+mj-lt"/>
              </a:rPr>
              <a:t>tellus</a:t>
            </a:r>
            <a:r>
              <a:rPr lang="en-US" sz="1100" dirty="0">
                <a:latin typeface="+mj-lt"/>
              </a:rPr>
              <a:t> </a:t>
            </a:r>
            <a:r>
              <a:rPr lang="en-US" sz="1100" dirty="0" err="1">
                <a:latin typeface="+mj-lt"/>
              </a:rPr>
              <a:t>nec</a:t>
            </a:r>
            <a:r>
              <a:rPr lang="en-US" sz="1100" dirty="0">
                <a:latin typeface="+mj-lt"/>
              </a:rPr>
              <a:t> </a:t>
            </a:r>
            <a:r>
              <a:rPr lang="en-US" sz="1100" dirty="0" err="1">
                <a:latin typeface="+mj-lt"/>
              </a:rPr>
              <a:t>hendrerit</a:t>
            </a:r>
            <a:r>
              <a:rPr lang="en-US" sz="1100" dirty="0">
                <a:latin typeface="+mj-lt"/>
              </a:rPr>
              <a:t>. Nam in </a:t>
            </a:r>
            <a:r>
              <a:rPr lang="en-US" sz="1100" dirty="0" err="1">
                <a:latin typeface="+mj-lt"/>
              </a:rPr>
              <a:t>tempor</a:t>
            </a:r>
            <a:r>
              <a:rPr lang="en-US" sz="1100" dirty="0">
                <a:latin typeface="+mj-lt"/>
              </a:rPr>
              <a:t> </a:t>
            </a:r>
            <a:r>
              <a:rPr lang="en-US" sz="1100" dirty="0" err="1">
                <a:latin typeface="+mj-lt"/>
              </a:rPr>
              <a:t>metus</a:t>
            </a:r>
            <a:r>
              <a:rPr lang="en-US" sz="1100" dirty="0">
                <a:latin typeface="+mj-lt"/>
              </a:rPr>
              <a:t>, ac </a:t>
            </a:r>
            <a:r>
              <a:rPr lang="en-US" sz="1100" dirty="0" err="1">
                <a:latin typeface="+mj-lt"/>
              </a:rPr>
              <a:t>finibus</a:t>
            </a:r>
            <a:r>
              <a:rPr lang="en-US" sz="1100" dirty="0">
                <a:latin typeface="+mj-lt"/>
              </a:rPr>
              <a:t> </a:t>
            </a:r>
            <a:r>
              <a:rPr lang="en-US" sz="1100" dirty="0" err="1">
                <a:latin typeface="+mj-lt"/>
              </a:rPr>
              <a:t>purus</a:t>
            </a:r>
            <a:r>
              <a:rPr lang="en-US" sz="1100" dirty="0">
                <a:latin typeface="+mj-lt"/>
              </a:rPr>
              <a:t>. </a:t>
            </a:r>
            <a:r>
              <a:rPr lang="en-US" sz="1100" dirty="0" err="1">
                <a:latin typeface="+mj-lt"/>
              </a:rPr>
              <a:t>Praesent</a:t>
            </a:r>
            <a:r>
              <a:rPr lang="en-US" sz="1100" dirty="0">
                <a:latin typeface="+mj-lt"/>
              </a:rPr>
              <a:t> </a:t>
            </a:r>
            <a:r>
              <a:rPr lang="en-US" sz="1100" dirty="0" err="1">
                <a:latin typeface="+mj-lt"/>
              </a:rPr>
              <a:t>consequat</a:t>
            </a:r>
            <a:r>
              <a:rPr lang="en-US" sz="1100" dirty="0">
                <a:latin typeface="+mj-lt"/>
              </a:rPr>
              <a:t> </a:t>
            </a:r>
            <a:r>
              <a:rPr lang="en-US" sz="1100" dirty="0" err="1">
                <a:latin typeface="+mj-lt"/>
              </a:rPr>
              <a:t>lectus</a:t>
            </a:r>
            <a:r>
              <a:rPr lang="en-US" sz="1100" dirty="0">
                <a:latin typeface="+mj-lt"/>
              </a:rPr>
              <a:t> sit </a:t>
            </a:r>
            <a:r>
              <a:rPr lang="en-US" sz="1100" dirty="0" err="1">
                <a:latin typeface="+mj-lt"/>
              </a:rPr>
              <a:t>amet</a:t>
            </a:r>
            <a:r>
              <a:rPr lang="en-US" sz="1100" dirty="0">
                <a:latin typeface="+mj-lt"/>
              </a:rPr>
              <a:t> </a:t>
            </a:r>
            <a:r>
              <a:rPr lang="en-US" sz="1100" dirty="0" err="1">
                <a:latin typeface="+mj-lt"/>
              </a:rPr>
              <a:t>tortor</a:t>
            </a:r>
            <a:r>
              <a:rPr lang="en-US" sz="1100" dirty="0">
                <a:latin typeface="+mj-lt"/>
              </a:rPr>
              <a:t> pharetra, </a:t>
            </a:r>
            <a:r>
              <a:rPr lang="en-US" sz="1100" dirty="0" err="1">
                <a:latin typeface="+mj-lt"/>
              </a:rPr>
              <a:t>sed</a:t>
            </a:r>
            <a:r>
              <a:rPr lang="en-US" sz="1100" dirty="0">
                <a:latin typeface="+mj-lt"/>
              </a:rPr>
              <a:t> </a:t>
            </a:r>
            <a:r>
              <a:rPr lang="en-US" sz="1100" dirty="0" err="1">
                <a:latin typeface="+mj-lt"/>
              </a:rPr>
              <a:t>venenatis</a:t>
            </a:r>
            <a:r>
              <a:rPr lang="en-US" sz="1100" dirty="0">
                <a:latin typeface="+mj-lt"/>
              </a:rPr>
              <a:t> </a:t>
            </a:r>
            <a:r>
              <a:rPr lang="en-US" sz="1100" dirty="0" err="1">
                <a:latin typeface="+mj-lt"/>
              </a:rPr>
              <a:t>eros</a:t>
            </a:r>
            <a:r>
              <a:rPr lang="en-US" sz="1100" dirty="0">
                <a:latin typeface="+mj-lt"/>
              </a:rPr>
              <a:t> </a:t>
            </a:r>
            <a:r>
              <a:rPr lang="en-US" sz="1100" dirty="0" err="1">
                <a:latin typeface="+mj-lt"/>
              </a:rPr>
              <a:t>lacinia</a:t>
            </a:r>
            <a:r>
              <a:rPr lang="en-US" sz="1100" dirty="0">
                <a:latin typeface="+mj-lt"/>
              </a:rPr>
              <a:t>. In </a:t>
            </a:r>
            <a:r>
              <a:rPr lang="en-US" sz="1100" dirty="0" err="1">
                <a:latin typeface="+mj-lt"/>
              </a:rPr>
              <a:t>sed</a:t>
            </a:r>
            <a:r>
              <a:rPr lang="en-US" sz="1100" dirty="0">
                <a:latin typeface="+mj-lt"/>
              </a:rPr>
              <a:t> </a:t>
            </a:r>
            <a:r>
              <a:rPr lang="en-US" sz="1100" dirty="0" err="1">
                <a:latin typeface="+mj-lt"/>
              </a:rPr>
              <a:t>erat</a:t>
            </a:r>
            <a:r>
              <a:rPr lang="en-US" sz="1100" dirty="0">
                <a:latin typeface="+mj-lt"/>
              </a:rPr>
              <a:t> libero. </a:t>
            </a:r>
            <a:r>
              <a:rPr lang="en-US" sz="1100" dirty="0" err="1">
                <a:latin typeface="+mj-lt"/>
              </a:rPr>
              <a:t>Sed</a:t>
            </a:r>
            <a:r>
              <a:rPr lang="en-US" sz="1100" dirty="0">
                <a:latin typeface="+mj-lt"/>
              </a:rPr>
              <a:t> lorem </a:t>
            </a:r>
            <a:r>
              <a:rPr lang="en-US" sz="1100" dirty="0" err="1">
                <a:latin typeface="+mj-lt"/>
              </a:rPr>
              <a:t>neque</a:t>
            </a:r>
            <a:r>
              <a:rPr lang="en-US" sz="1100" dirty="0">
                <a:latin typeface="+mj-lt"/>
              </a:rPr>
              <a:t>, </a:t>
            </a:r>
            <a:r>
              <a:rPr lang="en-US" sz="1100" dirty="0" err="1">
                <a:latin typeface="+mj-lt"/>
              </a:rPr>
              <a:t>commodo</a:t>
            </a:r>
            <a:r>
              <a:rPr lang="en-US" sz="1100" dirty="0">
                <a:latin typeface="+mj-lt"/>
              </a:rPr>
              <a:t> vitae ex at, pharetra convallis </a:t>
            </a:r>
            <a:r>
              <a:rPr lang="en-US" sz="1100" dirty="0" err="1">
                <a:latin typeface="+mj-lt"/>
              </a:rPr>
              <a:t>nunc</a:t>
            </a:r>
            <a:r>
              <a:rPr lang="en-US" sz="1100" dirty="0">
                <a:latin typeface="+mj-lt"/>
              </a:rPr>
              <a:t>. In </a:t>
            </a:r>
            <a:r>
              <a:rPr lang="en-US" sz="1100" dirty="0" err="1">
                <a:latin typeface="+mj-lt"/>
              </a:rPr>
              <a:t>vehicula</a:t>
            </a:r>
            <a:r>
              <a:rPr lang="en-US" sz="1100" dirty="0">
                <a:latin typeface="+mj-lt"/>
              </a:rPr>
              <a:t> </a:t>
            </a:r>
            <a:r>
              <a:rPr lang="en-US" sz="1100" dirty="0" err="1">
                <a:latin typeface="+mj-lt"/>
              </a:rPr>
              <a:t>mauris</a:t>
            </a:r>
            <a:r>
              <a:rPr lang="en-US" sz="1100" dirty="0">
                <a:latin typeface="+mj-lt"/>
              </a:rPr>
              <a:t> ligula. </a:t>
            </a:r>
            <a:r>
              <a:rPr lang="en-US" sz="1100" dirty="0" err="1">
                <a:latin typeface="+mj-lt"/>
              </a:rPr>
              <a:t>Suspendisse</a:t>
            </a:r>
            <a:r>
              <a:rPr lang="en-US" sz="1100" dirty="0">
                <a:latin typeface="+mj-lt"/>
              </a:rPr>
              <a:t> in </a:t>
            </a:r>
            <a:r>
              <a:rPr lang="en-US" sz="1100" dirty="0" err="1">
                <a:latin typeface="+mj-lt"/>
              </a:rPr>
              <a:t>tellus</a:t>
            </a:r>
            <a:r>
              <a:rPr lang="en-US" sz="1100" dirty="0">
                <a:latin typeface="+mj-lt"/>
              </a:rPr>
              <a:t> </a:t>
            </a:r>
            <a:r>
              <a:rPr lang="en-US" sz="1100" dirty="0" err="1">
                <a:latin typeface="+mj-lt"/>
              </a:rPr>
              <a:t>congue</a:t>
            </a:r>
            <a:r>
              <a:rPr lang="en-US" sz="1100" dirty="0">
                <a:latin typeface="+mj-lt"/>
              </a:rPr>
              <a:t> </a:t>
            </a:r>
            <a:r>
              <a:rPr lang="en-US" sz="1100" dirty="0" err="1">
                <a:latin typeface="+mj-lt"/>
              </a:rPr>
              <a:t>odio</a:t>
            </a:r>
            <a:r>
              <a:rPr lang="en-US" sz="1100" dirty="0">
                <a:latin typeface="+mj-lt"/>
              </a:rPr>
              <a:t> pharetra </a:t>
            </a:r>
            <a:r>
              <a:rPr lang="en-US" sz="1100" dirty="0" err="1">
                <a:latin typeface="+mj-lt"/>
              </a:rPr>
              <a:t>finibus</a:t>
            </a:r>
            <a:r>
              <a:rPr lang="en-US" sz="1100" dirty="0">
                <a:latin typeface="+mj-lt"/>
              </a:rPr>
              <a:t>. Nam </a:t>
            </a:r>
            <a:r>
              <a:rPr lang="en-US" sz="1100" dirty="0" err="1">
                <a:latin typeface="+mj-lt"/>
              </a:rPr>
              <a:t>vel</a:t>
            </a:r>
            <a:r>
              <a:rPr lang="en-US" sz="1100" dirty="0">
                <a:latin typeface="+mj-lt"/>
              </a:rPr>
              <a:t> </a:t>
            </a:r>
            <a:r>
              <a:rPr lang="en-US" sz="1100" dirty="0" err="1">
                <a:latin typeface="+mj-lt"/>
              </a:rPr>
              <a:t>auctor</a:t>
            </a:r>
            <a:r>
              <a:rPr lang="en-US" sz="1100" dirty="0">
                <a:latin typeface="+mj-lt"/>
              </a:rPr>
              <a:t> </a:t>
            </a:r>
            <a:r>
              <a:rPr lang="en-US" sz="1100" dirty="0" err="1">
                <a:latin typeface="+mj-lt"/>
              </a:rPr>
              <a:t>justo</a:t>
            </a:r>
            <a:r>
              <a:rPr lang="en-US" sz="1100" dirty="0">
                <a:latin typeface="+mj-lt"/>
              </a:rPr>
              <a:t>, vitae </a:t>
            </a:r>
            <a:r>
              <a:rPr lang="en-US" sz="1100" dirty="0" err="1">
                <a:latin typeface="+mj-lt"/>
              </a:rPr>
              <a:t>hendrerit</a:t>
            </a:r>
            <a:r>
              <a:rPr lang="en-US" sz="1100" dirty="0">
                <a:latin typeface="+mj-lt"/>
              </a:rPr>
              <a:t> </a:t>
            </a:r>
            <a:r>
              <a:rPr lang="en-US" sz="1100" dirty="0" err="1">
                <a:latin typeface="+mj-lt"/>
              </a:rPr>
              <a:t>orci</a:t>
            </a:r>
            <a:r>
              <a:rPr lang="en-US" sz="1100" dirty="0">
                <a:latin typeface="+mj-lt"/>
              </a:rPr>
              <a:t>. </a:t>
            </a:r>
            <a:r>
              <a:rPr lang="en-US" sz="1100" dirty="0" err="1">
                <a:latin typeface="+mj-lt"/>
              </a:rPr>
              <a:t>Duis</a:t>
            </a:r>
            <a:r>
              <a:rPr lang="en-US" sz="1100" dirty="0">
                <a:latin typeface="+mj-lt"/>
              </a:rPr>
              <a:t> </a:t>
            </a:r>
            <a:r>
              <a:rPr lang="en-US" sz="1100" dirty="0" err="1">
                <a:latin typeface="+mj-lt"/>
              </a:rPr>
              <a:t>nec</a:t>
            </a:r>
            <a:r>
              <a:rPr lang="en-US" sz="1100" dirty="0">
                <a:latin typeface="+mj-lt"/>
              </a:rPr>
              <a:t> </a:t>
            </a:r>
            <a:r>
              <a:rPr lang="en-US" sz="1100" dirty="0" err="1">
                <a:latin typeface="+mj-lt"/>
              </a:rPr>
              <a:t>sapien</a:t>
            </a:r>
            <a:r>
              <a:rPr lang="en-US" sz="1100" dirty="0">
                <a:latin typeface="+mj-lt"/>
              </a:rPr>
              <a:t> </a:t>
            </a:r>
            <a:r>
              <a:rPr lang="en-US" sz="1100" dirty="0" err="1">
                <a:latin typeface="+mj-lt"/>
              </a:rPr>
              <a:t>viverra</a:t>
            </a:r>
            <a:r>
              <a:rPr lang="en-US" sz="1100" dirty="0">
                <a:latin typeface="+mj-lt"/>
              </a:rPr>
              <a:t>, </a:t>
            </a:r>
            <a:r>
              <a:rPr lang="en-US" sz="1100" dirty="0" err="1">
                <a:latin typeface="+mj-lt"/>
              </a:rPr>
              <a:t>bibendum</a:t>
            </a:r>
            <a:r>
              <a:rPr lang="en-US" sz="1100" dirty="0">
                <a:latin typeface="+mj-lt"/>
              </a:rPr>
              <a:t> </a:t>
            </a:r>
            <a:r>
              <a:rPr lang="en-US" sz="1100" dirty="0" err="1">
                <a:latin typeface="+mj-lt"/>
              </a:rPr>
              <a:t>tellus</a:t>
            </a:r>
            <a:r>
              <a:rPr lang="en-US" sz="1100" dirty="0">
                <a:latin typeface="+mj-lt"/>
              </a:rPr>
              <a:t> </a:t>
            </a:r>
            <a:r>
              <a:rPr lang="en-US" sz="1100" dirty="0" err="1">
                <a:latin typeface="+mj-lt"/>
              </a:rPr>
              <a:t>eget</a:t>
            </a:r>
            <a:r>
              <a:rPr lang="en-US" sz="1100" dirty="0">
                <a:latin typeface="+mj-lt"/>
              </a:rPr>
              <a:t>, </a:t>
            </a:r>
            <a:r>
              <a:rPr lang="en-US" sz="1100" dirty="0" err="1">
                <a:latin typeface="+mj-lt"/>
              </a:rPr>
              <a:t>pellentesque</a:t>
            </a:r>
            <a:r>
              <a:rPr lang="en-US" sz="1100" dirty="0">
                <a:latin typeface="+mj-lt"/>
              </a:rPr>
              <a:t> </a:t>
            </a:r>
            <a:r>
              <a:rPr lang="en-US" sz="1100" dirty="0" err="1">
                <a:latin typeface="+mj-lt"/>
              </a:rPr>
              <a:t>massa</a:t>
            </a:r>
            <a:r>
              <a:rPr lang="en-US" sz="1100" dirty="0">
                <a:latin typeface="+mj-lt"/>
              </a:rPr>
              <a:t>. </a:t>
            </a:r>
            <a:r>
              <a:rPr lang="en-US" sz="1100" dirty="0" err="1">
                <a:latin typeface="+mj-lt"/>
              </a:rPr>
              <a:t>Nulla</a:t>
            </a:r>
            <a:r>
              <a:rPr lang="en-US" sz="1100" dirty="0">
                <a:latin typeface="+mj-lt"/>
              </a:rPr>
              <a:t> </a:t>
            </a:r>
            <a:r>
              <a:rPr lang="en-US" sz="1100" dirty="0" err="1">
                <a:latin typeface="+mj-lt"/>
              </a:rPr>
              <a:t>feugiat</a:t>
            </a:r>
            <a:r>
              <a:rPr lang="en-US" sz="1100" dirty="0">
                <a:latin typeface="+mj-lt"/>
              </a:rPr>
              <a:t>, </a:t>
            </a:r>
            <a:r>
              <a:rPr lang="en-US" sz="1100" dirty="0" err="1">
                <a:latin typeface="+mj-lt"/>
              </a:rPr>
              <a:t>turpis</a:t>
            </a:r>
            <a:r>
              <a:rPr lang="en-US" sz="1100" dirty="0">
                <a:latin typeface="+mj-lt"/>
              </a:rPr>
              <a:t> et </a:t>
            </a:r>
            <a:r>
              <a:rPr lang="en-US" sz="1100" dirty="0" err="1">
                <a:latin typeface="+mj-lt"/>
              </a:rPr>
              <a:t>posuere</a:t>
            </a:r>
            <a:r>
              <a:rPr lang="en-US" sz="1100" dirty="0">
                <a:latin typeface="+mj-lt"/>
              </a:rPr>
              <a:t> </a:t>
            </a:r>
            <a:r>
              <a:rPr lang="en-US" sz="1100" dirty="0" err="1">
                <a:latin typeface="+mj-lt"/>
              </a:rPr>
              <a:t>viverra</a:t>
            </a:r>
            <a:r>
              <a:rPr lang="en-US" sz="1100" dirty="0">
                <a:latin typeface="+mj-lt"/>
              </a:rPr>
              <a:t>, ipsum </a:t>
            </a:r>
            <a:r>
              <a:rPr lang="en-US" sz="1100" dirty="0" err="1">
                <a:latin typeface="+mj-lt"/>
              </a:rPr>
              <a:t>sem</a:t>
            </a:r>
            <a:r>
              <a:rPr lang="en-US" sz="1100" dirty="0">
                <a:latin typeface="+mj-lt"/>
              </a:rPr>
              <a:t> </a:t>
            </a:r>
            <a:r>
              <a:rPr lang="en-US" sz="1100" dirty="0" err="1">
                <a:latin typeface="+mj-lt"/>
              </a:rPr>
              <a:t>tincidunt</a:t>
            </a:r>
            <a:r>
              <a:rPr lang="en-US" sz="1100" dirty="0">
                <a:latin typeface="+mj-lt"/>
              </a:rPr>
              <a:t> </a:t>
            </a:r>
            <a:r>
              <a:rPr lang="en-US" sz="1100" dirty="0" err="1">
                <a:latin typeface="+mj-lt"/>
              </a:rPr>
              <a:t>est</a:t>
            </a:r>
            <a:r>
              <a:rPr lang="en-US" sz="1100" dirty="0">
                <a:latin typeface="+mj-lt"/>
              </a:rPr>
              <a:t>, </a:t>
            </a:r>
            <a:r>
              <a:rPr lang="en-US" sz="1100" dirty="0" err="1">
                <a:latin typeface="+mj-lt"/>
              </a:rPr>
              <a:t>finibus</a:t>
            </a:r>
            <a:r>
              <a:rPr lang="en-US" sz="1100" dirty="0">
                <a:latin typeface="+mj-lt"/>
              </a:rPr>
              <a:t> </a:t>
            </a:r>
            <a:r>
              <a:rPr lang="en-US" sz="1100" dirty="0" err="1">
                <a:latin typeface="+mj-lt"/>
              </a:rPr>
              <a:t>tempor</a:t>
            </a:r>
            <a:r>
              <a:rPr lang="en-US" sz="1100" dirty="0">
                <a:latin typeface="+mj-lt"/>
              </a:rPr>
              <a:t> </a:t>
            </a:r>
            <a:r>
              <a:rPr lang="en-US" sz="1100" dirty="0" err="1">
                <a:latin typeface="+mj-lt"/>
              </a:rPr>
              <a:t>nibh</a:t>
            </a:r>
            <a:r>
              <a:rPr lang="en-US" sz="1100" dirty="0">
                <a:latin typeface="+mj-lt"/>
              </a:rPr>
              <a:t> ante semper diam. </a:t>
            </a:r>
            <a:r>
              <a:rPr lang="en-US" sz="1100" dirty="0" err="1">
                <a:latin typeface="+mj-lt"/>
              </a:rPr>
              <a:t>Nullam</a:t>
            </a:r>
            <a:r>
              <a:rPr lang="en-US" sz="1100" dirty="0">
                <a:latin typeface="+mj-lt"/>
              </a:rPr>
              <a:t> </a:t>
            </a:r>
            <a:r>
              <a:rPr lang="en-US" sz="1100" dirty="0" err="1">
                <a:latin typeface="+mj-lt"/>
              </a:rPr>
              <a:t>quis</a:t>
            </a:r>
            <a:r>
              <a:rPr lang="en-US" sz="1100" dirty="0">
                <a:latin typeface="+mj-lt"/>
              </a:rPr>
              <a:t> </a:t>
            </a:r>
            <a:r>
              <a:rPr lang="en-US" sz="1100" dirty="0" err="1">
                <a:latin typeface="+mj-lt"/>
              </a:rPr>
              <a:t>euismod</a:t>
            </a:r>
            <a:r>
              <a:rPr lang="en-US" sz="1100" dirty="0">
                <a:latin typeface="+mj-lt"/>
              </a:rPr>
              <a:t> </a:t>
            </a:r>
            <a:r>
              <a:rPr lang="en-US" sz="1100" dirty="0" err="1">
                <a:latin typeface="+mj-lt"/>
              </a:rPr>
              <a:t>neque</a:t>
            </a:r>
            <a:r>
              <a:rPr lang="en-US" sz="1100" dirty="0">
                <a:latin typeface="+mj-lt"/>
              </a:rPr>
              <a:t>, </a:t>
            </a:r>
            <a:r>
              <a:rPr lang="en-US" sz="1100" dirty="0" err="1">
                <a:latin typeface="+mj-lt"/>
              </a:rPr>
              <a:t>nec</a:t>
            </a:r>
            <a:r>
              <a:rPr lang="en-US" sz="1100" dirty="0">
                <a:latin typeface="+mj-lt"/>
              </a:rPr>
              <a:t> </a:t>
            </a:r>
            <a:r>
              <a:rPr lang="en-US" sz="1100" dirty="0" err="1">
                <a:latin typeface="+mj-lt"/>
              </a:rPr>
              <a:t>facilisis</a:t>
            </a:r>
            <a:r>
              <a:rPr lang="en-US" sz="1100" dirty="0">
                <a:latin typeface="+mj-lt"/>
              </a:rPr>
              <a:t> sem. </a:t>
            </a:r>
            <a:r>
              <a:rPr lang="en-US" sz="1100" dirty="0" err="1">
                <a:latin typeface="+mj-lt"/>
              </a:rPr>
              <a:t>Morbi</a:t>
            </a:r>
            <a:r>
              <a:rPr lang="en-US" sz="1100" dirty="0">
                <a:latin typeface="+mj-lt"/>
              </a:rPr>
              <a:t> </a:t>
            </a:r>
            <a:r>
              <a:rPr lang="en-US" sz="1100" dirty="0" err="1">
                <a:latin typeface="+mj-lt"/>
              </a:rPr>
              <a:t>egestas</a:t>
            </a:r>
            <a:r>
              <a:rPr lang="en-US" sz="1100" dirty="0">
                <a:latin typeface="+mj-lt"/>
              </a:rPr>
              <a:t> </a:t>
            </a:r>
            <a:r>
              <a:rPr lang="en-US" sz="1100" dirty="0" err="1">
                <a:latin typeface="+mj-lt"/>
              </a:rPr>
              <a:t>iaculis</a:t>
            </a:r>
            <a:r>
              <a:rPr lang="en-US" sz="1100" dirty="0">
                <a:latin typeface="+mj-lt"/>
              </a:rPr>
              <a:t> </a:t>
            </a:r>
            <a:r>
              <a:rPr lang="en-US" sz="1100" dirty="0" err="1">
                <a:latin typeface="+mj-lt"/>
              </a:rPr>
              <a:t>dignissim</a:t>
            </a:r>
            <a:r>
              <a:rPr lang="en-US" sz="1100" dirty="0">
                <a:latin typeface="+mj-lt"/>
              </a:rPr>
              <a:t>. In </a:t>
            </a:r>
            <a:r>
              <a:rPr lang="en-US" sz="1100" dirty="0" err="1">
                <a:latin typeface="+mj-lt"/>
              </a:rPr>
              <a:t>accumsan</a:t>
            </a:r>
            <a:r>
              <a:rPr lang="en-US" sz="1100" dirty="0">
                <a:latin typeface="+mj-lt"/>
              </a:rPr>
              <a:t> </a:t>
            </a:r>
            <a:r>
              <a:rPr lang="en-US" sz="1100" dirty="0" err="1">
                <a:latin typeface="+mj-lt"/>
              </a:rPr>
              <a:t>tortor</a:t>
            </a:r>
            <a:r>
              <a:rPr lang="en-US" sz="1100" dirty="0">
                <a:latin typeface="+mj-lt"/>
              </a:rPr>
              <a:t> </a:t>
            </a:r>
            <a:r>
              <a:rPr lang="en-US" sz="1100" dirty="0" err="1">
                <a:latin typeface="+mj-lt"/>
              </a:rPr>
              <a:t>elit</a:t>
            </a:r>
            <a:r>
              <a:rPr lang="en-US" sz="1100" dirty="0">
                <a:latin typeface="+mj-lt"/>
              </a:rPr>
              <a:t>, non </a:t>
            </a:r>
            <a:r>
              <a:rPr lang="en-US" sz="1100" dirty="0" err="1">
                <a:latin typeface="+mj-lt"/>
              </a:rPr>
              <a:t>euismod</a:t>
            </a:r>
            <a:r>
              <a:rPr lang="en-US" sz="1100" dirty="0">
                <a:latin typeface="+mj-lt"/>
              </a:rPr>
              <a:t> </a:t>
            </a:r>
            <a:r>
              <a:rPr lang="en-US" sz="1100" dirty="0" err="1">
                <a:latin typeface="+mj-lt"/>
              </a:rPr>
              <a:t>eros</a:t>
            </a:r>
            <a:r>
              <a:rPr lang="en-US" sz="1100" dirty="0">
                <a:latin typeface="+mj-lt"/>
              </a:rPr>
              <a:t> </a:t>
            </a:r>
            <a:r>
              <a:rPr lang="en-US" sz="1100" dirty="0" err="1">
                <a:latin typeface="+mj-lt"/>
              </a:rPr>
              <a:t>accumsan</a:t>
            </a:r>
            <a:r>
              <a:rPr lang="en-US" sz="1100" dirty="0">
                <a:latin typeface="+mj-lt"/>
              </a:rPr>
              <a:t> ac. </a:t>
            </a:r>
            <a:r>
              <a:rPr lang="en-US" sz="1100" dirty="0" err="1">
                <a:latin typeface="+mj-lt"/>
              </a:rPr>
              <a:t>Sed</a:t>
            </a:r>
            <a:r>
              <a:rPr lang="en-US" sz="1100" dirty="0">
                <a:latin typeface="+mj-lt"/>
              </a:rPr>
              <a:t> </a:t>
            </a:r>
            <a:r>
              <a:rPr lang="en-US" sz="1100" dirty="0" err="1">
                <a:latin typeface="+mj-lt"/>
              </a:rPr>
              <a:t>ultrices</a:t>
            </a:r>
            <a:r>
              <a:rPr lang="en-US" sz="1100" dirty="0">
                <a:latin typeface="+mj-lt"/>
              </a:rPr>
              <a:t> mi lorem, </a:t>
            </a:r>
            <a:r>
              <a:rPr lang="en-US" sz="1100" dirty="0" err="1">
                <a:latin typeface="+mj-lt"/>
              </a:rPr>
              <a:t>ut</a:t>
            </a:r>
            <a:r>
              <a:rPr lang="en-US" sz="1100" dirty="0">
                <a:latin typeface="+mj-lt"/>
              </a:rPr>
              <a:t> </a:t>
            </a:r>
            <a:r>
              <a:rPr lang="en-US" sz="1100" dirty="0" err="1">
                <a:latin typeface="+mj-lt"/>
              </a:rPr>
              <a:t>dignissim</a:t>
            </a:r>
            <a:r>
              <a:rPr lang="en-US" sz="1100" dirty="0">
                <a:latin typeface="+mj-lt"/>
              </a:rPr>
              <a:t> </a:t>
            </a:r>
            <a:r>
              <a:rPr lang="en-US" sz="1100" dirty="0" err="1">
                <a:latin typeface="+mj-lt"/>
              </a:rPr>
              <a:t>nibh</a:t>
            </a:r>
            <a:r>
              <a:rPr lang="en-US" sz="1100" dirty="0">
                <a:latin typeface="+mj-lt"/>
              </a:rPr>
              <a:t> </a:t>
            </a:r>
            <a:r>
              <a:rPr lang="en-US" sz="1100" dirty="0" err="1">
                <a:latin typeface="+mj-lt"/>
              </a:rPr>
              <a:t>facilisis</a:t>
            </a:r>
            <a:r>
              <a:rPr lang="en-US" sz="1100" dirty="0">
                <a:latin typeface="+mj-lt"/>
              </a:rPr>
              <a:t> vel.</a:t>
            </a:r>
          </a:p>
        </p:txBody>
      </p:sp>
      <p:sp>
        <p:nvSpPr>
          <p:cNvPr id="5" name="Text Placeholder 4"/>
          <p:cNvSpPr>
            <a:spLocks noGrp="1"/>
          </p:cNvSpPr>
          <p:nvPr>
            <p:ph type="body" sz="quarter" idx="11" hasCustomPrompt="1"/>
          </p:nvPr>
        </p:nvSpPr>
        <p:spPr>
          <a:xfrm>
            <a:off x="357188" y="1079500"/>
            <a:ext cx="8429625"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Highlight goes here</a:t>
            </a:r>
          </a:p>
        </p:txBody>
      </p:sp>
      <p:cxnSp>
        <p:nvCxnSpPr>
          <p:cNvPr id="6" name="Straight Connector 5"/>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11012792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3" name="Content Placeholder 5"/>
          <p:cNvSpPr>
            <a:spLocks noGrp="1"/>
          </p:cNvSpPr>
          <p:nvPr>
            <p:ph sz="quarter" idx="10" hasCustomPrompt="1"/>
          </p:nvPr>
        </p:nvSpPr>
        <p:spPr>
          <a:xfrm>
            <a:off x="357190" y="1422400"/>
            <a:ext cx="3986211" cy="3054350"/>
          </a:xfrm>
        </p:spPr>
        <p:txBody>
          <a:bodyPr/>
          <a:lstStyle>
            <a:lvl1pPr marL="171446" indent="-171446">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marL="171446" indent="-171446">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7" name="Text Placeholder 4"/>
          <p:cNvSpPr>
            <a:spLocks noGrp="1"/>
          </p:cNvSpPr>
          <p:nvPr>
            <p:ph type="body" sz="quarter" idx="13" hasCustomPrompt="1"/>
          </p:nvPr>
        </p:nvSpPr>
        <p:spPr>
          <a:xfrm>
            <a:off x="4800598" y="1079500"/>
            <a:ext cx="3993359"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OTHER Highlight goes here</a:t>
            </a:r>
          </a:p>
        </p:txBody>
      </p:sp>
      <p:cxnSp>
        <p:nvCxnSpPr>
          <p:cNvPr id="8" name="Straight Connector 7"/>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235770514"/>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357190" y="1079500"/>
            <a:ext cx="3986211" cy="33972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dirty="0"/>
              <a:t>Please add picture here</a:t>
            </a:r>
          </a:p>
          <a:p>
            <a:endParaRPr lang="en-US" dirty="0"/>
          </a:p>
          <a:p>
            <a:endParaRPr lang="en-US" dirty="0"/>
          </a:p>
        </p:txBody>
      </p:sp>
      <p:cxnSp>
        <p:nvCxnSpPr>
          <p:cNvPr id="5" name="Straight Connector 4"/>
          <p:cNvCxnSpPr/>
          <p:nvPr userDrawn="1"/>
        </p:nvCxnSpPr>
        <p:spPr>
          <a:xfrm>
            <a:off x="294410"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861325324"/>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with Highligh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357189" y="1422400"/>
            <a:ext cx="3986212" cy="30543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dirty="0"/>
              <a:t>Please add picture here</a:t>
            </a:r>
          </a:p>
          <a:p>
            <a:endParaRPr lang="en-US" dirty="0"/>
          </a:p>
          <a:p>
            <a:endParaRPr lang="en-US" dirty="0"/>
          </a:p>
        </p:txBody>
      </p:sp>
      <p:sp>
        <p:nvSpPr>
          <p:cNvPr id="5" name="Text Placeholder 4"/>
          <p:cNvSpPr>
            <a:spLocks noGrp="1"/>
          </p:cNvSpPr>
          <p:nvPr>
            <p:ph type="body" sz="quarter" idx="12"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Highlight goes here</a:t>
            </a:r>
          </a:p>
        </p:txBody>
      </p:sp>
      <p:cxnSp>
        <p:nvCxnSpPr>
          <p:cNvPr id="7" name="Straight Connector 6"/>
          <p:cNvCxnSpPr/>
          <p:nvPr userDrawn="1"/>
        </p:nvCxnSpPr>
        <p:spPr>
          <a:xfrm>
            <a:off x="294410"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661204111"/>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is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dirty="0"/>
              <a:t>Please add picture here</a:t>
            </a:r>
          </a:p>
          <a:p>
            <a:endParaRPr lang="en-US" dirty="0"/>
          </a:p>
          <a:p>
            <a:endParaRPr lang="en-US" dirty="0"/>
          </a:p>
        </p:txBody>
      </p:sp>
      <p:cxnSp>
        <p:nvCxnSpPr>
          <p:cNvPr id="7" name="Straight Connector 6"/>
          <p:cNvCxnSpPr/>
          <p:nvPr userDrawn="1"/>
        </p:nvCxnSpPr>
        <p:spPr>
          <a:xfrm>
            <a:off x="294410"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4" name="Text Placeholder 13"/>
          <p:cNvSpPr>
            <a:spLocks noGrp="1"/>
          </p:cNvSpPr>
          <p:nvPr>
            <p:ph type="body" sz="quarter" idx="12" hasCustomPrompt="1"/>
          </p:nvPr>
        </p:nvSpPr>
        <p:spPr>
          <a:xfrm>
            <a:off x="357188" y="1092491"/>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dirty="0"/>
              <a:t>#</a:t>
            </a:r>
          </a:p>
        </p:txBody>
      </p:sp>
      <p:sp>
        <p:nvSpPr>
          <p:cNvPr id="20" name="Text Placeholder 19"/>
          <p:cNvSpPr>
            <a:spLocks noGrp="1"/>
          </p:cNvSpPr>
          <p:nvPr>
            <p:ph type="body" sz="quarter" idx="13" hasCustomPrompt="1"/>
          </p:nvPr>
        </p:nvSpPr>
        <p:spPr>
          <a:xfrm>
            <a:off x="710973" y="1092491"/>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dirty="0"/>
              <a:t>Please put section one title here</a:t>
            </a:r>
          </a:p>
        </p:txBody>
      </p:sp>
      <p:sp>
        <p:nvSpPr>
          <p:cNvPr id="21" name="Text Placeholder 13"/>
          <p:cNvSpPr>
            <a:spLocks noGrp="1"/>
          </p:cNvSpPr>
          <p:nvPr>
            <p:ph type="body" sz="quarter" idx="14" hasCustomPrompt="1"/>
          </p:nvPr>
        </p:nvSpPr>
        <p:spPr>
          <a:xfrm>
            <a:off x="357188" y="4120134"/>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dirty="0"/>
              <a:t>#</a:t>
            </a:r>
          </a:p>
        </p:txBody>
      </p:sp>
      <p:sp>
        <p:nvSpPr>
          <p:cNvPr id="22" name="Text Placeholder 13"/>
          <p:cNvSpPr>
            <a:spLocks noGrp="1"/>
          </p:cNvSpPr>
          <p:nvPr>
            <p:ph type="body" sz="quarter" idx="15" hasCustomPrompt="1"/>
          </p:nvPr>
        </p:nvSpPr>
        <p:spPr>
          <a:xfrm>
            <a:off x="357188" y="1698020"/>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dirty="0"/>
              <a:t>#</a:t>
            </a:r>
          </a:p>
        </p:txBody>
      </p:sp>
      <p:sp>
        <p:nvSpPr>
          <p:cNvPr id="23" name="Text Placeholder 13"/>
          <p:cNvSpPr>
            <a:spLocks noGrp="1"/>
          </p:cNvSpPr>
          <p:nvPr>
            <p:ph type="body" sz="quarter" idx="16" hasCustomPrompt="1"/>
          </p:nvPr>
        </p:nvSpPr>
        <p:spPr>
          <a:xfrm>
            <a:off x="357188" y="2303549"/>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dirty="0"/>
              <a:t>#</a:t>
            </a:r>
          </a:p>
        </p:txBody>
      </p:sp>
      <p:sp>
        <p:nvSpPr>
          <p:cNvPr id="24" name="Text Placeholder 13"/>
          <p:cNvSpPr>
            <a:spLocks noGrp="1"/>
          </p:cNvSpPr>
          <p:nvPr>
            <p:ph type="body" sz="quarter" idx="17" hasCustomPrompt="1"/>
          </p:nvPr>
        </p:nvSpPr>
        <p:spPr>
          <a:xfrm>
            <a:off x="357188" y="2909078"/>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dirty="0"/>
              <a:t>#</a:t>
            </a:r>
          </a:p>
        </p:txBody>
      </p:sp>
      <p:sp>
        <p:nvSpPr>
          <p:cNvPr id="25" name="Text Placeholder 13"/>
          <p:cNvSpPr>
            <a:spLocks noGrp="1"/>
          </p:cNvSpPr>
          <p:nvPr>
            <p:ph type="body" sz="quarter" idx="18" hasCustomPrompt="1"/>
          </p:nvPr>
        </p:nvSpPr>
        <p:spPr>
          <a:xfrm>
            <a:off x="357188" y="3514607"/>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1"/>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dirty="0"/>
              <a:t>#</a:t>
            </a:r>
          </a:p>
        </p:txBody>
      </p:sp>
      <p:sp>
        <p:nvSpPr>
          <p:cNvPr id="26" name="Text Placeholder 19"/>
          <p:cNvSpPr>
            <a:spLocks noGrp="1"/>
          </p:cNvSpPr>
          <p:nvPr>
            <p:ph type="body" sz="quarter" idx="19" hasCustomPrompt="1"/>
          </p:nvPr>
        </p:nvSpPr>
        <p:spPr>
          <a:xfrm>
            <a:off x="710973" y="1697608"/>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dirty="0"/>
              <a:t>Please put section TWO title here</a:t>
            </a:r>
          </a:p>
        </p:txBody>
      </p:sp>
      <p:sp>
        <p:nvSpPr>
          <p:cNvPr id="27" name="Text Placeholder 19"/>
          <p:cNvSpPr>
            <a:spLocks noGrp="1"/>
          </p:cNvSpPr>
          <p:nvPr>
            <p:ph type="body" sz="quarter" idx="20" hasCustomPrompt="1"/>
          </p:nvPr>
        </p:nvSpPr>
        <p:spPr>
          <a:xfrm>
            <a:off x="710973" y="2302725"/>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dirty="0"/>
              <a:t>Please put section THREE title here</a:t>
            </a:r>
          </a:p>
        </p:txBody>
      </p:sp>
      <p:sp>
        <p:nvSpPr>
          <p:cNvPr id="28" name="Text Placeholder 19"/>
          <p:cNvSpPr>
            <a:spLocks noGrp="1"/>
          </p:cNvSpPr>
          <p:nvPr>
            <p:ph type="body" sz="quarter" idx="21" hasCustomPrompt="1"/>
          </p:nvPr>
        </p:nvSpPr>
        <p:spPr>
          <a:xfrm>
            <a:off x="710973" y="2907842"/>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dirty="0"/>
              <a:t>…</a:t>
            </a:r>
          </a:p>
        </p:txBody>
      </p:sp>
      <p:sp>
        <p:nvSpPr>
          <p:cNvPr id="29" name="Text Placeholder 19"/>
          <p:cNvSpPr>
            <a:spLocks noGrp="1"/>
          </p:cNvSpPr>
          <p:nvPr>
            <p:ph type="body" sz="quarter" idx="22" hasCustomPrompt="1"/>
          </p:nvPr>
        </p:nvSpPr>
        <p:spPr>
          <a:xfrm>
            <a:off x="710973" y="3512959"/>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dirty="0"/>
              <a:t>And delete</a:t>
            </a:r>
          </a:p>
        </p:txBody>
      </p:sp>
      <p:sp>
        <p:nvSpPr>
          <p:cNvPr id="30" name="Text Placeholder 19"/>
          <p:cNvSpPr>
            <a:spLocks noGrp="1"/>
          </p:cNvSpPr>
          <p:nvPr>
            <p:ph type="body" sz="quarter" idx="23" hasCustomPrompt="1"/>
          </p:nvPr>
        </p:nvSpPr>
        <p:spPr>
          <a:xfrm>
            <a:off x="710973" y="4118077"/>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dirty="0"/>
              <a:t>The extras</a:t>
            </a:r>
          </a:p>
        </p:txBody>
      </p:sp>
      <p:sp>
        <p:nvSpPr>
          <p:cNvPr id="33"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1841281754"/>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ersonal Profile - Right">
    <p:spTree>
      <p:nvGrpSpPr>
        <p:cNvPr id="1" name=""/>
        <p:cNvGrpSpPr/>
        <p:nvPr/>
      </p:nvGrpSpPr>
      <p:grpSpPr>
        <a:xfrm>
          <a:off x="0" y="0"/>
          <a:ext cx="0" cy="0"/>
          <a:chOff x="0" y="0"/>
          <a:chExt cx="0" cy="0"/>
        </a:xfrm>
      </p:grpSpPr>
      <p:sp>
        <p:nvSpPr>
          <p:cNvPr id="6" name="Content Placeholder 5"/>
          <p:cNvSpPr>
            <a:spLocks noGrp="1"/>
          </p:cNvSpPr>
          <p:nvPr>
            <p:ph sz="quarter" idx="10" hasCustomPrompt="1"/>
          </p:nvPr>
        </p:nvSpPr>
        <p:spPr>
          <a:xfrm>
            <a:off x="673895" y="1780394"/>
            <a:ext cx="3986211" cy="2696355"/>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p:txBody>
      </p:sp>
      <p:sp>
        <p:nvSpPr>
          <p:cNvPr id="5" name="Text Placeholder 4"/>
          <p:cNvSpPr>
            <a:spLocks noGrp="1"/>
          </p:cNvSpPr>
          <p:nvPr>
            <p:ph type="body" sz="quarter" idx="12" hasCustomPrompt="1"/>
          </p:nvPr>
        </p:nvSpPr>
        <p:spPr>
          <a:xfrm>
            <a:off x="673893" y="1079500"/>
            <a:ext cx="3986212"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Highlight goes here</a:t>
            </a:r>
          </a:p>
        </p:txBody>
      </p:sp>
      <p:sp>
        <p:nvSpPr>
          <p:cNvPr id="11"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
        <p:nvSpPr>
          <p:cNvPr id="12" name="Text Placeholder 4"/>
          <p:cNvSpPr>
            <a:spLocks noGrp="1"/>
          </p:cNvSpPr>
          <p:nvPr>
            <p:ph type="body" sz="quarter" idx="15" hasCustomPrompt="1"/>
          </p:nvPr>
        </p:nvSpPr>
        <p:spPr>
          <a:xfrm>
            <a:off x="673893" y="1437495"/>
            <a:ext cx="398621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dirty="0"/>
              <a:t>Please put title here</a:t>
            </a:r>
          </a:p>
        </p:txBody>
      </p:sp>
      <p:sp>
        <p:nvSpPr>
          <p:cNvPr id="13" name="Rectangle 12"/>
          <p:cNvSpPr/>
          <p:nvPr userDrawn="1"/>
        </p:nvSpPr>
        <p:spPr>
          <a:xfrm>
            <a:off x="5334000" y="1"/>
            <a:ext cx="3810001" cy="4826639"/>
          </a:xfrm>
          <a:prstGeom prst="rect">
            <a:avLst/>
          </a:prstGeom>
          <a:solidFill>
            <a:srgbClr val="77C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Oval 13"/>
          <p:cNvSpPr/>
          <p:nvPr userDrawn="1"/>
        </p:nvSpPr>
        <p:spPr>
          <a:xfrm>
            <a:off x="6228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Picture Placeholder 11"/>
          <p:cNvSpPr>
            <a:spLocks noGrp="1"/>
          </p:cNvSpPr>
          <p:nvPr>
            <p:ph type="pic" sz="quarter" idx="14" hasCustomPrompt="1"/>
          </p:nvPr>
        </p:nvSpPr>
        <p:spPr>
          <a:xfrm>
            <a:off x="6406895" y="1581215"/>
            <a:ext cx="1664208" cy="1664208"/>
          </a:xfrm>
          <a:prstGeom prst="ellipse">
            <a:avLst/>
          </a:prstGeom>
        </p:spPr>
        <p:txBody>
          <a:bodyPr anchor="ctr"/>
          <a:lstStyle>
            <a:lvl1pPr marL="0" indent="0" algn="ctr">
              <a:buNone/>
              <a:defRPr b="1">
                <a:solidFill>
                  <a:schemeClr val="bg1"/>
                </a:solidFill>
              </a:defRPr>
            </a:lvl1pPr>
          </a:lstStyle>
          <a:p>
            <a:r>
              <a:rPr lang="en-US" dirty="0"/>
              <a:t>PLEASE INSERT PHOTO HERE</a:t>
            </a:r>
          </a:p>
        </p:txBody>
      </p:sp>
    </p:spTree>
    <p:extLst>
      <p:ext uri="{BB962C8B-B14F-4D97-AF65-F5344CB8AC3E}">
        <p14:creationId xmlns:p14="http://schemas.microsoft.com/office/powerpoint/2010/main" val="3705645168"/>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ersonal Profile">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4480322" y="1780394"/>
            <a:ext cx="3993357" cy="2696355"/>
          </a:xfrm>
        </p:spPr>
        <p:txBody>
          <a:bodyPr/>
          <a:lstStyle>
            <a:lvl1pPr marL="171446" indent="-171446">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p:txBody>
      </p:sp>
      <p:sp>
        <p:nvSpPr>
          <p:cNvPr id="7" name="Text Placeholder 4"/>
          <p:cNvSpPr>
            <a:spLocks noGrp="1"/>
          </p:cNvSpPr>
          <p:nvPr>
            <p:ph type="body" sz="quarter" idx="13" hasCustomPrompt="1"/>
          </p:nvPr>
        </p:nvSpPr>
        <p:spPr>
          <a:xfrm>
            <a:off x="4480322" y="1079500"/>
            <a:ext cx="3986213" cy="342900"/>
          </a:xfrm>
        </p:spPr>
        <p:txBody>
          <a:bodyPr wrap="none" bIns="0">
            <a:noAutofit/>
          </a:bodyPr>
          <a:lstStyle>
            <a:lvl1pPr marL="0" indent="0">
              <a:spcBef>
                <a:spcPts val="288"/>
              </a:spcBef>
              <a:buNone/>
              <a:defRPr sz="1200" b="1" i="0" cap="all" spc="200" baseline="0">
                <a:solidFill>
                  <a:schemeClr val="accent1"/>
                </a:solidFill>
              </a:defRPr>
            </a:lvl1pPr>
          </a:lstStyle>
          <a:p>
            <a:pPr lvl="0"/>
            <a:r>
              <a:rPr lang="en-US" dirty="0"/>
              <a:t>Please put name here</a:t>
            </a:r>
          </a:p>
        </p:txBody>
      </p:sp>
      <p:sp>
        <p:nvSpPr>
          <p:cNvPr id="9" name="Rectangle 8"/>
          <p:cNvSpPr/>
          <p:nvPr userDrawn="1"/>
        </p:nvSpPr>
        <p:spPr>
          <a:xfrm>
            <a:off x="-1" y="1"/>
            <a:ext cx="3810001" cy="4826639"/>
          </a:xfrm>
          <a:prstGeom prst="rect">
            <a:avLst/>
          </a:prstGeom>
          <a:solidFill>
            <a:srgbClr val="77C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0" name="Oval 9"/>
          <p:cNvSpPr/>
          <p:nvPr userDrawn="1"/>
        </p:nvSpPr>
        <p:spPr>
          <a:xfrm>
            <a:off x="894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2" name="Picture Placeholder 11"/>
          <p:cNvSpPr>
            <a:spLocks noGrp="1"/>
          </p:cNvSpPr>
          <p:nvPr>
            <p:ph type="pic" sz="quarter" idx="14" hasCustomPrompt="1"/>
          </p:nvPr>
        </p:nvSpPr>
        <p:spPr>
          <a:xfrm>
            <a:off x="1072895" y="1581215"/>
            <a:ext cx="1664208" cy="1664208"/>
          </a:xfrm>
          <a:prstGeom prst="ellipse">
            <a:avLst/>
          </a:prstGeom>
        </p:spPr>
        <p:txBody>
          <a:bodyPr anchor="ctr"/>
          <a:lstStyle>
            <a:lvl1pPr marL="0" indent="0" algn="ctr">
              <a:buNone/>
              <a:defRPr b="1">
                <a:solidFill>
                  <a:schemeClr val="bg1"/>
                </a:solidFill>
              </a:defRPr>
            </a:lvl1pPr>
          </a:lstStyle>
          <a:p>
            <a:r>
              <a:rPr lang="en-US" dirty="0"/>
              <a:t>PLEASE INSERT PHOTO HERE</a:t>
            </a:r>
          </a:p>
        </p:txBody>
      </p:sp>
      <p:sp>
        <p:nvSpPr>
          <p:cNvPr id="13" name="Text Placeholder 4"/>
          <p:cNvSpPr>
            <a:spLocks noGrp="1"/>
          </p:cNvSpPr>
          <p:nvPr>
            <p:ph type="body" sz="quarter" idx="15" hasCustomPrompt="1"/>
          </p:nvPr>
        </p:nvSpPr>
        <p:spPr>
          <a:xfrm>
            <a:off x="4480321" y="1437495"/>
            <a:ext cx="399354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dirty="0"/>
              <a:t>Please put title here</a:t>
            </a:r>
          </a:p>
        </p:txBody>
      </p:sp>
      <p:sp>
        <p:nvSpPr>
          <p:cNvPr id="15"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884997561"/>
      </p:ext>
    </p:extLst>
  </p:cSld>
  <p:clrMapOvr>
    <a:masterClrMapping/>
  </p:clrMapOvr>
  <p:extLst>
    <p:ext uri="{DCECCB84-F9BA-43D5-87BE-67443E8EF086}">
      <p15:sldGuideLst xmlns:p15="http://schemas.microsoft.com/office/powerpoint/2012/main">
        <p15:guide id="1" pos="2400">
          <p15:clr>
            <a:srgbClr val="FBAE40"/>
          </p15:clr>
        </p15:guide>
        <p15:guide id="2" orient="horz" pos="1524">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on Color Canvas">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dirty="0"/>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solidFill>
                  <a:schemeClr val="bg1"/>
                </a:solidFill>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marL="171446" marR="0" lvl="0" indent="-171446" algn="l" defTabSz="914378" rtl="0" eaLnBrk="1" fontAlgn="auto" latinLnBrk="0" hangingPunct="1">
              <a:lnSpc>
                <a:spcPts val="1600"/>
              </a:lnSpc>
              <a:spcBef>
                <a:spcPts val="264"/>
              </a:spcBef>
              <a:spcAft>
                <a:spcPts val="300"/>
              </a:spcAft>
              <a:buClrTx/>
              <a:buSzTx/>
              <a:tabLst/>
              <a:defRPr/>
            </a:pPr>
            <a:r>
              <a:rPr lang="en-US" sz="1100" dirty="0">
                <a:latin typeface="+mj-lt"/>
              </a:rPr>
              <a:t>In </a:t>
            </a:r>
            <a:r>
              <a:rPr lang="en-US" sz="1100" dirty="0" err="1">
                <a:latin typeface="+mj-lt"/>
              </a:rPr>
              <a:t>egestas</a:t>
            </a:r>
            <a:r>
              <a:rPr lang="en-US" sz="1100" dirty="0">
                <a:latin typeface="+mj-lt"/>
              </a:rPr>
              <a:t> </a:t>
            </a:r>
            <a:r>
              <a:rPr lang="en-US" sz="1100" dirty="0" err="1">
                <a:latin typeface="+mj-lt"/>
              </a:rPr>
              <a:t>orci</a:t>
            </a:r>
            <a:r>
              <a:rPr lang="en-US" sz="1100" dirty="0">
                <a:latin typeface="+mj-lt"/>
              </a:rPr>
              <a:t> </a:t>
            </a:r>
            <a:r>
              <a:rPr lang="en-US" sz="1100" dirty="0" err="1">
                <a:latin typeface="+mj-lt"/>
              </a:rPr>
              <a:t>eu</a:t>
            </a:r>
            <a:r>
              <a:rPr lang="en-US" sz="1100" dirty="0">
                <a:latin typeface="+mj-lt"/>
              </a:rPr>
              <a:t> </a:t>
            </a:r>
            <a:r>
              <a:rPr lang="en-US" sz="1100" dirty="0" err="1">
                <a:latin typeface="+mj-lt"/>
              </a:rPr>
              <a:t>lacinia</a:t>
            </a:r>
            <a:r>
              <a:rPr lang="en-US" sz="1100" dirty="0">
                <a:latin typeface="+mj-lt"/>
              </a:rPr>
              <a:t> </a:t>
            </a:r>
            <a:r>
              <a:rPr lang="en-US" sz="1100" dirty="0" err="1">
                <a:latin typeface="+mj-lt"/>
              </a:rPr>
              <a:t>consectetur</a:t>
            </a:r>
            <a:r>
              <a:rPr lang="en-US" sz="1100" dirty="0">
                <a:latin typeface="+mj-lt"/>
              </a:rPr>
              <a:t>. In dolor ipsum, gravida et </a:t>
            </a:r>
            <a:r>
              <a:rPr lang="en-US" sz="1100" dirty="0" err="1">
                <a:latin typeface="+mj-lt"/>
              </a:rPr>
              <a:t>sagittis</a:t>
            </a:r>
            <a:r>
              <a:rPr lang="en-US" sz="1100" dirty="0">
                <a:latin typeface="+mj-lt"/>
              </a:rPr>
              <a:t> id, </a:t>
            </a:r>
            <a:r>
              <a:rPr lang="en-US" sz="1100" dirty="0" err="1">
                <a:latin typeface="+mj-lt"/>
              </a:rPr>
              <a:t>sollicitudin</a:t>
            </a:r>
            <a:r>
              <a:rPr lang="en-US" sz="1100" dirty="0">
                <a:latin typeface="+mj-lt"/>
              </a:rPr>
              <a:t> </a:t>
            </a:r>
            <a:r>
              <a:rPr lang="en-US" sz="1100" dirty="0" err="1">
                <a:latin typeface="+mj-lt"/>
              </a:rPr>
              <a:t>ut</a:t>
            </a:r>
            <a:r>
              <a:rPr lang="en-US" sz="1100" dirty="0">
                <a:latin typeface="+mj-lt"/>
              </a:rPr>
              <a:t> </a:t>
            </a:r>
            <a:r>
              <a:rPr lang="en-US" sz="1100" dirty="0" err="1">
                <a:latin typeface="+mj-lt"/>
              </a:rPr>
              <a:t>nisl</a:t>
            </a:r>
            <a:r>
              <a:rPr lang="en-US" sz="1100" dirty="0">
                <a:latin typeface="+mj-lt"/>
              </a:rPr>
              <a:t>. </a:t>
            </a:r>
            <a:r>
              <a:rPr lang="en-US" sz="1100" dirty="0" err="1">
                <a:latin typeface="+mj-lt"/>
              </a:rPr>
              <a:t>Praesent</a:t>
            </a:r>
            <a:r>
              <a:rPr lang="en-US" sz="1100" dirty="0">
                <a:latin typeface="+mj-lt"/>
              </a:rPr>
              <a:t> </a:t>
            </a:r>
            <a:r>
              <a:rPr lang="en-US" sz="1100" dirty="0" err="1">
                <a:latin typeface="+mj-lt"/>
              </a:rPr>
              <a:t>bibendum</a:t>
            </a:r>
            <a:r>
              <a:rPr lang="en-US" sz="1100" dirty="0">
                <a:latin typeface="+mj-lt"/>
              </a:rPr>
              <a:t> tempus </a:t>
            </a:r>
            <a:r>
              <a:rPr lang="en-US" sz="1100" dirty="0" err="1">
                <a:latin typeface="+mj-lt"/>
              </a:rPr>
              <a:t>tellus</a:t>
            </a:r>
            <a:r>
              <a:rPr lang="en-US" sz="1100" dirty="0">
                <a:latin typeface="+mj-lt"/>
              </a:rPr>
              <a:t> </a:t>
            </a:r>
            <a:r>
              <a:rPr lang="en-US" sz="1100" dirty="0" err="1">
                <a:latin typeface="+mj-lt"/>
              </a:rPr>
              <a:t>nec</a:t>
            </a:r>
            <a:r>
              <a:rPr lang="en-US" sz="1100" dirty="0">
                <a:latin typeface="+mj-lt"/>
              </a:rPr>
              <a:t> </a:t>
            </a:r>
            <a:r>
              <a:rPr lang="en-US" sz="1100" dirty="0" err="1">
                <a:latin typeface="+mj-lt"/>
              </a:rPr>
              <a:t>hendrerit</a:t>
            </a:r>
            <a:r>
              <a:rPr lang="en-US" sz="1100" dirty="0">
                <a:latin typeface="+mj-lt"/>
              </a:rPr>
              <a:t>. Nam in </a:t>
            </a:r>
            <a:r>
              <a:rPr lang="en-US" sz="1100" dirty="0" err="1">
                <a:latin typeface="+mj-lt"/>
              </a:rPr>
              <a:t>tempor</a:t>
            </a:r>
            <a:r>
              <a:rPr lang="en-US" sz="1100" dirty="0">
                <a:latin typeface="+mj-lt"/>
              </a:rPr>
              <a:t> </a:t>
            </a:r>
            <a:r>
              <a:rPr lang="en-US" sz="1100" dirty="0" err="1">
                <a:latin typeface="+mj-lt"/>
              </a:rPr>
              <a:t>metus</a:t>
            </a:r>
            <a:r>
              <a:rPr lang="en-US" sz="1100" dirty="0">
                <a:latin typeface="+mj-lt"/>
              </a:rPr>
              <a:t>, ac </a:t>
            </a:r>
            <a:r>
              <a:rPr lang="en-US" sz="1100" dirty="0" err="1">
                <a:latin typeface="+mj-lt"/>
              </a:rPr>
              <a:t>finibus</a:t>
            </a:r>
            <a:r>
              <a:rPr lang="en-US" sz="1100" dirty="0">
                <a:latin typeface="+mj-lt"/>
              </a:rPr>
              <a:t> </a:t>
            </a:r>
            <a:r>
              <a:rPr lang="en-US" sz="1100" dirty="0" err="1">
                <a:latin typeface="+mj-lt"/>
              </a:rPr>
              <a:t>purus</a:t>
            </a:r>
            <a:r>
              <a:rPr lang="en-US" sz="1100" dirty="0">
                <a:latin typeface="+mj-lt"/>
              </a:rPr>
              <a:t>. </a:t>
            </a:r>
            <a:r>
              <a:rPr lang="en-US" sz="1100" dirty="0" err="1">
                <a:latin typeface="+mj-lt"/>
              </a:rPr>
              <a:t>Praesent</a:t>
            </a:r>
            <a:r>
              <a:rPr lang="en-US" sz="1100" dirty="0">
                <a:latin typeface="+mj-lt"/>
              </a:rPr>
              <a:t> </a:t>
            </a:r>
            <a:r>
              <a:rPr lang="en-US" sz="1100" dirty="0" err="1">
                <a:latin typeface="+mj-lt"/>
              </a:rPr>
              <a:t>consequat</a:t>
            </a:r>
            <a:r>
              <a:rPr lang="en-US" sz="1100" dirty="0">
                <a:latin typeface="+mj-lt"/>
              </a:rPr>
              <a:t> </a:t>
            </a:r>
            <a:r>
              <a:rPr lang="en-US" sz="1100" dirty="0" err="1">
                <a:latin typeface="+mj-lt"/>
              </a:rPr>
              <a:t>lectus</a:t>
            </a:r>
            <a:r>
              <a:rPr lang="en-US" sz="1100" dirty="0">
                <a:latin typeface="+mj-lt"/>
              </a:rPr>
              <a:t> sit </a:t>
            </a:r>
            <a:r>
              <a:rPr lang="en-US" sz="1100" dirty="0" err="1">
                <a:latin typeface="+mj-lt"/>
              </a:rPr>
              <a:t>amet</a:t>
            </a:r>
            <a:r>
              <a:rPr lang="en-US" sz="1100" dirty="0">
                <a:latin typeface="+mj-lt"/>
              </a:rPr>
              <a:t> </a:t>
            </a:r>
            <a:r>
              <a:rPr lang="en-US" sz="1100" dirty="0" err="1">
                <a:latin typeface="+mj-lt"/>
              </a:rPr>
              <a:t>tortor</a:t>
            </a:r>
            <a:r>
              <a:rPr lang="en-US" sz="1100" dirty="0">
                <a:latin typeface="+mj-lt"/>
              </a:rPr>
              <a:t> pharetra, </a:t>
            </a:r>
            <a:r>
              <a:rPr lang="en-US" sz="1100" dirty="0" err="1">
                <a:latin typeface="+mj-lt"/>
              </a:rPr>
              <a:t>sed</a:t>
            </a:r>
            <a:r>
              <a:rPr lang="en-US" sz="1100" dirty="0">
                <a:latin typeface="+mj-lt"/>
              </a:rPr>
              <a:t> </a:t>
            </a:r>
            <a:r>
              <a:rPr lang="en-US" sz="1100" dirty="0" err="1">
                <a:latin typeface="+mj-lt"/>
              </a:rPr>
              <a:t>venenatis</a:t>
            </a:r>
            <a:r>
              <a:rPr lang="en-US" sz="1100" dirty="0">
                <a:latin typeface="+mj-lt"/>
              </a:rPr>
              <a:t> </a:t>
            </a:r>
            <a:r>
              <a:rPr lang="en-US" sz="1100" dirty="0" err="1">
                <a:latin typeface="+mj-lt"/>
              </a:rPr>
              <a:t>eros</a:t>
            </a:r>
            <a:r>
              <a:rPr lang="en-US" sz="1100" dirty="0">
                <a:latin typeface="+mj-lt"/>
              </a:rPr>
              <a:t> </a:t>
            </a:r>
            <a:r>
              <a:rPr lang="en-US" sz="1100" dirty="0" err="1">
                <a:latin typeface="+mj-lt"/>
              </a:rPr>
              <a:t>lacinia</a:t>
            </a:r>
            <a:r>
              <a:rPr lang="en-US" sz="1100" dirty="0">
                <a:latin typeface="+mj-lt"/>
              </a:rPr>
              <a:t>. In </a:t>
            </a:r>
            <a:r>
              <a:rPr lang="en-US" sz="1100" dirty="0" err="1">
                <a:latin typeface="+mj-lt"/>
              </a:rPr>
              <a:t>sed</a:t>
            </a:r>
            <a:r>
              <a:rPr lang="en-US" sz="1100" dirty="0">
                <a:latin typeface="+mj-lt"/>
              </a:rPr>
              <a:t> </a:t>
            </a:r>
            <a:r>
              <a:rPr lang="en-US" sz="1100" dirty="0" err="1">
                <a:latin typeface="+mj-lt"/>
              </a:rPr>
              <a:t>erat</a:t>
            </a:r>
            <a:r>
              <a:rPr lang="en-US" sz="1100" dirty="0">
                <a:latin typeface="+mj-lt"/>
              </a:rPr>
              <a:t> libero. </a:t>
            </a:r>
            <a:r>
              <a:rPr lang="en-US" sz="1100" dirty="0" err="1">
                <a:latin typeface="+mj-lt"/>
              </a:rPr>
              <a:t>Sed</a:t>
            </a:r>
            <a:r>
              <a:rPr lang="en-US" sz="1100" dirty="0">
                <a:latin typeface="+mj-lt"/>
              </a:rPr>
              <a:t> lorem </a:t>
            </a:r>
            <a:r>
              <a:rPr lang="en-US" sz="1100" dirty="0" err="1">
                <a:latin typeface="+mj-lt"/>
              </a:rPr>
              <a:t>neque</a:t>
            </a:r>
            <a:r>
              <a:rPr lang="en-US" sz="1100" dirty="0">
                <a:latin typeface="+mj-lt"/>
              </a:rPr>
              <a:t>, </a:t>
            </a:r>
            <a:r>
              <a:rPr lang="en-US" sz="1100" dirty="0" err="1">
                <a:latin typeface="+mj-lt"/>
              </a:rPr>
              <a:t>commodo</a:t>
            </a:r>
            <a:r>
              <a:rPr lang="en-US" sz="1100" dirty="0">
                <a:latin typeface="+mj-lt"/>
              </a:rPr>
              <a:t> vitae ex at, pharetra convallis </a:t>
            </a:r>
            <a:r>
              <a:rPr lang="en-US" sz="1100" dirty="0" err="1">
                <a:latin typeface="+mj-lt"/>
              </a:rPr>
              <a:t>nunc</a:t>
            </a:r>
            <a:r>
              <a:rPr lang="en-US" sz="1100" dirty="0">
                <a:latin typeface="+mj-lt"/>
              </a:rPr>
              <a:t>. In </a:t>
            </a:r>
            <a:r>
              <a:rPr lang="en-US" sz="1100" dirty="0" err="1">
                <a:latin typeface="+mj-lt"/>
              </a:rPr>
              <a:t>vehicula</a:t>
            </a:r>
            <a:r>
              <a:rPr lang="en-US" sz="1100" dirty="0">
                <a:latin typeface="+mj-lt"/>
              </a:rPr>
              <a:t> </a:t>
            </a:r>
            <a:r>
              <a:rPr lang="en-US" sz="1100" dirty="0" err="1">
                <a:latin typeface="+mj-lt"/>
              </a:rPr>
              <a:t>mauris</a:t>
            </a:r>
            <a:r>
              <a:rPr lang="en-US" sz="1100" dirty="0">
                <a:latin typeface="+mj-lt"/>
              </a:rPr>
              <a:t> ligula. </a:t>
            </a:r>
            <a:r>
              <a:rPr lang="en-US" sz="1100" dirty="0" err="1">
                <a:latin typeface="+mj-lt"/>
              </a:rPr>
              <a:t>Suspendisse</a:t>
            </a:r>
            <a:r>
              <a:rPr lang="en-US" sz="1100" dirty="0">
                <a:latin typeface="+mj-lt"/>
              </a:rPr>
              <a:t> in </a:t>
            </a:r>
            <a:r>
              <a:rPr lang="en-US" sz="1100" dirty="0" err="1">
                <a:latin typeface="+mj-lt"/>
              </a:rPr>
              <a:t>tellus</a:t>
            </a:r>
            <a:r>
              <a:rPr lang="en-US" sz="1100" dirty="0">
                <a:latin typeface="+mj-lt"/>
              </a:rPr>
              <a:t> </a:t>
            </a:r>
            <a:r>
              <a:rPr lang="en-US" sz="1100" dirty="0" err="1">
                <a:latin typeface="+mj-lt"/>
              </a:rPr>
              <a:t>congue</a:t>
            </a:r>
            <a:r>
              <a:rPr lang="en-US" sz="1100" dirty="0">
                <a:latin typeface="+mj-lt"/>
              </a:rPr>
              <a:t> </a:t>
            </a:r>
            <a:r>
              <a:rPr lang="en-US" sz="1100" dirty="0" err="1">
                <a:latin typeface="+mj-lt"/>
              </a:rPr>
              <a:t>odio</a:t>
            </a:r>
            <a:r>
              <a:rPr lang="en-US" sz="1100" dirty="0">
                <a:latin typeface="+mj-lt"/>
              </a:rPr>
              <a:t> pharetra </a:t>
            </a:r>
            <a:r>
              <a:rPr lang="en-US" sz="1100" dirty="0" err="1">
                <a:latin typeface="+mj-lt"/>
              </a:rPr>
              <a:t>finibus</a:t>
            </a:r>
            <a:r>
              <a:rPr lang="en-US" sz="1100" dirty="0">
                <a:latin typeface="+mj-lt"/>
              </a:rPr>
              <a:t>. Nam </a:t>
            </a:r>
            <a:r>
              <a:rPr lang="en-US" sz="1100" dirty="0" err="1">
                <a:latin typeface="+mj-lt"/>
              </a:rPr>
              <a:t>vel</a:t>
            </a:r>
            <a:r>
              <a:rPr lang="en-US" sz="1100" dirty="0">
                <a:latin typeface="+mj-lt"/>
              </a:rPr>
              <a:t> </a:t>
            </a:r>
            <a:r>
              <a:rPr lang="en-US" sz="1100" dirty="0" err="1">
                <a:latin typeface="+mj-lt"/>
              </a:rPr>
              <a:t>auctor</a:t>
            </a:r>
            <a:r>
              <a:rPr lang="en-US" sz="1100" dirty="0">
                <a:latin typeface="+mj-lt"/>
              </a:rPr>
              <a:t> </a:t>
            </a:r>
            <a:r>
              <a:rPr lang="en-US" sz="1100" dirty="0" err="1">
                <a:latin typeface="+mj-lt"/>
              </a:rPr>
              <a:t>justo</a:t>
            </a:r>
            <a:r>
              <a:rPr lang="en-US" sz="1100" dirty="0">
                <a:latin typeface="+mj-lt"/>
              </a:rPr>
              <a:t>, vitae </a:t>
            </a:r>
            <a:r>
              <a:rPr lang="en-US" sz="1100" dirty="0" err="1">
                <a:latin typeface="+mj-lt"/>
              </a:rPr>
              <a:t>hendrerit</a:t>
            </a:r>
            <a:r>
              <a:rPr lang="en-US" sz="1100" dirty="0">
                <a:latin typeface="+mj-lt"/>
              </a:rPr>
              <a:t> </a:t>
            </a:r>
            <a:r>
              <a:rPr lang="en-US" sz="1100" dirty="0" err="1">
                <a:latin typeface="+mj-lt"/>
              </a:rPr>
              <a:t>orci</a:t>
            </a:r>
            <a:r>
              <a:rPr lang="en-US" sz="1100" dirty="0">
                <a:latin typeface="+mj-lt"/>
              </a:rPr>
              <a:t>. </a:t>
            </a:r>
            <a:r>
              <a:rPr lang="en-US" sz="1100" dirty="0" err="1">
                <a:latin typeface="+mj-lt"/>
              </a:rPr>
              <a:t>Duis</a:t>
            </a:r>
            <a:r>
              <a:rPr lang="en-US" sz="1100" dirty="0">
                <a:latin typeface="+mj-lt"/>
              </a:rPr>
              <a:t> </a:t>
            </a:r>
            <a:r>
              <a:rPr lang="en-US" sz="1100" dirty="0" err="1">
                <a:latin typeface="+mj-lt"/>
              </a:rPr>
              <a:t>nec</a:t>
            </a:r>
            <a:r>
              <a:rPr lang="en-US" sz="1100" dirty="0">
                <a:latin typeface="+mj-lt"/>
              </a:rPr>
              <a:t> </a:t>
            </a:r>
            <a:r>
              <a:rPr lang="en-US" sz="1100" dirty="0" err="1">
                <a:latin typeface="+mj-lt"/>
              </a:rPr>
              <a:t>sapien</a:t>
            </a:r>
            <a:r>
              <a:rPr lang="en-US" sz="1100" dirty="0">
                <a:latin typeface="+mj-lt"/>
              </a:rPr>
              <a:t> </a:t>
            </a:r>
            <a:r>
              <a:rPr lang="en-US" sz="1100" dirty="0" err="1">
                <a:latin typeface="+mj-lt"/>
              </a:rPr>
              <a:t>viverra</a:t>
            </a:r>
            <a:r>
              <a:rPr lang="en-US" sz="1100" dirty="0">
                <a:latin typeface="+mj-lt"/>
              </a:rPr>
              <a:t>, </a:t>
            </a:r>
            <a:r>
              <a:rPr lang="en-US" sz="1100" dirty="0" err="1">
                <a:latin typeface="+mj-lt"/>
              </a:rPr>
              <a:t>bibendum</a:t>
            </a:r>
            <a:r>
              <a:rPr lang="en-US" sz="1100" dirty="0">
                <a:latin typeface="+mj-lt"/>
              </a:rPr>
              <a:t> </a:t>
            </a:r>
            <a:r>
              <a:rPr lang="en-US" sz="1100" dirty="0" err="1">
                <a:latin typeface="+mj-lt"/>
              </a:rPr>
              <a:t>tellus</a:t>
            </a:r>
            <a:r>
              <a:rPr lang="en-US" sz="1100" dirty="0">
                <a:latin typeface="+mj-lt"/>
              </a:rPr>
              <a:t> </a:t>
            </a:r>
            <a:r>
              <a:rPr lang="en-US" sz="1100" dirty="0" err="1">
                <a:latin typeface="+mj-lt"/>
              </a:rPr>
              <a:t>eget</a:t>
            </a:r>
            <a:r>
              <a:rPr lang="en-US" sz="1100" dirty="0">
                <a:latin typeface="+mj-lt"/>
              </a:rPr>
              <a:t>, </a:t>
            </a:r>
            <a:r>
              <a:rPr lang="en-US" sz="1100" dirty="0" err="1">
                <a:latin typeface="+mj-lt"/>
              </a:rPr>
              <a:t>pellentesque</a:t>
            </a:r>
            <a:r>
              <a:rPr lang="en-US" sz="1100" dirty="0">
                <a:latin typeface="+mj-lt"/>
              </a:rPr>
              <a:t> </a:t>
            </a:r>
            <a:r>
              <a:rPr lang="en-US" sz="1100" dirty="0" err="1">
                <a:latin typeface="+mj-lt"/>
              </a:rPr>
              <a:t>massa</a:t>
            </a:r>
            <a:r>
              <a:rPr lang="en-US" sz="1100" dirty="0">
                <a:latin typeface="+mj-lt"/>
              </a:rPr>
              <a:t>. </a:t>
            </a:r>
            <a:r>
              <a:rPr lang="en-US" sz="1100" dirty="0" err="1">
                <a:latin typeface="+mj-lt"/>
              </a:rPr>
              <a:t>Nulla</a:t>
            </a:r>
            <a:r>
              <a:rPr lang="en-US" sz="1100" dirty="0">
                <a:latin typeface="+mj-lt"/>
              </a:rPr>
              <a:t> </a:t>
            </a:r>
            <a:r>
              <a:rPr lang="en-US" sz="1100" dirty="0" err="1">
                <a:latin typeface="+mj-lt"/>
              </a:rPr>
              <a:t>feugiat</a:t>
            </a:r>
            <a:r>
              <a:rPr lang="en-US" sz="1100" dirty="0">
                <a:latin typeface="+mj-lt"/>
              </a:rPr>
              <a:t>, </a:t>
            </a:r>
            <a:r>
              <a:rPr lang="en-US" sz="1100" dirty="0" err="1">
                <a:latin typeface="+mj-lt"/>
              </a:rPr>
              <a:t>turpis</a:t>
            </a:r>
            <a:r>
              <a:rPr lang="en-US" sz="1100" dirty="0">
                <a:latin typeface="+mj-lt"/>
              </a:rPr>
              <a:t> et </a:t>
            </a:r>
            <a:r>
              <a:rPr lang="en-US" sz="1100" dirty="0" err="1">
                <a:latin typeface="+mj-lt"/>
              </a:rPr>
              <a:t>posuere</a:t>
            </a:r>
            <a:r>
              <a:rPr lang="en-US" sz="1100" dirty="0">
                <a:latin typeface="+mj-lt"/>
              </a:rPr>
              <a:t> </a:t>
            </a:r>
            <a:r>
              <a:rPr lang="en-US" sz="1100" dirty="0" err="1">
                <a:latin typeface="+mj-lt"/>
              </a:rPr>
              <a:t>viverra</a:t>
            </a:r>
            <a:r>
              <a:rPr lang="en-US" sz="1100" dirty="0">
                <a:latin typeface="+mj-lt"/>
              </a:rPr>
              <a:t>, ipsum </a:t>
            </a:r>
            <a:r>
              <a:rPr lang="en-US" sz="1100" dirty="0" err="1">
                <a:latin typeface="+mj-lt"/>
              </a:rPr>
              <a:t>sem</a:t>
            </a:r>
            <a:r>
              <a:rPr lang="en-US" sz="1100" dirty="0">
                <a:latin typeface="+mj-lt"/>
              </a:rPr>
              <a:t> </a:t>
            </a:r>
            <a:r>
              <a:rPr lang="en-US" sz="1100" dirty="0" err="1">
                <a:latin typeface="+mj-lt"/>
              </a:rPr>
              <a:t>tincidunt</a:t>
            </a:r>
            <a:r>
              <a:rPr lang="en-US" sz="1100" dirty="0">
                <a:latin typeface="+mj-lt"/>
              </a:rPr>
              <a:t> </a:t>
            </a:r>
            <a:r>
              <a:rPr lang="en-US" sz="1100" dirty="0" err="1">
                <a:latin typeface="+mj-lt"/>
              </a:rPr>
              <a:t>est</a:t>
            </a:r>
            <a:r>
              <a:rPr lang="en-US" sz="1100" dirty="0">
                <a:latin typeface="+mj-lt"/>
              </a:rPr>
              <a:t>, </a:t>
            </a:r>
            <a:r>
              <a:rPr lang="en-US" sz="1100" dirty="0" err="1">
                <a:latin typeface="+mj-lt"/>
              </a:rPr>
              <a:t>finibus</a:t>
            </a:r>
            <a:r>
              <a:rPr lang="en-US" sz="1100" dirty="0">
                <a:latin typeface="+mj-lt"/>
              </a:rPr>
              <a:t> </a:t>
            </a:r>
            <a:r>
              <a:rPr lang="en-US" sz="1100" dirty="0" err="1">
                <a:latin typeface="+mj-lt"/>
              </a:rPr>
              <a:t>tempor</a:t>
            </a:r>
            <a:r>
              <a:rPr lang="en-US" sz="1100" dirty="0">
                <a:latin typeface="+mj-lt"/>
              </a:rPr>
              <a:t> </a:t>
            </a:r>
            <a:r>
              <a:rPr lang="en-US" sz="1100" dirty="0" err="1">
                <a:latin typeface="+mj-lt"/>
              </a:rPr>
              <a:t>nibh</a:t>
            </a:r>
            <a:r>
              <a:rPr lang="en-US" sz="1100" dirty="0">
                <a:latin typeface="+mj-lt"/>
              </a:rPr>
              <a:t> ante semper diam. </a:t>
            </a:r>
            <a:r>
              <a:rPr lang="en-US" sz="1100" dirty="0" err="1">
                <a:latin typeface="+mj-lt"/>
              </a:rPr>
              <a:t>Nullam</a:t>
            </a:r>
            <a:r>
              <a:rPr lang="en-US" sz="1100" dirty="0">
                <a:latin typeface="+mj-lt"/>
              </a:rPr>
              <a:t> </a:t>
            </a:r>
            <a:r>
              <a:rPr lang="en-US" sz="1100" dirty="0" err="1">
                <a:latin typeface="+mj-lt"/>
              </a:rPr>
              <a:t>quis</a:t>
            </a:r>
            <a:r>
              <a:rPr lang="en-US" sz="1100" dirty="0">
                <a:latin typeface="+mj-lt"/>
              </a:rPr>
              <a:t> </a:t>
            </a:r>
            <a:r>
              <a:rPr lang="en-US" sz="1100" dirty="0" err="1">
                <a:latin typeface="+mj-lt"/>
              </a:rPr>
              <a:t>euismod</a:t>
            </a:r>
            <a:r>
              <a:rPr lang="en-US" sz="1100" dirty="0">
                <a:latin typeface="+mj-lt"/>
              </a:rPr>
              <a:t> </a:t>
            </a:r>
            <a:r>
              <a:rPr lang="en-US" sz="1100" dirty="0" err="1">
                <a:latin typeface="+mj-lt"/>
              </a:rPr>
              <a:t>neque</a:t>
            </a:r>
            <a:r>
              <a:rPr lang="en-US" sz="1100" dirty="0">
                <a:latin typeface="+mj-lt"/>
              </a:rPr>
              <a:t>, </a:t>
            </a:r>
            <a:r>
              <a:rPr lang="en-US" sz="1100" dirty="0" err="1">
                <a:latin typeface="+mj-lt"/>
              </a:rPr>
              <a:t>nec</a:t>
            </a:r>
            <a:r>
              <a:rPr lang="en-US" sz="1100" dirty="0">
                <a:latin typeface="+mj-lt"/>
              </a:rPr>
              <a:t> </a:t>
            </a:r>
            <a:r>
              <a:rPr lang="en-US" sz="1100" dirty="0" err="1">
                <a:latin typeface="+mj-lt"/>
              </a:rPr>
              <a:t>facilisis</a:t>
            </a:r>
            <a:r>
              <a:rPr lang="en-US" sz="1100" dirty="0">
                <a:latin typeface="+mj-lt"/>
              </a:rPr>
              <a:t> sem. </a:t>
            </a:r>
            <a:r>
              <a:rPr lang="en-US" sz="1100" dirty="0" err="1">
                <a:latin typeface="+mj-lt"/>
              </a:rPr>
              <a:t>Morbi</a:t>
            </a:r>
            <a:r>
              <a:rPr lang="en-US" sz="1100" dirty="0">
                <a:latin typeface="+mj-lt"/>
              </a:rPr>
              <a:t> </a:t>
            </a:r>
            <a:r>
              <a:rPr lang="en-US" sz="1100" dirty="0" err="1">
                <a:latin typeface="+mj-lt"/>
              </a:rPr>
              <a:t>egestas</a:t>
            </a:r>
            <a:r>
              <a:rPr lang="en-US" sz="1100" dirty="0">
                <a:latin typeface="+mj-lt"/>
              </a:rPr>
              <a:t> </a:t>
            </a:r>
            <a:r>
              <a:rPr lang="en-US" sz="1100" dirty="0" err="1">
                <a:latin typeface="+mj-lt"/>
              </a:rPr>
              <a:t>iaculis</a:t>
            </a:r>
            <a:r>
              <a:rPr lang="en-US" sz="1100" dirty="0">
                <a:latin typeface="+mj-lt"/>
              </a:rPr>
              <a:t> </a:t>
            </a:r>
            <a:r>
              <a:rPr lang="en-US" sz="1100" dirty="0" err="1">
                <a:latin typeface="+mj-lt"/>
              </a:rPr>
              <a:t>dignissim</a:t>
            </a:r>
            <a:r>
              <a:rPr lang="en-US" sz="1100" dirty="0">
                <a:latin typeface="+mj-lt"/>
              </a:rPr>
              <a:t>. In </a:t>
            </a:r>
            <a:r>
              <a:rPr lang="en-US" sz="1100" dirty="0" err="1">
                <a:latin typeface="+mj-lt"/>
              </a:rPr>
              <a:t>accumsan</a:t>
            </a:r>
            <a:r>
              <a:rPr lang="en-US" sz="1100" dirty="0">
                <a:latin typeface="+mj-lt"/>
              </a:rPr>
              <a:t> </a:t>
            </a:r>
            <a:r>
              <a:rPr lang="en-US" sz="1100" dirty="0" err="1">
                <a:latin typeface="+mj-lt"/>
              </a:rPr>
              <a:t>tortor</a:t>
            </a:r>
            <a:r>
              <a:rPr lang="en-US" sz="1100" dirty="0">
                <a:latin typeface="+mj-lt"/>
              </a:rPr>
              <a:t> </a:t>
            </a:r>
            <a:r>
              <a:rPr lang="en-US" sz="1100" dirty="0" err="1">
                <a:latin typeface="+mj-lt"/>
              </a:rPr>
              <a:t>elit</a:t>
            </a:r>
            <a:r>
              <a:rPr lang="en-US" sz="1100" dirty="0">
                <a:latin typeface="+mj-lt"/>
              </a:rPr>
              <a:t>, non </a:t>
            </a:r>
            <a:r>
              <a:rPr lang="en-US" sz="1100" dirty="0" err="1">
                <a:latin typeface="+mj-lt"/>
              </a:rPr>
              <a:t>euismod</a:t>
            </a:r>
            <a:r>
              <a:rPr lang="en-US" sz="1100" dirty="0">
                <a:latin typeface="+mj-lt"/>
              </a:rPr>
              <a:t> </a:t>
            </a:r>
            <a:r>
              <a:rPr lang="en-US" sz="1100" dirty="0" err="1">
                <a:latin typeface="+mj-lt"/>
              </a:rPr>
              <a:t>eros</a:t>
            </a:r>
            <a:r>
              <a:rPr lang="en-US" sz="1100" dirty="0">
                <a:latin typeface="+mj-lt"/>
              </a:rPr>
              <a:t> </a:t>
            </a:r>
            <a:r>
              <a:rPr lang="en-US" sz="1100" dirty="0" err="1">
                <a:latin typeface="+mj-lt"/>
              </a:rPr>
              <a:t>accumsan</a:t>
            </a:r>
            <a:r>
              <a:rPr lang="en-US" sz="1100" dirty="0">
                <a:latin typeface="+mj-lt"/>
              </a:rPr>
              <a:t> ac. </a:t>
            </a:r>
            <a:r>
              <a:rPr lang="en-US" sz="1100" dirty="0" err="1">
                <a:latin typeface="+mj-lt"/>
              </a:rPr>
              <a:t>Sed</a:t>
            </a:r>
            <a:r>
              <a:rPr lang="en-US" sz="1100" dirty="0">
                <a:latin typeface="+mj-lt"/>
              </a:rPr>
              <a:t> </a:t>
            </a:r>
            <a:r>
              <a:rPr lang="en-US" sz="1100" dirty="0" err="1">
                <a:latin typeface="+mj-lt"/>
              </a:rPr>
              <a:t>ultrices</a:t>
            </a:r>
            <a:r>
              <a:rPr lang="en-US" sz="1100" dirty="0">
                <a:latin typeface="+mj-lt"/>
              </a:rPr>
              <a:t> mi lorem, </a:t>
            </a:r>
            <a:r>
              <a:rPr lang="en-US" sz="1100" dirty="0" err="1">
                <a:latin typeface="+mj-lt"/>
              </a:rPr>
              <a:t>ut</a:t>
            </a:r>
            <a:r>
              <a:rPr lang="en-US" sz="1100" dirty="0">
                <a:latin typeface="+mj-lt"/>
              </a:rPr>
              <a:t> </a:t>
            </a:r>
            <a:r>
              <a:rPr lang="en-US" sz="1100" dirty="0" err="1">
                <a:latin typeface="+mj-lt"/>
              </a:rPr>
              <a:t>dignissim</a:t>
            </a:r>
            <a:r>
              <a:rPr lang="en-US" sz="1100" dirty="0">
                <a:latin typeface="+mj-lt"/>
              </a:rPr>
              <a:t> </a:t>
            </a:r>
            <a:r>
              <a:rPr lang="en-US" sz="1100" dirty="0" err="1">
                <a:latin typeface="+mj-lt"/>
              </a:rPr>
              <a:t>nibh</a:t>
            </a:r>
            <a:r>
              <a:rPr lang="en-US" sz="1100" dirty="0">
                <a:latin typeface="+mj-lt"/>
              </a:rPr>
              <a:t> </a:t>
            </a:r>
            <a:r>
              <a:rPr lang="en-US" sz="1100" dirty="0" err="1">
                <a:latin typeface="+mj-lt"/>
              </a:rPr>
              <a:t>facilisis</a:t>
            </a:r>
            <a:r>
              <a:rPr lang="en-US" sz="1100" dirty="0">
                <a:latin typeface="+mj-lt"/>
              </a:rPr>
              <a:t> vel.</a:t>
            </a:r>
          </a:p>
        </p:txBody>
      </p:sp>
      <p:cxnSp>
        <p:nvCxnSpPr>
          <p:cNvPr id="4" name="Straight Connector 3"/>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7"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118544375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mparison on Color Canvas">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dirty="0"/>
              <a:t>Please Add Slide Headline Here</a:t>
            </a:r>
          </a:p>
        </p:txBody>
      </p:sp>
      <p:sp>
        <p:nvSpPr>
          <p:cNvPr id="3" name="Content Placeholder 5"/>
          <p:cNvSpPr>
            <a:spLocks noGrp="1"/>
          </p:cNvSpPr>
          <p:nvPr>
            <p:ph sz="quarter" idx="10" hasCustomPrompt="1"/>
          </p:nvPr>
        </p:nvSpPr>
        <p:spPr>
          <a:xfrm>
            <a:off x="357190" y="1422400"/>
            <a:ext cx="3986211" cy="3054350"/>
          </a:xfrm>
        </p:spPr>
        <p:txBody>
          <a:bodyPr/>
          <a:lstStyle>
            <a:lvl1pPr>
              <a:defRPr>
                <a:solidFill>
                  <a:schemeClr val="bg1"/>
                </a:solidFill>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dirty="0"/>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a:defRPr>
                <a:solidFill>
                  <a:schemeClr val="bg1"/>
                </a:solidFill>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7" name="Text Placeholder 4"/>
          <p:cNvSpPr>
            <a:spLocks noGrp="1"/>
          </p:cNvSpPr>
          <p:nvPr>
            <p:ph type="body" sz="quarter" idx="13" hasCustomPrompt="1"/>
          </p:nvPr>
        </p:nvSpPr>
        <p:spPr>
          <a:xfrm>
            <a:off x="4800599" y="1079500"/>
            <a:ext cx="3986214"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dirty="0"/>
              <a:t>OTHER Highlight goes here</a:t>
            </a:r>
          </a:p>
        </p:txBody>
      </p:sp>
      <p:cxnSp>
        <p:nvCxnSpPr>
          <p:cNvPr id="8" name="Straight Connector 7"/>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6038766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hree Content on Color Canvas">
    <p:bg>
      <p:bgPr>
        <a:solidFill>
          <a:schemeClr val="accent4"/>
        </a:solidFill>
        <a:effectLst/>
      </p:bgPr>
    </p:bg>
    <p:spTree>
      <p:nvGrpSpPr>
        <p:cNvPr id="1" name=""/>
        <p:cNvGrpSpPr/>
        <p:nvPr/>
      </p:nvGrpSpPr>
      <p:grpSpPr>
        <a:xfrm>
          <a:off x="0" y="0"/>
          <a:ext cx="0" cy="0"/>
          <a:chOff x="0" y="0"/>
          <a:chExt cx="0" cy="0"/>
        </a:xfrm>
      </p:grpSpPr>
      <p:sp>
        <p:nvSpPr>
          <p:cNvPr id="15" name="Content Placeholder 14"/>
          <p:cNvSpPr>
            <a:spLocks noGrp="1"/>
          </p:cNvSpPr>
          <p:nvPr>
            <p:ph sz="quarter" idx="16" hasCustomPrompt="1"/>
          </p:nvPr>
        </p:nvSpPr>
        <p:spPr>
          <a:xfrm>
            <a:off x="1127175"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p>
          <a:p>
            <a:pPr lvl="0"/>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p:txBody>
      </p:sp>
      <p:sp>
        <p:nvSpPr>
          <p:cNvPr id="5" name="Title Placeholder 3"/>
          <p:cNvSpPr>
            <a:spLocks noGrp="1"/>
          </p:cNvSpPr>
          <p:nvPr>
            <p:ph type="body" sz="quarter" idx="11" hasCustomPrompt="1"/>
          </p:nvPr>
        </p:nvSpPr>
        <p:spPr>
          <a:xfrm>
            <a:off x="5735751"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189" indent="0">
              <a:buNone/>
              <a:defRPr b="1" i="0" cap="all" spc="200" baseline="0"/>
            </a:lvl2pPr>
            <a:lvl3pPr marL="914378" indent="0">
              <a:buNone/>
              <a:defRPr b="1" i="0" cap="all" spc="200" baseline="0"/>
            </a:lvl3pPr>
            <a:lvl4pPr marL="1371566" indent="0">
              <a:buNone/>
              <a:defRPr b="1" i="0" cap="all" spc="200" baseline="0"/>
            </a:lvl4pPr>
            <a:lvl5pPr marL="1828754" indent="0">
              <a:buFont typeface="Arial" panose="020B0604020202020204" pitchFamily="34" charset="0"/>
              <a:buNone/>
              <a:defRPr b="1" i="0" cap="all" spc="200" baseline="0"/>
            </a:lvl5pPr>
          </a:lstStyle>
          <a:p>
            <a:pPr lvl="0"/>
            <a:r>
              <a:rPr lang="en-US" dirty="0"/>
              <a:t>ADD TITILE HERE</a:t>
            </a:r>
          </a:p>
        </p:txBody>
      </p:sp>
      <p:sp>
        <p:nvSpPr>
          <p:cNvPr id="4" name="Title Placeholder 2"/>
          <p:cNvSpPr>
            <a:spLocks noGrp="1"/>
          </p:cNvSpPr>
          <p:nvPr>
            <p:ph type="body" sz="quarter" idx="10" hasCustomPrompt="1"/>
          </p:nvPr>
        </p:nvSpPr>
        <p:spPr>
          <a:xfrm>
            <a:off x="3431463"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189" indent="0">
              <a:buNone/>
              <a:defRPr b="1" i="0" cap="all" spc="200" baseline="0"/>
            </a:lvl2pPr>
            <a:lvl3pPr marL="914378" indent="0">
              <a:buNone/>
              <a:defRPr b="1" i="0" cap="all" spc="200" baseline="0"/>
            </a:lvl3pPr>
            <a:lvl4pPr marL="1371566" indent="0">
              <a:buNone/>
              <a:defRPr b="1" i="0" cap="all" spc="200" baseline="0"/>
            </a:lvl4pPr>
            <a:lvl5pPr marL="1828754" indent="0">
              <a:buFont typeface="Arial" panose="020B0604020202020204" pitchFamily="34" charset="0"/>
              <a:buNone/>
              <a:defRPr b="1" i="0" cap="all" spc="200" baseline="0"/>
            </a:lvl5pPr>
          </a:lstStyle>
          <a:p>
            <a:pPr lvl="0"/>
            <a:r>
              <a:rPr lang="en-US" dirty="0"/>
              <a:t>ADD TITILE HERE</a:t>
            </a:r>
          </a:p>
        </p:txBody>
      </p:sp>
      <p:sp>
        <p:nvSpPr>
          <p:cNvPr id="6" name="Title Placeholder 1"/>
          <p:cNvSpPr>
            <a:spLocks noGrp="1"/>
          </p:cNvSpPr>
          <p:nvPr>
            <p:ph type="body" sz="quarter" idx="12" hasCustomPrompt="1"/>
          </p:nvPr>
        </p:nvSpPr>
        <p:spPr>
          <a:xfrm>
            <a:off x="1127175"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189" indent="0">
              <a:buNone/>
              <a:defRPr b="1" i="0" cap="all" spc="200" baseline="0"/>
            </a:lvl2pPr>
            <a:lvl3pPr marL="914378" indent="0">
              <a:buNone/>
              <a:defRPr b="1" i="0" cap="all" spc="200" baseline="0"/>
            </a:lvl3pPr>
            <a:lvl4pPr marL="1371566" indent="0">
              <a:buNone/>
              <a:defRPr b="1" i="0" cap="all" spc="200" baseline="0"/>
            </a:lvl4pPr>
            <a:lvl5pPr marL="1828754" indent="0">
              <a:buFont typeface="Arial" panose="020B0604020202020204" pitchFamily="34" charset="0"/>
              <a:buNone/>
              <a:defRPr b="1" i="0" cap="all" spc="200" baseline="0"/>
            </a:lvl5pPr>
          </a:lstStyle>
          <a:p>
            <a:pPr lvl="0"/>
            <a:r>
              <a:rPr lang="en-US" dirty="0"/>
              <a:t>ADD TITILE HERE</a:t>
            </a:r>
          </a:p>
        </p:txBody>
      </p:sp>
      <p:sp>
        <p:nvSpPr>
          <p:cNvPr id="13"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
        <p:nvSpPr>
          <p:cNvPr id="16" name="Content Placeholder 14"/>
          <p:cNvSpPr>
            <a:spLocks noGrp="1"/>
          </p:cNvSpPr>
          <p:nvPr>
            <p:ph sz="quarter" idx="17" hasCustomPrompt="1"/>
          </p:nvPr>
        </p:nvSpPr>
        <p:spPr>
          <a:xfrm>
            <a:off x="5735751"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p>
          <a:p>
            <a:pPr lvl="0"/>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p:txBody>
      </p:sp>
      <p:sp>
        <p:nvSpPr>
          <p:cNvPr id="17" name="Content Placeholder 14"/>
          <p:cNvSpPr>
            <a:spLocks noGrp="1"/>
          </p:cNvSpPr>
          <p:nvPr>
            <p:ph sz="quarter" idx="18" hasCustomPrompt="1"/>
          </p:nvPr>
        </p:nvSpPr>
        <p:spPr>
          <a:xfrm>
            <a:off x="3431463"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p>
          <a:p>
            <a:pPr lvl="0"/>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p:txBody>
      </p:sp>
    </p:spTree>
    <p:extLst>
      <p:ext uri="{BB962C8B-B14F-4D97-AF65-F5344CB8AC3E}">
        <p14:creationId xmlns:p14="http://schemas.microsoft.com/office/powerpoint/2010/main" val="16261523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Quote - EPAM Blue">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1780954" y="2098360"/>
            <a:ext cx="5582093" cy="587388"/>
          </a:xfrm>
          <a:prstGeom prst="rect">
            <a:avLst/>
          </a:prstGeom>
        </p:spPr>
        <p:txBody>
          <a:bodyPr anchor="ctr"/>
          <a:lstStyle>
            <a:lvl1pPr marL="0" indent="0" algn="ctr">
              <a:lnSpc>
                <a:spcPts val="1800"/>
              </a:lnSpc>
              <a:buNone/>
              <a:defRPr sz="1600">
                <a:solidFill>
                  <a:schemeClr val="bg1"/>
                </a:solidFill>
                <a:latin typeface="+mj-lt"/>
              </a:defRPr>
            </a:lvl1pPr>
            <a:lvl2pPr marL="457189" indent="0">
              <a:buNone/>
              <a:defRPr sz="1600">
                <a:latin typeface="+mj-lt"/>
              </a:defRPr>
            </a:lvl2pPr>
            <a:lvl3pPr marL="914378" indent="0">
              <a:buNone/>
              <a:defRPr sz="1600">
                <a:latin typeface="+mj-lt"/>
              </a:defRPr>
            </a:lvl3pPr>
            <a:lvl4pPr marL="1371566" indent="0">
              <a:buNone/>
              <a:defRPr sz="1600">
                <a:latin typeface="+mj-lt"/>
              </a:defRPr>
            </a:lvl4pPr>
            <a:lvl5pPr marL="1828754" indent="0">
              <a:buNone/>
              <a:defRPr sz="1600">
                <a:latin typeface="+mj-lt"/>
              </a:defRPr>
            </a:lvl5pPr>
          </a:lstStyle>
          <a:p>
            <a:pPr algn="ctr">
              <a:lnSpc>
                <a:spcPts val="2400"/>
              </a:lnSpc>
            </a:pPr>
            <a:r>
              <a:rPr lang="en-US" sz="1600" baseline="0" dirty="0">
                <a:solidFill>
                  <a:schemeClr val="bg1"/>
                </a:solidFill>
                <a:latin typeface="+mj-lt"/>
              </a:rPr>
              <a:t>Please add call out or quote here</a:t>
            </a:r>
            <a:br>
              <a:rPr lang="en-US" sz="1600" baseline="0" dirty="0">
                <a:solidFill>
                  <a:schemeClr val="bg1"/>
                </a:solidFill>
                <a:latin typeface="+mj-lt"/>
              </a:rPr>
            </a:br>
            <a:r>
              <a:rPr lang="en-US" sz="1600" baseline="0" dirty="0">
                <a:solidFill>
                  <a:schemeClr val="bg1"/>
                </a:solidFill>
                <a:latin typeface="+mj-lt"/>
              </a:rPr>
              <a:t>sit </a:t>
            </a:r>
            <a:r>
              <a:rPr lang="en-US" sz="1600" baseline="0" dirty="0" err="1">
                <a:solidFill>
                  <a:schemeClr val="bg1"/>
                </a:solidFill>
                <a:latin typeface="+mj-lt"/>
              </a:rPr>
              <a:t>amet</a:t>
            </a:r>
            <a:r>
              <a:rPr lang="en-US" sz="1600" baseline="0" dirty="0">
                <a:solidFill>
                  <a:schemeClr val="bg1"/>
                </a:solidFill>
                <a:latin typeface="+mj-lt"/>
              </a:rPr>
              <a:t>, </a:t>
            </a:r>
            <a:r>
              <a:rPr lang="en-US" sz="1600" baseline="0" dirty="0" err="1">
                <a:solidFill>
                  <a:schemeClr val="bg1"/>
                </a:solidFill>
                <a:latin typeface="+mj-lt"/>
              </a:rPr>
              <a:t>consectetur</a:t>
            </a:r>
            <a:r>
              <a:rPr lang="en-US" sz="1600" baseline="0" dirty="0">
                <a:solidFill>
                  <a:schemeClr val="bg1"/>
                </a:solidFill>
                <a:latin typeface="+mj-lt"/>
              </a:rPr>
              <a:t> </a:t>
            </a:r>
            <a:r>
              <a:rPr lang="en-US" sz="1600" baseline="0" dirty="0" err="1">
                <a:solidFill>
                  <a:schemeClr val="bg1"/>
                </a:solidFill>
                <a:latin typeface="+mj-lt"/>
              </a:rPr>
              <a:t>adipiscing</a:t>
            </a:r>
            <a:r>
              <a:rPr lang="en-US" sz="1600" baseline="0" dirty="0">
                <a:solidFill>
                  <a:schemeClr val="bg1"/>
                </a:solidFill>
                <a:latin typeface="+mj-lt"/>
              </a:rPr>
              <a:t> </a:t>
            </a:r>
            <a:r>
              <a:rPr lang="en-US" sz="1600" baseline="0" dirty="0" err="1">
                <a:solidFill>
                  <a:schemeClr val="bg1"/>
                </a:solidFill>
                <a:latin typeface="+mj-lt"/>
              </a:rPr>
              <a:t>elit</a:t>
            </a:r>
            <a:r>
              <a:rPr lang="en-US" sz="1600" baseline="0" dirty="0">
                <a:solidFill>
                  <a:schemeClr val="bg1"/>
                </a:solidFill>
                <a:latin typeface="+mj-lt"/>
              </a:rPr>
              <a:t>. </a:t>
            </a:r>
            <a:r>
              <a:rPr lang="en-US" sz="1600" baseline="0" dirty="0" err="1">
                <a:solidFill>
                  <a:schemeClr val="bg1"/>
                </a:solidFill>
                <a:latin typeface="+mj-lt"/>
              </a:rPr>
              <a:t>Sed</a:t>
            </a:r>
            <a:r>
              <a:rPr lang="en-US" sz="1600" baseline="0" dirty="0">
                <a:solidFill>
                  <a:schemeClr val="bg1"/>
                </a:solidFill>
                <a:latin typeface="+mj-lt"/>
              </a:rPr>
              <a:t> </a:t>
            </a:r>
            <a:r>
              <a:rPr lang="en-US" sz="1600" baseline="0" dirty="0" err="1">
                <a:solidFill>
                  <a:schemeClr val="bg1"/>
                </a:solidFill>
                <a:latin typeface="+mj-lt"/>
              </a:rPr>
              <a:t>nec</a:t>
            </a:r>
            <a:r>
              <a:rPr lang="en-US" sz="1600" baseline="0" dirty="0">
                <a:solidFill>
                  <a:schemeClr val="bg1"/>
                </a:solidFill>
                <a:latin typeface="+mj-lt"/>
              </a:rPr>
              <a:t> </a:t>
            </a:r>
            <a:r>
              <a:rPr lang="en-US" sz="1600" baseline="0" dirty="0" err="1">
                <a:solidFill>
                  <a:schemeClr val="bg1"/>
                </a:solidFill>
                <a:latin typeface="+mj-lt"/>
              </a:rPr>
              <a:t>sem</a:t>
            </a:r>
            <a:r>
              <a:rPr lang="en-US" sz="1600" baseline="0" dirty="0">
                <a:solidFill>
                  <a:schemeClr val="bg1"/>
                </a:solidFill>
                <a:latin typeface="+mj-lt"/>
              </a:rPr>
              <a:t> gravida, </a:t>
            </a:r>
            <a:r>
              <a:rPr lang="en-US" sz="1600" baseline="0" dirty="0" err="1">
                <a:solidFill>
                  <a:schemeClr val="bg1"/>
                </a:solidFill>
                <a:latin typeface="+mj-lt"/>
              </a:rPr>
              <a:t>dapibus</a:t>
            </a:r>
            <a:r>
              <a:rPr lang="en-US" sz="1600" baseline="0" dirty="0">
                <a:solidFill>
                  <a:schemeClr val="bg1"/>
                </a:solidFill>
                <a:latin typeface="+mj-lt"/>
              </a:rPr>
              <a:t> </a:t>
            </a:r>
            <a:r>
              <a:rPr lang="en-US" sz="1600" baseline="0" dirty="0" err="1">
                <a:solidFill>
                  <a:schemeClr val="bg1"/>
                </a:solidFill>
                <a:latin typeface="+mj-lt"/>
              </a:rPr>
              <a:t>turpis</a:t>
            </a:r>
            <a:r>
              <a:rPr lang="en-US" sz="1600" baseline="0" dirty="0">
                <a:solidFill>
                  <a:schemeClr val="bg1"/>
                </a:solidFill>
                <a:latin typeface="+mj-lt"/>
              </a:rPr>
              <a:t> </a:t>
            </a:r>
            <a:r>
              <a:rPr lang="en-US" sz="1600" baseline="0" dirty="0" err="1">
                <a:solidFill>
                  <a:schemeClr val="bg1"/>
                </a:solidFill>
                <a:latin typeface="+mj-lt"/>
              </a:rPr>
              <a:t>porttitor</a:t>
            </a:r>
            <a:r>
              <a:rPr lang="en-US" sz="1600" baseline="0" dirty="0">
                <a:solidFill>
                  <a:schemeClr val="bg1"/>
                </a:solidFill>
                <a:latin typeface="+mj-lt"/>
              </a:rPr>
              <a:t>, </a:t>
            </a:r>
            <a:r>
              <a:rPr lang="en-US" sz="1600" baseline="0" dirty="0" err="1">
                <a:solidFill>
                  <a:schemeClr val="bg1"/>
                </a:solidFill>
                <a:latin typeface="+mj-lt"/>
              </a:rPr>
              <a:t>tincidunt</a:t>
            </a:r>
            <a:r>
              <a:rPr lang="en-US" sz="1600" baseline="0" dirty="0">
                <a:solidFill>
                  <a:schemeClr val="bg1"/>
                </a:solidFill>
                <a:latin typeface="+mj-lt"/>
              </a:rPr>
              <a:t> </a:t>
            </a:r>
            <a:r>
              <a:rPr lang="en-US" sz="1600" baseline="0" dirty="0" err="1">
                <a:solidFill>
                  <a:schemeClr val="bg1"/>
                </a:solidFill>
                <a:latin typeface="+mj-lt"/>
              </a:rPr>
              <a:t>nibh</a:t>
            </a:r>
            <a:r>
              <a:rPr lang="en-US" sz="1600" baseline="0" dirty="0">
                <a:solidFill>
                  <a:schemeClr val="bg1"/>
                </a:solidFill>
                <a:latin typeface="+mj-lt"/>
              </a:rPr>
              <a:t>. </a:t>
            </a:r>
            <a:r>
              <a:rPr lang="en-US" sz="1600" baseline="0" dirty="0" err="1">
                <a:solidFill>
                  <a:schemeClr val="bg1"/>
                </a:solidFill>
                <a:latin typeface="+mj-lt"/>
              </a:rPr>
              <a:t>Orci</a:t>
            </a:r>
            <a:r>
              <a:rPr lang="en-US" sz="1600" baseline="0" dirty="0">
                <a:solidFill>
                  <a:schemeClr val="bg1"/>
                </a:solidFill>
                <a:latin typeface="+mj-lt"/>
              </a:rPr>
              <a:t> </a:t>
            </a:r>
            <a:r>
              <a:rPr lang="en-US" sz="1600" baseline="0" dirty="0" err="1">
                <a:solidFill>
                  <a:schemeClr val="bg1"/>
                </a:solidFill>
                <a:latin typeface="+mj-lt"/>
              </a:rPr>
              <a:t>varius</a:t>
            </a:r>
            <a:r>
              <a:rPr lang="en-US" sz="1600" baseline="0" dirty="0">
                <a:solidFill>
                  <a:schemeClr val="bg1"/>
                </a:solidFill>
                <a:latin typeface="+mj-lt"/>
              </a:rPr>
              <a:t> </a:t>
            </a:r>
            <a:r>
              <a:rPr lang="en-US" sz="1600" baseline="0" dirty="0" err="1">
                <a:solidFill>
                  <a:schemeClr val="bg1"/>
                </a:solidFill>
                <a:latin typeface="+mj-lt"/>
              </a:rPr>
              <a:t>natoque</a:t>
            </a:r>
            <a:r>
              <a:rPr lang="en-US" sz="1600" baseline="0" dirty="0">
                <a:solidFill>
                  <a:schemeClr val="bg1"/>
                </a:solidFill>
                <a:latin typeface="+mj-lt"/>
              </a:rPr>
              <a:t> </a:t>
            </a:r>
            <a:r>
              <a:rPr lang="en-US" sz="1600" baseline="0" dirty="0" err="1">
                <a:solidFill>
                  <a:schemeClr val="bg1"/>
                </a:solidFill>
                <a:latin typeface="+mj-lt"/>
              </a:rPr>
              <a:t>penatibus</a:t>
            </a:r>
            <a:r>
              <a:rPr lang="en-US" sz="1600" baseline="0" dirty="0">
                <a:solidFill>
                  <a:schemeClr val="bg1"/>
                </a:solidFill>
                <a:latin typeface="+mj-lt"/>
              </a:rPr>
              <a:t> et </a:t>
            </a:r>
            <a:r>
              <a:rPr lang="en-US" sz="1600" baseline="0" dirty="0" err="1">
                <a:solidFill>
                  <a:schemeClr val="bg1"/>
                </a:solidFill>
                <a:latin typeface="+mj-lt"/>
              </a:rPr>
              <a:t>magnis</a:t>
            </a:r>
            <a:r>
              <a:rPr lang="en-US" sz="1600" baseline="0" dirty="0">
                <a:solidFill>
                  <a:schemeClr val="bg1"/>
                </a:solidFill>
                <a:latin typeface="+mj-lt"/>
              </a:rPr>
              <a:t> dis parturient </a:t>
            </a:r>
            <a:r>
              <a:rPr lang="en-US" sz="1600" baseline="0" dirty="0" err="1">
                <a:solidFill>
                  <a:schemeClr val="bg1"/>
                </a:solidFill>
                <a:latin typeface="+mj-lt"/>
              </a:rPr>
              <a:t>montes</a:t>
            </a:r>
            <a:r>
              <a:rPr lang="en-US" sz="1600" baseline="0" dirty="0">
                <a:solidFill>
                  <a:schemeClr val="bg1"/>
                </a:solidFill>
                <a:latin typeface="+mj-lt"/>
              </a:rPr>
              <a:t>, </a:t>
            </a:r>
            <a:r>
              <a:rPr lang="en-US" sz="1600" baseline="0" dirty="0" err="1">
                <a:solidFill>
                  <a:schemeClr val="bg1"/>
                </a:solidFill>
                <a:latin typeface="+mj-lt"/>
              </a:rPr>
              <a:t>nascetur</a:t>
            </a:r>
            <a:r>
              <a:rPr lang="en-US" sz="1600" baseline="0" dirty="0">
                <a:solidFill>
                  <a:schemeClr val="bg1"/>
                </a:solidFill>
                <a:latin typeface="+mj-lt"/>
              </a:rPr>
              <a:t> </a:t>
            </a:r>
            <a:r>
              <a:rPr lang="en-US" sz="1600" baseline="0" dirty="0" err="1">
                <a:solidFill>
                  <a:schemeClr val="bg1"/>
                </a:solidFill>
                <a:latin typeface="+mj-lt"/>
              </a:rPr>
              <a:t>ridiculus</a:t>
            </a:r>
            <a:r>
              <a:rPr lang="en-US" sz="1600" baseline="0" dirty="0">
                <a:solidFill>
                  <a:schemeClr val="bg1"/>
                </a:solidFill>
                <a:latin typeface="+mj-lt"/>
              </a:rPr>
              <a:t> mus. Nam </a:t>
            </a:r>
            <a:r>
              <a:rPr lang="en-US" sz="1600" baseline="0" dirty="0" err="1">
                <a:solidFill>
                  <a:schemeClr val="bg1"/>
                </a:solidFill>
                <a:latin typeface="+mj-lt"/>
              </a:rPr>
              <a:t>eget</a:t>
            </a:r>
            <a:r>
              <a:rPr lang="en-US" sz="1600" baseline="0" dirty="0">
                <a:solidFill>
                  <a:schemeClr val="bg1"/>
                </a:solidFill>
                <a:latin typeface="+mj-lt"/>
              </a:rPr>
              <a:t> </a:t>
            </a:r>
            <a:r>
              <a:rPr lang="en-US" sz="1600" baseline="0" dirty="0" err="1">
                <a:solidFill>
                  <a:schemeClr val="bg1"/>
                </a:solidFill>
                <a:latin typeface="+mj-lt"/>
              </a:rPr>
              <a:t>enim</a:t>
            </a:r>
            <a:r>
              <a:rPr lang="en-US" sz="1600" baseline="0" dirty="0">
                <a:solidFill>
                  <a:schemeClr val="bg1"/>
                </a:solidFill>
                <a:latin typeface="+mj-lt"/>
              </a:rPr>
              <a:t> </a:t>
            </a:r>
            <a:r>
              <a:rPr lang="en-US" sz="1600" baseline="0" dirty="0" err="1">
                <a:solidFill>
                  <a:schemeClr val="bg1"/>
                </a:solidFill>
                <a:latin typeface="+mj-lt"/>
              </a:rPr>
              <a:t>mauris</a:t>
            </a:r>
            <a:r>
              <a:rPr lang="en-US" sz="1600" baseline="0" dirty="0">
                <a:solidFill>
                  <a:schemeClr val="bg1"/>
                </a:solidFill>
                <a:latin typeface="+mj-lt"/>
              </a:rPr>
              <a:t>. </a:t>
            </a:r>
            <a:r>
              <a:rPr lang="en-US" sz="1600" baseline="0" dirty="0" err="1">
                <a:solidFill>
                  <a:schemeClr val="bg1"/>
                </a:solidFill>
                <a:latin typeface="+mj-lt"/>
              </a:rPr>
              <a:t>Vivamus</a:t>
            </a:r>
            <a:r>
              <a:rPr lang="en-US" sz="1600" baseline="0" dirty="0">
                <a:solidFill>
                  <a:schemeClr val="bg1"/>
                </a:solidFill>
                <a:latin typeface="+mj-lt"/>
              </a:rPr>
              <a:t> sit </a:t>
            </a:r>
            <a:r>
              <a:rPr lang="en-US" sz="1600" baseline="0" dirty="0" err="1">
                <a:solidFill>
                  <a:schemeClr val="bg1"/>
                </a:solidFill>
                <a:latin typeface="+mj-lt"/>
              </a:rPr>
              <a:t>amet</a:t>
            </a:r>
            <a:r>
              <a:rPr lang="en-US" sz="1600" baseline="0" dirty="0">
                <a:solidFill>
                  <a:schemeClr val="bg1"/>
                </a:solidFill>
                <a:latin typeface="+mj-lt"/>
              </a:rPr>
              <a:t> </a:t>
            </a:r>
            <a:r>
              <a:rPr lang="en-US" sz="1600" baseline="0" dirty="0" err="1">
                <a:solidFill>
                  <a:schemeClr val="bg1"/>
                </a:solidFill>
                <a:latin typeface="+mj-lt"/>
              </a:rPr>
              <a:t>congue</a:t>
            </a:r>
            <a:r>
              <a:rPr lang="en-US" sz="1600" baseline="0" dirty="0">
                <a:solidFill>
                  <a:schemeClr val="bg1"/>
                </a:solidFill>
                <a:latin typeface="+mj-lt"/>
              </a:rPr>
              <a:t> </a:t>
            </a:r>
            <a:r>
              <a:rPr lang="en-US" sz="1600" baseline="0" dirty="0" err="1">
                <a:solidFill>
                  <a:schemeClr val="bg1"/>
                </a:solidFill>
                <a:latin typeface="+mj-lt"/>
              </a:rPr>
              <a:t>nunc</a:t>
            </a:r>
            <a:r>
              <a:rPr lang="en-US" sz="1600" baseline="0" dirty="0">
                <a:solidFill>
                  <a:schemeClr val="bg1"/>
                </a:solidFill>
                <a:latin typeface="+mj-lt"/>
              </a:rPr>
              <a:t>. </a:t>
            </a:r>
            <a:r>
              <a:rPr lang="en-US" sz="1600" baseline="0" dirty="0" err="1">
                <a:solidFill>
                  <a:schemeClr val="bg1"/>
                </a:solidFill>
                <a:latin typeface="+mj-lt"/>
              </a:rPr>
              <a:t>Duis</a:t>
            </a:r>
            <a:r>
              <a:rPr lang="en-US" sz="1600" baseline="0" dirty="0">
                <a:solidFill>
                  <a:schemeClr val="bg1"/>
                </a:solidFill>
                <a:latin typeface="+mj-lt"/>
              </a:rPr>
              <a:t> </a:t>
            </a:r>
            <a:r>
              <a:rPr lang="en-US" sz="1600" baseline="0" dirty="0" err="1">
                <a:solidFill>
                  <a:schemeClr val="bg1"/>
                </a:solidFill>
                <a:latin typeface="+mj-lt"/>
              </a:rPr>
              <a:t>pellentesque</a:t>
            </a:r>
            <a:r>
              <a:rPr lang="en-US" sz="1600" baseline="0" dirty="0">
                <a:solidFill>
                  <a:schemeClr val="bg1"/>
                </a:solidFill>
                <a:latin typeface="+mj-lt"/>
              </a:rPr>
              <a:t> </a:t>
            </a:r>
            <a:r>
              <a:rPr lang="en-US" sz="1600" baseline="0" dirty="0" err="1">
                <a:solidFill>
                  <a:schemeClr val="bg1"/>
                </a:solidFill>
                <a:latin typeface="+mj-lt"/>
              </a:rPr>
              <a:t>posuere</a:t>
            </a:r>
            <a:r>
              <a:rPr lang="en-US" sz="1600" baseline="0" dirty="0">
                <a:solidFill>
                  <a:schemeClr val="bg1"/>
                </a:solidFill>
                <a:latin typeface="+mj-lt"/>
              </a:rPr>
              <a:t> </a:t>
            </a:r>
            <a:r>
              <a:rPr lang="en-US" sz="1600" baseline="0" dirty="0" err="1">
                <a:solidFill>
                  <a:schemeClr val="bg1"/>
                </a:solidFill>
                <a:latin typeface="+mj-lt"/>
              </a:rPr>
              <a:t>rutrum</a:t>
            </a:r>
            <a:r>
              <a:rPr lang="en-US" sz="1600" baseline="0" dirty="0">
                <a:solidFill>
                  <a:schemeClr val="bg1"/>
                </a:solidFill>
                <a:latin typeface="+mj-lt"/>
              </a:rPr>
              <a:t>. </a:t>
            </a:r>
            <a:r>
              <a:rPr lang="en-US" sz="1600" baseline="0" dirty="0" err="1">
                <a:solidFill>
                  <a:schemeClr val="bg1"/>
                </a:solidFill>
                <a:latin typeface="+mj-lt"/>
              </a:rPr>
              <a:t>Pellentesque</a:t>
            </a:r>
            <a:r>
              <a:rPr lang="en-US" sz="1600" baseline="0" dirty="0">
                <a:solidFill>
                  <a:schemeClr val="bg1"/>
                </a:solidFill>
                <a:latin typeface="+mj-lt"/>
              </a:rPr>
              <a:t> ac </a:t>
            </a:r>
            <a:r>
              <a:rPr lang="en-US" sz="1600" baseline="0" dirty="0" err="1">
                <a:solidFill>
                  <a:schemeClr val="bg1"/>
                </a:solidFill>
                <a:latin typeface="+mj-lt"/>
              </a:rPr>
              <a:t>diam</a:t>
            </a:r>
            <a:r>
              <a:rPr lang="en-US" sz="1600" baseline="0" dirty="0">
                <a:solidFill>
                  <a:schemeClr val="bg1"/>
                </a:solidFill>
                <a:latin typeface="+mj-lt"/>
              </a:rPr>
              <a:t> </a:t>
            </a:r>
            <a:r>
              <a:rPr lang="en-US" sz="1600" baseline="0" dirty="0" err="1">
                <a:solidFill>
                  <a:schemeClr val="bg1"/>
                </a:solidFill>
                <a:latin typeface="+mj-lt"/>
              </a:rPr>
              <a:t>quis</a:t>
            </a:r>
            <a:r>
              <a:rPr lang="en-US" sz="1600" baseline="0" dirty="0">
                <a:solidFill>
                  <a:schemeClr val="bg1"/>
                </a:solidFill>
                <a:latin typeface="+mj-lt"/>
              </a:rPr>
              <a:t> </a:t>
            </a:r>
            <a:r>
              <a:rPr lang="en-US" sz="1600" baseline="0" dirty="0" err="1">
                <a:solidFill>
                  <a:schemeClr val="bg1"/>
                </a:solidFill>
                <a:latin typeface="+mj-lt"/>
              </a:rPr>
              <a:t>justo</a:t>
            </a:r>
            <a:r>
              <a:rPr lang="en-US" sz="1600" baseline="0" dirty="0">
                <a:solidFill>
                  <a:schemeClr val="bg1"/>
                </a:solidFill>
                <a:latin typeface="+mj-lt"/>
              </a:rPr>
              <a:t> </a:t>
            </a:r>
            <a:r>
              <a:rPr lang="en-US" sz="1600" baseline="0" dirty="0" err="1">
                <a:solidFill>
                  <a:schemeClr val="bg1"/>
                </a:solidFill>
                <a:latin typeface="+mj-lt"/>
              </a:rPr>
              <a:t>placerat</a:t>
            </a:r>
            <a:r>
              <a:rPr lang="en-US" sz="1600" baseline="0" dirty="0">
                <a:solidFill>
                  <a:schemeClr val="bg1"/>
                </a:solidFill>
                <a:latin typeface="+mj-lt"/>
              </a:rPr>
              <a:t> porta. </a:t>
            </a:r>
            <a:r>
              <a:rPr lang="en-US" sz="1600" baseline="0" dirty="0" err="1">
                <a:solidFill>
                  <a:schemeClr val="bg1"/>
                </a:solidFill>
                <a:latin typeface="+mj-lt"/>
              </a:rPr>
              <a:t>Phasellus</a:t>
            </a:r>
            <a:r>
              <a:rPr lang="en-US" sz="1600" baseline="0" dirty="0">
                <a:solidFill>
                  <a:schemeClr val="bg1"/>
                </a:solidFill>
                <a:latin typeface="+mj-lt"/>
              </a:rPr>
              <a:t> </a:t>
            </a:r>
            <a:r>
              <a:rPr lang="en-US" sz="1600" baseline="0" dirty="0" err="1">
                <a:solidFill>
                  <a:schemeClr val="bg1"/>
                </a:solidFill>
                <a:latin typeface="+mj-lt"/>
              </a:rPr>
              <a:t>bibendum</a:t>
            </a:r>
            <a:r>
              <a:rPr lang="en-US" sz="1600" baseline="0" dirty="0">
                <a:solidFill>
                  <a:schemeClr val="bg1"/>
                </a:solidFill>
                <a:latin typeface="+mj-lt"/>
              </a:rPr>
              <a:t> </a:t>
            </a:r>
            <a:r>
              <a:rPr lang="en-US" sz="1600" baseline="0" dirty="0" err="1">
                <a:solidFill>
                  <a:schemeClr val="bg1"/>
                </a:solidFill>
                <a:latin typeface="+mj-lt"/>
              </a:rPr>
              <a:t>vehicula</a:t>
            </a:r>
            <a:r>
              <a:rPr lang="en-US" sz="1600" baseline="0" dirty="0">
                <a:solidFill>
                  <a:schemeClr val="bg1"/>
                </a:solidFill>
                <a:latin typeface="+mj-lt"/>
              </a:rPr>
              <a:t> </a:t>
            </a:r>
            <a:r>
              <a:rPr lang="en-US" sz="1600" baseline="0" dirty="0" err="1">
                <a:solidFill>
                  <a:schemeClr val="bg1"/>
                </a:solidFill>
                <a:latin typeface="+mj-lt"/>
              </a:rPr>
              <a:t>sem</a:t>
            </a:r>
            <a:r>
              <a:rPr lang="en-US" sz="1600" baseline="0" dirty="0">
                <a:solidFill>
                  <a:schemeClr val="bg1"/>
                </a:solidFill>
                <a:latin typeface="+mj-lt"/>
              </a:rPr>
              <a:t> id </a:t>
            </a:r>
            <a:r>
              <a:rPr lang="en-US" sz="1600" baseline="0" dirty="0" err="1">
                <a:solidFill>
                  <a:schemeClr val="bg1"/>
                </a:solidFill>
                <a:latin typeface="+mj-lt"/>
              </a:rPr>
              <a:t>ornare</a:t>
            </a:r>
            <a:r>
              <a:rPr lang="en-US" sz="1600" baseline="0" dirty="0">
                <a:solidFill>
                  <a:schemeClr val="bg1"/>
                </a:solidFill>
                <a:latin typeface="+mj-lt"/>
              </a:rPr>
              <a:t>. Nam </a:t>
            </a:r>
            <a:r>
              <a:rPr lang="en-US" sz="1600" baseline="0" dirty="0" err="1">
                <a:solidFill>
                  <a:schemeClr val="bg1"/>
                </a:solidFill>
                <a:latin typeface="+mj-lt"/>
              </a:rPr>
              <a:t>commodo</a:t>
            </a:r>
            <a:r>
              <a:rPr lang="en-US" sz="1600" baseline="0" dirty="0">
                <a:solidFill>
                  <a:schemeClr val="bg1"/>
                </a:solidFill>
                <a:latin typeface="+mj-lt"/>
              </a:rPr>
              <a:t> ac </a:t>
            </a:r>
            <a:r>
              <a:rPr lang="en-US" sz="1600" baseline="0" dirty="0" err="1">
                <a:solidFill>
                  <a:schemeClr val="bg1"/>
                </a:solidFill>
                <a:latin typeface="+mj-lt"/>
              </a:rPr>
              <a:t>purus</a:t>
            </a:r>
            <a:r>
              <a:rPr lang="en-US" sz="1600" baseline="0" dirty="0">
                <a:solidFill>
                  <a:schemeClr val="bg1"/>
                </a:solidFill>
                <a:latin typeface="+mj-lt"/>
              </a:rPr>
              <a:t> </a:t>
            </a:r>
            <a:r>
              <a:rPr lang="en-US" sz="1600" baseline="0" dirty="0" err="1">
                <a:solidFill>
                  <a:schemeClr val="bg1"/>
                </a:solidFill>
                <a:latin typeface="+mj-lt"/>
              </a:rPr>
              <a:t>condimentum</a:t>
            </a:r>
            <a:r>
              <a:rPr lang="en-US" sz="1600" baseline="0" dirty="0">
                <a:solidFill>
                  <a:schemeClr val="bg1"/>
                </a:solidFill>
                <a:latin typeface="+mj-lt"/>
              </a:rPr>
              <a:t> porta. </a:t>
            </a:r>
            <a:r>
              <a:rPr lang="en-US" sz="1600" baseline="0" dirty="0" err="1">
                <a:solidFill>
                  <a:schemeClr val="bg1"/>
                </a:solidFill>
                <a:latin typeface="+mj-lt"/>
              </a:rPr>
              <a:t>Proin</a:t>
            </a:r>
            <a:r>
              <a:rPr lang="en-US" sz="1600" baseline="0" dirty="0">
                <a:solidFill>
                  <a:schemeClr val="bg1"/>
                </a:solidFill>
                <a:latin typeface="+mj-lt"/>
              </a:rPr>
              <a:t> </a:t>
            </a:r>
            <a:r>
              <a:rPr lang="en-US" sz="1600" baseline="0" dirty="0" err="1">
                <a:solidFill>
                  <a:schemeClr val="bg1"/>
                </a:solidFill>
                <a:latin typeface="+mj-lt"/>
              </a:rPr>
              <a:t>condimentum</a:t>
            </a:r>
            <a:r>
              <a:rPr lang="en-US" sz="1600" baseline="0" dirty="0">
                <a:solidFill>
                  <a:schemeClr val="bg1"/>
                </a:solidFill>
                <a:latin typeface="+mj-lt"/>
              </a:rPr>
              <a:t> </a:t>
            </a:r>
            <a:r>
              <a:rPr lang="en-US" sz="1600" baseline="0" dirty="0" err="1">
                <a:solidFill>
                  <a:schemeClr val="bg1"/>
                </a:solidFill>
                <a:latin typeface="+mj-lt"/>
              </a:rPr>
              <a:t>lectus</a:t>
            </a:r>
            <a:r>
              <a:rPr lang="en-US" sz="1600" baseline="0" dirty="0">
                <a:solidFill>
                  <a:schemeClr val="bg1"/>
                </a:solidFill>
                <a:latin typeface="+mj-lt"/>
              </a:rPr>
              <a:t> </a:t>
            </a:r>
            <a:r>
              <a:rPr lang="en-US" sz="1600" baseline="0" dirty="0" err="1">
                <a:solidFill>
                  <a:schemeClr val="bg1"/>
                </a:solidFill>
                <a:latin typeface="+mj-lt"/>
              </a:rPr>
              <a:t>leo</a:t>
            </a:r>
            <a:r>
              <a:rPr lang="en-US" sz="1600" baseline="0" dirty="0">
                <a:solidFill>
                  <a:schemeClr val="bg1"/>
                </a:solidFill>
                <a:latin typeface="+mj-lt"/>
              </a:rPr>
              <a:t>, in </a:t>
            </a:r>
            <a:r>
              <a:rPr lang="en-US" sz="1600" baseline="0" dirty="0" err="1">
                <a:solidFill>
                  <a:schemeClr val="bg1"/>
                </a:solidFill>
                <a:latin typeface="+mj-lt"/>
              </a:rPr>
              <a:t>lacinia</a:t>
            </a:r>
            <a:r>
              <a:rPr lang="en-US" sz="1600" baseline="0" dirty="0">
                <a:solidFill>
                  <a:schemeClr val="bg1"/>
                </a:solidFill>
                <a:latin typeface="+mj-lt"/>
              </a:rPr>
              <a:t> </a:t>
            </a:r>
            <a:r>
              <a:rPr lang="en-US" sz="1600" baseline="0" dirty="0" err="1">
                <a:solidFill>
                  <a:schemeClr val="bg1"/>
                </a:solidFill>
                <a:latin typeface="+mj-lt"/>
              </a:rPr>
              <a:t>diam</a:t>
            </a:r>
            <a:r>
              <a:rPr lang="en-US" sz="1600" baseline="0" dirty="0">
                <a:solidFill>
                  <a:schemeClr val="bg1"/>
                </a:solidFill>
                <a:latin typeface="+mj-lt"/>
              </a:rPr>
              <a:t> </a:t>
            </a:r>
            <a:r>
              <a:rPr lang="en-US" sz="1600" baseline="0" dirty="0" err="1">
                <a:solidFill>
                  <a:schemeClr val="bg1"/>
                </a:solidFill>
                <a:latin typeface="+mj-lt"/>
              </a:rPr>
              <a:t>placerat</a:t>
            </a:r>
            <a:r>
              <a:rPr lang="en-US" sz="1600" baseline="0" dirty="0">
                <a:solidFill>
                  <a:schemeClr val="bg1"/>
                </a:solidFill>
                <a:latin typeface="+mj-lt"/>
              </a:rPr>
              <a:t> convallis. </a:t>
            </a:r>
            <a:endParaRPr lang="en-US" sz="1600" b="1" spc="200" baseline="0" dirty="0">
              <a:solidFill>
                <a:schemeClr val="bg1"/>
              </a:solidFill>
              <a:latin typeface="+mj-lt"/>
              <a:ea typeface="Calibri" charset="0"/>
              <a:cs typeface="Calibri" charset="0"/>
            </a:endParaRPr>
          </a:p>
        </p:txBody>
      </p:sp>
      <p:pic>
        <p:nvPicPr>
          <p:cNvPr id="3" name="Picture 2"/>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a:off x="2" y="-122439"/>
            <a:ext cx="1548202" cy="1187447"/>
          </a:xfrm>
          <a:prstGeom prst="rect">
            <a:avLst/>
          </a:prstGeom>
        </p:spPr>
      </p:pic>
      <p:pic>
        <p:nvPicPr>
          <p:cNvPr id="4" name="Picture 3"/>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rot="10800000">
            <a:off x="7595799" y="3681860"/>
            <a:ext cx="1548202" cy="1187447"/>
          </a:xfrm>
          <a:prstGeom prst="rect">
            <a:avLst/>
          </a:prstGeom>
        </p:spPr>
      </p:pic>
      <p:sp>
        <p:nvSpPr>
          <p:cNvPr id="7"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1007779842"/>
      </p:ext>
    </p:extLst>
  </p:cSld>
  <p:clrMapOvr>
    <a:masterClrMapping/>
  </p:clrMapOvr>
  <p:extLst>
    <p:ext uri="{DCECCB84-F9BA-43D5-87BE-67443E8EF086}">
      <p15:sldGuideLst xmlns:p15="http://schemas.microsoft.com/office/powerpoint/2012/main">
        <p15:guide id="1" orient="horz" pos="152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cxnSp>
        <p:nvCxnSpPr>
          <p:cNvPr id="4" name="Straight Connector 3"/>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29661673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120263228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3"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20" tIns="34290" rIns="68580" bIns="34290" anchor="ctr" anchorCtr="0">
            <a:normAutofit/>
          </a:bodyPr>
          <a:lstStyle>
            <a:lvl1pPr marL="0" indent="0">
              <a:buNone/>
              <a:defRPr sz="2000" cap="all"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108266597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36506164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46739346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Bullets and Image">
    <p:spTree>
      <p:nvGrpSpPr>
        <p:cNvPr id="1" name=""/>
        <p:cNvGrpSpPr/>
        <p:nvPr/>
      </p:nvGrpSpPr>
      <p:grpSpPr>
        <a:xfrm>
          <a:off x="0" y="0"/>
          <a:ext cx="0" cy="0"/>
          <a:chOff x="0" y="0"/>
          <a:chExt cx="0" cy="0"/>
        </a:xfrm>
      </p:grpSpPr>
      <p:sp>
        <p:nvSpPr>
          <p:cNvPr id="5" name="Picture Placeholder 4"/>
          <p:cNvSpPr>
            <a:spLocks noGrp="1"/>
          </p:cNvSpPr>
          <p:nvPr>
            <p:ph type="pic" sz="quarter" idx="11" hasCustomPrompt="1"/>
          </p:nvPr>
        </p:nvSpPr>
        <p:spPr>
          <a:xfrm>
            <a:off x="4568267" y="704273"/>
            <a:ext cx="4575735" cy="4156364"/>
          </a:xfrm>
          <a:prstGeom prst="rect">
            <a:avLst/>
          </a:prstGeom>
        </p:spPr>
        <p:txBody>
          <a:bodyPr vert="horz" anchor="ctr"/>
          <a:lstStyle>
            <a:lvl1pPr marL="0" indent="0" algn="ctr">
              <a:buNone/>
              <a:defRPr/>
            </a:lvl1pPr>
          </a:lstStyle>
          <a:p>
            <a:r>
              <a:rPr lang="en-US" dirty="0"/>
              <a:t> </a:t>
            </a:r>
          </a:p>
        </p:txBody>
      </p:sp>
      <p:sp>
        <p:nvSpPr>
          <p:cNvPr id="3" name="Text Placeholder 2"/>
          <p:cNvSpPr>
            <a:spLocks noGrp="1"/>
          </p:cNvSpPr>
          <p:nvPr>
            <p:ph idx="1" hasCustomPrompt="1"/>
          </p:nvPr>
        </p:nvSpPr>
        <p:spPr>
          <a:xfrm>
            <a:off x="360364" y="1079898"/>
            <a:ext cx="3810584" cy="3383280"/>
          </a:xfrm>
          <a:prstGeom prst="rect">
            <a:avLst/>
          </a:prstGeom>
        </p:spPr>
        <p:txBody>
          <a:bodyPr vert="horz" lIns="68580" tIns="34290" rIns="68580" bIns="34290" rtlCol="0">
            <a:normAutofit/>
          </a:bodyPr>
          <a:lstStyle>
            <a:lvl1pPr marL="97724" marR="0" indent="-97724" algn="l" defTabSz="257168" rtl="0" eaLnBrk="1" fontAlgn="auto" latinLnBrk="0" hangingPunct="1">
              <a:lnSpc>
                <a:spcPct val="120000"/>
              </a:lnSpc>
              <a:spcBef>
                <a:spcPts val="0"/>
              </a:spcBef>
              <a:spcAft>
                <a:spcPts val="563"/>
              </a:spcAft>
              <a:buClr>
                <a:schemeClr val="accent2"/>
              </a:buClr>
              <a:buSzTx/>
              <a:buFont typeface="Arial"/>
              <a:buChar char="•"/>
              <a:tabLst/>
              <a:defRPr sz="900" baseline="0"/>
            </a:lvl1pPr>
            <a:lvl2pPr>
              <a:defRPr sz="900"/>
            </a:lvl2pPr>
            <a:lvl3pPr>
              <a:defRPr sz="900"/>
            </a:lvl3pPr>
            <a:lvl4pPr>
              <a:defRPr sz="900"/>
            </a:lvl4pPr>
            <a:lvl5pPr>
              <a:defRPr sz="900"/>
            </a:lvl5pPr>
          </a:lstStyle>
          <a:p>
            <a:pPr lvl="0"/>
            <a:r>
              <a:rPr lang="en-US" dirty="0"/>
              <a:t>Click to add bulleted list</a:t>
            </a:r>
          </a:p>
          <a:p>
            <a:pPr lvl="0"/>
            <a:r>
              <a:rPr lang="en-US" dirty="0"/>
              <a:t>Click to add bulleted list</a:t>
            </a:r>
          </a:p>
          <a:p>
            <a:pPr lvl="0"/>
            <a:r>
              <a:rPr lang="en-US" dirty="0"/>
              <a:t>Click to add bulleted list</a:t>
            </a:r>
          </a:p>
        </p:txBody>
      </p:sp>
      <p:sp>
        <p:nvSpPr>
          <p:cNvPr id="4"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20" tIns="34290" rIns="68580" bIns="34290" anchor="ctr" anchorCtr="0">
            <a:normAutofit/>
          </a:bodyPr>
          <a:lstStyle>
            <a:lvl1pPr marL="0" indent="0">
              <a:buNone/>
              <a:defRPr sz="150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360335536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251199196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5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13" tIns="34290" rIns="68578" bIns="34290" anchor="ctr" anchorCtr="0">
            <a:normAutofit/>
          </a:bodyPr>
          <a:lstStyle>
            <a:lvl1pPr marL="0" indent="0">
              <a:buNone/>
              <a:defRPr sz="2025"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233098737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6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309707967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Title &amp; Conten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0" y="0"/>
            <a:ext cx="9144000" cy="685800"/>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
        <p:nvSpPr>
          <p:cNvPr id="8" name="Text Placeholder 2"/>
          <p:cNvSpPr>
            <a:spLocks noGrp="1"/>
          </p:cNvSpPr>
          <p:nvPr>
            <p:ph idx="1" hasCustomPrompt="1"/>
          </p:nvPr>
        </p:nvSpPr>
        <p:spPr>
          <a:xfrm>
            <a:off x="356616" y="1076705"/>
            <a:ext cx="8430768" cy="3429000"/>
          </a:xfrm>
          <a:prstGeom prst="rect">
            <a:avLst/>
          </a:prstGeom>
        </p:spPr>
        <p:txBody>
          <a:bodyPr vert="horz" lIns="91440" tIns="45720" rIns="91440" bIns="45720" rtlCol="0">
            <a:normAutofit/>
          </a:bodyPr>
          <a:lstStyle>
            <a:lvl1pPr marL="0" indent="0">
              <a:lnSpc>
                <a:spcPct val="120000"/>
              </a:lnSpc>
              <a:spcBef>
                <a:spcPts val="0"/>
              </a:spcBef>
              <a:buNone/>
              <a:defRPr sz="1200"/>
            </a:lvl1pPr>
            <a:lvl2pPr>
              <a:defRPr sz="1200"/>
            </a:lvl2pPr>
            <a:lvl3pPr>
              <a:defRPr sz="1050"/>
            </a:lvl3pPr>
          </a:lstStyle>
          <a:p>
            <a:pPr lvl="0"/>
            <a:r>
              <a:rPr lang="en-US" dirty="0">
                <a:solidFill>
                  <a:srgbClr val="444444"/>
                </a:solidFill>
              </a:rPr>
              <a:t>Click to add text - Lorem </a:t>
            </a:r>
            <a:r>
              <a:rPr lang="en-US" dirty="0" err="1">
                <a:solidFill>
                  <a:srgbClr val="444444"/>
                </a:solidFill>
              </a:rPr>
              <a:t>ipsum</a:t>
            </a:r>
            <a:r>
              <a:rPr lang="en-US" dirty="0">
                <a:solidFill>
                  <a:srgbClr val="444444"/>
                </a:solidFill>
              </a:rPr>
              <a:t> dolor sit </a:t>
            </a:r>
            <a:r>
              <a:rPr lang="en-US" dirty="0" err="1">
                <a:solidFill>
                  <a:srgbClr val="444444"/>
                </a:solidFill>
              </a:rPr>
              <a:t>amet</a:t>
            </a:r>
            <a:r>
              <a:rPr lang="en-US" dirty="0">
                <a:solidFill>
                  <a:srgbClr val="444444"/>
                </a:solidFill>
              </a:rPr>
              <a:t>, </a:t>
            </a:r>
            <a:r>
              <a:rPr lang="en-US" dirty="0" err="1">
                <a:solidFill>
                  <a:srgbClr val="444444"/>
                </a:solidFill>
              </a:rPr>
              <a:t>consectetur</a:t>
            </a:r>
            <a:r>
              <a:rPr lang="en-US" dirty="0">
                <a:solidFill>
                  <a:srgbClr val="444444"/>
                </a:solidFill>
              </a:rPr>
              <a:t> adipiscing </a:t>
            </a:r>
            <a:r>
              <a:rPr lang="en-US" dirty="0" err="1">
                <a:solidFill>
                  <a:srgbClr val="444444"/>
                </a:solidFill>
              </a:rPr>
              <a:t>elit</a:t>
            </a:r>
            <a:r>
              <a:rPr lang="en-US" dirty="0">
                <a:solidFill>
                  <a:srgbClr val="444444"/>
                </a:solidFill>
              </a:rPr>
              <a:t>. </a:t>
            </a:r>
            <a:r>
              <a:rPr lang="en-US" dirty="0" err="1">
                <a:solidFill>
                  <a:srgbClr val="444444"/>
                </a:solidFill>
              </a:rPr>
              <a:t>Ut</a:t>
            </a:r>
            <a:r>
              <a:rPr lang="en-US" dirty="0">
                <a:solidFill>
                  <a:srgbClr val="444444"/>
                </a:solidFill>
              </a:rPr>
              <a:t> vitae </a:t>
            </a:r>
            <a:r>
              <a:rPr lang="en-US" dirty="0" err="1">
                <a:solidFill>
                  <a:srgbClr val="444444"/>
                </a:solidFill>
              </a:rPr>
              <a:t>laoreet</a:t>
            </a:r>
            <a:r>
              <a:rPr lang="en-US" dirty="0">
                <a:solidFill>
                  <a:srgbClr val="444444"/>
                </a:solidFill>
              </a:rPr>
              <a:t> </a:t>
            </a:r>
            <a:r>
              <a:rPr lang="en-US" dirty="0" err="1">
                <a:solidFill>
                  <a:srgbClr val="444444"/>
                </a:solidFill>
              </a:rPr>
              <a:t>mauris</a:t>
            </a:r>
            <a:r>
              <a:rPr lang="en-US" dirty="0">
                <a:solidFill>
                  <a:srgbClr val="444444"/>
                </a:solidFill>
              </a:rPr>
              <a:t>. </a:t>
            </a:r>
            <a:r>
              <a:rPr lang="en-US" dirty="0" err="1">
                <a:solidFill>
                  <a:srgbClr val="444444"/>
                </a:solidFill>
              </a:rPr>
              <a:t>Sed</a:t>
            </a:r>
            <a:r>
              <a:rPr lang="en-US" dirty="0">
                <a:solidFill>
                  <a:srgbClr val="444444"/>
                </a:solidFill>
              </a:rPr>
              <a:t> </a:t>
            </a:r>
            <a:r>
              <a:rPr lang="en-US" dirty="0" err="1">
                <a:solidFill>
                  <a:srgbClr val="444444"/>
                </a:solidFill>
              </a:rPr>
              <a:t>eleifend</a:t>
            </a:r>
            <a:r>
              <a:rPr lang="en-US" dirty="0">
                <a:solidFill>
                  <a:srgbClr val="444444"/>
                </a:solidFill>
              </a:rPr>
              <a:t> </a:t>
            </a:r>
            <a:r>
              <a:rPr lang="en-US" dirty="0" err="1">
                <a:solidFill>
                  <a:srgbClr val="444444"/>
                </a:solidFill>
              </a:rPr>
              <a:t>lorem</a:t>
            </a:r>
            <a:r>
              <a:rPr lang="en-US" dirty="0">
                <a:solidFill>
                  <a:srgbClr val="444444"/>
                </a:solidFill>
              </a:rPr>
              <a:t> a </a:t>
            </a:r>
            <a:r>
              <a:rPr lang="en-US" dirty="0" err="1">
                <a:solidFill>
                  <a:srgbClr val="444444"/>
                </a:solidFill>
              </a:rPr>
              <a:t>purus</a:t>
            </a:r>
            <a:r>
              <a:rPr lang="en-US" dirty="0">
                <a:solidFill>
                  <a:srgbClr val="444444"/>
                </a:solidFill>
              </a:rPr>
              <a:t> </a:t>
            </a:r>
            <a:r>
              <a:rPr lang="en-US" dirty="0" err="1">
                <a:solidFill>
                  <a:srgbClr val="444444"/>
                </a:solidFill>
              </a:rPr>
              <a:t>tincidunt</a:t>
            </a:r>
            <a:r>
              <a:rPr lang="en-US" dirty="0">
                <a:solidFill>
                  <a:srgbClr val="444444"/>
                </a:solidFill>
              </a:rPr>
              <a:t>, a </a:t>
            </a:r>
            <a:r>
              <a:rPr lang="en-US" dirty="0" err="1">
                <a:solidFill>
                  <a:srgbClr val="444444"/>
                </a:solidFill>
              </a:rPr>
              <a:t>malesuada</a:t>
            </a:r>
            <a:r>
              <a:rPr lang="en-US" dirty="0">
                <a:solidFill>
                  <a:srgbClr val="444444"/>
                </a:solidFill>
              </a:rPr>
              <a:t> </a:t>
            </a:r>
            <a:r>
              <a:rPr lang="en-US" dirty="0" err="1">
                <a:solidFill>
                  <a:srgbClr val="444444"/>
                </a:solidFill>
              </a:rPr>
              <a:t>mauris</a:t>
            </a:r>
            <a:r>
              <a:rPr lang="en-US" dirty="0">
                <a:solidFill>
                  <a:srgbClr val="444444"/>
                </a:solidFill>
              </a:rPr>
              <a:t> </a:t>
            </a:r>
            <a:r>
              <a:rPr lang="en-US" dirty="0" err="1">
                <a:solidFill>
                  <a:srgbClr val="444444"/>
                </a:solidFill>
              </a:rPr>
              <a:t>bibendum</a:t>
            </a:r>
            <a:r>
              <a:rPr lang="en-US" dirty="0">
                <a:solidFill>
                  <a:srgbClr val="444444"/>
                </a:solidFill>
              </a:rPr>
              <a:t>. </a:t>
            </a:r>
            <a:r>
              <a:rPr lang="en-US" dirty="0" err="1">
                <a:solidFill>
                  <a:srgbClr val="444444"/>
                </a:solidFill>
              </a:rPr>
              <a:t>Praesent</a:t>
            </a:r>
            <a:r>
              <a:rPr lang="en-US" dirty="0">
                <a:solidFill>
                  <a:srgbClr val="444444"/>
                </a:solidFill>
              </a:rPr>
              <a:t> </a:t>
            </a:r>
            <a:r>
              <a:rPr lang="en-US" dirty="0" err="1">
                <a:solidFill>
                  <a:srgbClr val="444444"/>
                </a:solidFill>
              </a:rPr>
              <a:t>bibendum</a:t>
            </a:r>
            <a:r>
              <a:rPr lang="en-US" dirty="0">
                <a:solidFill>
                  <a:srgbClr val="444444"/>
                </a:solidFill>
              </a:rPr>
              <a:t> </a:t>
            </a:r>
            <a:r>
              <a:rPr lang="en-US" dirty="0" err="1">
                <a:solidFill>
                  <a:srgbClr val="444444"/>
                </a:solidFill>
              </a:rPr>
              <a:t>justo</a:t>
            </a:r>
            <a:r>
              <a:rPr lang="en-US" dirty="0">
                <a:solidFill>
                  <a:srgbClr val="444444"/>
                </a:solidFill>
              </a:rPr>
              <a:t> </a:t>
            </a:r>
            <a:r>
              <a:rPr lang="en-US" dirty="0" err="1">
                <a:solidFill>
                  <a:srgbClr val="444444"/>
                </a:solidFill>
              </a:rPr>
              <a:t>nec</a:t>
            </a:r>
            <a:r>
              <a:rPr lang="en-US" dirty="0">
                <a:solidFill>
                  <a:srgbClr val="444444"/>
                </a:solidFill>
              </a:rPr>
              <a:t> </a:t>
            </a:r>
            <a:r>
              <a:rPr lang="en-US" dirty="0" err="1">
                <a:solidFill>
                  <a:srgbClr val="444444"/>
                </a:solidFill>
              </a:rPr>
              <a:t>metus</a:t>
            </a:r>
            <a:r>
              <a:rPr lang="en-US" dirty="0">
                <a:solidFill>
                  <a:srgbClr val="444444"/>
                </a:solidFill>
              </a:rPr>
              <a:t> </a:t>
            </a:r>
            <a:r>
              <a:rPr lang="en-US" dirty="0" err="1">
                <a:solidFill>
                  <a:srgbClr val="444444"/>
                </a:solidFill>
              </a:rPr>
              <a:t>auctor</a:t>
            </a:r>
            <a:r>
              <a:rPr lang="en-US" dirty="0">
                <a:solidFill>
                  <a:srgbClr val="444444"/>
                </a:solidFill>
              </a:rPr>
              <a:t> </a:t>
            </a:r>
            <a:r>
              <a:rPr lang="en-US" dirty="0" err="1">
                <a:solidFill>
                  <a:srgbClr val="444444"/>
                </a:solidFill>
              </a:rPr>
              <a:t>volutpat</a:t>
            </a:r>
            <a:r>
              <a:rPr lang="en-US" dirty="0">
                <a:solidFill>
                  <a:srgbClr val="444444"/>
                </a:solidFill>
              </a:rPr>
              <a:t>. </a:t>
            </a:r>
            <a:r>
              <a:rPr lang="en-US" dirty="0" err="1">
                <a:solidFill>
                  <a:srgbClr val="444444"/>
                </a:solidFill>
              </a:rPr>
              <a:t>Morbi</a:t>
            </a:r>
            <a:r>
              <a:rPr lang="en-US" dirty="0">
                <a:solidFill>
                  <a:srgbClr val="444444"/>
                </a:solidFill>
              </a:rPr>
              <a:t> </a:t>
            </a:r>
            <a:r>
              <a:rPr lang="en-US" dirty="0" err="1">
                <a:solidFill>
                  <a:srgbClr val="444444"/>
                </a:solidFill>
              </a:rPr>
              <a:t>malesuada</a:t>
            </a:r>
            <a:r>
              <a:rPr lang="en-US" dirty="0">
                <a:solidFill>
                  <a:srgbClr val="444444"/>
                </a:solidFill>
              </a:rPr>
              <a:t> </a:t>
            </a:r>
            <a:r>
              <a:rPr lang="en-US" dirty="0" err="1">
                <a:solidFill>
                  <a:srgbClr val="444444"/>
                </a:solidFill>
              </a:rPr>
              <a:t>mattis</a:t>
            </a:r>
            <a:r>
              <a:rPr lang="en-US" dirty="0">
                <a:solidFill>
                  <a:srgbClr val="444444"/>
                </a:solidFill>
              </a:rPr>
              <a:t> </a:t>
            </a:r>
            <a:r>
              <a:rPr lang="en-US" dirty="0" err="1">
                <a:solidFill>
                  <a:srgbClr val="444444"/>
                </a:solidFill>
              </a:rPr>
              <a:t>eros</a:t>
            </a:r>
            <a:r>
              <a:rPr lang="en-US" dirty="0">
                <a:solidFill>
                  <a:srgbClr val="444444"/>
                </a:solidFill>
              </a:rPr>
              <a:t>, </a:t>
            </a:r>
            <a:r>
              <a:rPr lang="en-US" dirty="0" err="1">
                <a:solidFill>
                  <a:srgbClr val="444444"/>
                </a:solidFill>
              </a:rPr>
              <a:t>adipiscing</a:t>
            </a:r>
            <a:r>
              <a:rPr lang="en-US" dirty="0">
                <a:solidFill>
                  <a:srgbClr val="444444"/>
                </a:solidFill>
              </a:rPr>
              <a:t> </a:t>
            </a:r>
            <a:r>
              <a:rPr lang="en-US" dirty="0" err="1">
                <a:solidFill>
                  <a:srgbClr val="444444"/>
                </a:solidFill>
              </a:rPr>
              <a:t>tempor</a:t>
            </a:r>
            <a:r>
              <a:rPr lang="en-US" dirty="0">
                <a:solidFill>
                  <a:srgbClr val="444444"/>
                </a:solidFill>
              </a:rPr>
              <a:t> </a:t>
            </a:r>
            <a:r>
              <a:rPr lang="en-US" dirty="0" err="1">
                <a:solidFill>
                  <a:srgbClr val="444444"/>
                </a:solidFill>
              </a:rPr>
              <a:t>lorem</a:t>
            </a:r>
            <a:r>
              <a:rPr lang="en-US" dirty="0">
                <a:solidFill>
                  <a:srgbClr val="444444"/>
                </a:solidFill>
              </a:rPr>
              <a:t> </a:t>
            </a:r>
            <a:r>
              <a:rPr lang="en-US" dirty="0" err="1">
                <a:solidFill>
                  <a:srgbClr val="444444"/>
                </a:solidFill>
              </a:rPr>
              <a:t>varius</a:t>
            </a:r>
            <a:r>
              <a:rPr lang="en-US" dirty="0">
                <a:solidFill>
                  <a:srgbClr val="444444"/>
                </a:solidFill>
              </a:rPr>
              <a:t> </a:t>
            </a:r>
            <a:r>
              <a:rPr lang="en-US" dirty="0" err="1">
                <a:solidFill>
                  <a:srgbClr val="444444"/>
                </a:solidFill>
              </a:rPr>
              <a:t>eget</a:t>
            </a:r>
            <a:r>
              <a:rPr lang="en-US" dirty="0">
                <a:solidFill>
                  <a:srgbClr val="444444"/>
                </a:solidFill>
              </a:rPr>
              <a:t>…</a:t>
            </a:r>
            <a:endParaRPr lang="en-US" dirty="0"/>
          </a:p>
        </p:txBody>
      </p:sp>
      <p:sp>
        <p:nvSpPr>
          <p:cNvPr id="4" name="Text Placeholder 6"/>
          <p:cNvSpPr>
            <a:spLocks noGrp="1"/>
          </p:cNvSpPr>
          <p:nvPr>
            <p:ph type="body" sz="quarter" idx="11"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29189607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1_Title &amp; Conten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13" tIns="34290" rIns="68578" bIns="34290" anchor="ctr" anchorCtr="0">
            <a:normAutofit/>
          </a:bodyPr>
          <a:lstStyle>
            <a:lvl1pPr marL="0" indent="0">
              <a:buNone/>
              <a:defRPr sz="2025" baseline="0">
                <a:latin typeface="Arial Black"/>
                <a:cs typeface="Arial Black"/>
              </a:defRPr>
            </a:lvl1pPr>
          </a:lstStyle>
          <a:p>
            <a:pPr lvl="0"/>
            <a:r>
              <a:rPr lang="en-US" dirty="0"/>
              <a:t>CLICK TO ADD TITLE</a:t>
            </a:r>
          </a:p>
        </p:txBody>
      </p:sp>
      <p:sp>
        <p:nvSpPr>
          <p:cNvPr id="8" name="Text Placeholder 2"/>
          <p:cNvSpPr>
            <a:spLocks noGrp="1"/>
          </p:cNvSpPr>
          <p:nvPr>
            <p:ph idx="1" hasCustomPrompt="1"/>
          </p:nvPr>
        </p:nvSpPr>
        <p:spPr>
          <a:xfrm>
            <a:off x="352473" y="1078992"/>
            <a:ext cx="8339328" cy="3383280"/>
          </a:xfrm>
          <a:prstGeom prst="rect">
            <a:avLst/>
          </a:prstGeom>
        </p:spPr>
        <p:txBody>
          <a:bodyPr vert="horz" lIns="68578" tIns="34290" rIns="68578" bIns="34290" rtlCol="0">
            <a:normAutofit/>
          </a:bodyPr>
          <a:lstStyle>
            <a:lvl1pPr marL="0" indent="0">
              <a:lnSpc>
                <a:spcPct val="120000"/>
              </a:lnSpc>
              <a:spcBef>
                <a:spcPts val="0"/>
              </a:spcBef>
              <a:buNone/>
              <a:defRPr sz="1425"/>
            </a:lvl1pPr>
            <a:lvl2pPr>
              <a:defRPr sz="1200"/>
            </a:lvl2pPr>
            <a:lvl3pPr>
              <a:defRPr sz="1125"/>
            </a:lvl3pPr>
          </a:lstStyle>
          <a:p>
            <a:pPr lvl="0"/>
            <a:r>
              <a:rPr lang="en-US" dirty="0">
                <a:solidFill>
                  <a:srgbClr val="444444"/>
                </a:solidFill>
              </a:rPr>
              <a:t>Click to add text - Lorem </a:t>
            </a:r>
            <a:r>
              <a:rPr lang="en-US" dirty="0" err="1">
                <a:solidFill>
                  <a:srgbClr val="444444"/>
                </a:solidFill>
              </a:rPr>
              <a:t>ipsum</a:t>
            </a:r>
            <a:r>
              <a:rPr lang="en-US" dirty="0">
                <a:solidFill>
                  <a:srgbClr val="444444"/>
                </a:solidFill>
              </a:rPr>
              <a:t> dolor sit </a:t>
            </a:r>
            <a:r>
              <a:rPr lang="en-US" dirty="0" err="1">
                <a:solidFill>
                  <a:srgbClr val="444444"/>
                </a:solidFill>
              </a:rPr>
              <a:t>amet</a:t>
            </a:r>
            <a:r>
              <a:rPr lang="en-US" dirty="0">
                <a:solidFill>
                  <a:srgbClr val="444444"/>
                </a:solidFill>
              </a:rPr>
              <a:t>, </a:t>
            </a:r>
            <a:r>
              <a:rPr lang="en-US" dirty="0" err="1">
                <a:solidFill>
                  <a:srgbClr val="444444"/>
                </a:solidFill>
              </a:rPr>
              <a:t>consectetur</a:t>
            </a:r>
            <a:r>
              <a:rPr lang="en-US" dirty="0">
                <a:solidFill>
                  <a:srgbClr val="444444"/>
                </a:solidFill>
              </a:rPr>
              <a:t> adipiscing </a:t>
            </a:r>
            <a:r>
              <a:rPr lang="en-US" dirty="0" err="1">
                <a:solidFill>
                  <a:srgbClr val="444444"/>
                </a:solidFill>
              </a:rPr>
              <a:t>elit</a:t>
            </a:r>
            <a:r>
              <a:rPr lang="en-US" dirty="0">
                <a:solidFill>
                  <a:srgbClr val="444444"/>
                </a:solidFill>
              </a:rPr>
              <a:t>. </a:t>
            </a:r>
            <a:r>
              <a:rPr lang="en-US" dirty="0" err="1">
                <a:solidFill>
                  <a:srgbClr val="444444"/>
                </a:solidFill>
              </a:rPr>
              <a:t>Ut</a:t>
            </a:r>
            <a:r>
              <a:rPr lang="en-US" dirty="0">
                <a:solidFill>
                  <a:srgbClr val="444444"/>
                </a:solidFill>
              </a:rPr>
              <a:t> vitae </a:t>
            </a:r>
            <a:r>
              <a:rPr lang="en-US" dirty="0" err="1">
                <a:solidFill>
                  <a:srgbClr val="444444"/>
                </a:solidFill>
              </a:rPr>
              <a:t>laoreet</a:t>
            </a:r>
            <a:r>
              <a:rPr lang="en-US" dirty="0">
                <a:solidFill>
                  <a:srgbClr val="444444"/>
                </a:solidFill>
              </a:rPr>
              <a:t> </a:t>
            </a:r>
            <a:r>
              <a:rPr lang="en-US" dirty="0" err="1">
                <a:solidFill>
                  <a:srgbClr val="444444"/>
                </a:solidFill>
              </a:rPr>
              <a:t>mauris</a:t>
            </a:r>
            <a:r>
              <a:rPr lang="en-US" dirty="0">
                <a:solidFill>
                  <a:srgbClr val="444444"/>
                </a:solidFill>
              </a:rPr>
              <a:t>. </a:t>
            </a:r>
            <a:r>
              <a:rPr lang="en-US" dirty="0" err="1">
                <a:solidFill>
                  <a:srgbClr val="444444"/>
                </a:solidFill>
              </a:rPr>
              <a:t>Sed</a:t>
            </a:r>
            <a:r>
              <a:rPr lang="en-US" dirty="0">
                <a:solidFill>
                  <a:srgbClr val="444444"/>
                </a:solidFill>
              </a:rPr>
              <a:t> </a:t>
            </a:r>
            <a:r>
              <a:rPr lang="en-US" dirty="0" err="1">
                <a:solidFill>
                  <a:srgbClr val="444444"/>
                </a:solidFill>
              </a:rPr>
              <a:t>eleifend</a:t>
            </a:r>
            <a:r>
              <a:rPr lang="en-US" dirty="0">
                <a:solidFill>
                  <a:srgbClr val="444444"/>
                </a:solidFill>
              </a:rPr>
              <a:t> </a:t>
            </a:r>
            <a:r>
              <a:rPr lang="en-US" dirty="0" err="1">
                <a:solidFill>
                  <a:srgbClr val="444444"/>
                </a:solidFill>
              </a:rPr>
              <a:t>lorem</a:t>
            </a:r>
            <a:r>
              <a:rPr lang="en-US" dirty="0">
                <a:solidFill>
                  <a:srgbClr val="444444"/>
                </a:solidFill>
              </a:rPr>
              <a:t> a </a:t>
            </a:r>
            <a:r>
              <a:rPr lang="en-US" dirty="0" err="1">
                <a:solidFill>
                  <a:srgbClr val="444444"/>
                </a:solidFill>
              </a:rPr>
              <a:t>purus</a:t>
            </a:r>
            <a:r>
              <a:rPr lang="en-US" dirty="0">
                <a:solidFill>
                  <a:srgbClr val="444444"/>
                </a:solidFill>
              </a:rPr>
              <a:t> </a:t>
            </a:r>
            <a:r>
              <a:rPr lang="en-US" dirty="0" err="1">
                <a:solidFill>
                  <a:srgbClr val="444444"/>
                </a:solidFill>
              </a:rPr>
              <a:t>tincidunt</a:t>
            </a:r>
            <a:r>
              <a:rPr lang="en-US" dirty="0">
                <a:solidFill>
                  <a:srgbClr val="444444"/>
                </a:solidFill>
              </a:rPr>
              <a:t>, a </a:t>
            </a:r>
            <a:r>
              <a:rPr lang="en-US" dirty="0" err="1">
                <a:solidFill>
                  <a:srgbClr val="444444"/>
                </a:solidFill>
              </a:rPr>
              <a:t>malesuada</a:t>
            </a:r>
            <a:r>
              <a:rPr lang="en-US" dirty="0">
                <a:solidFill>
                  <a:srgbClr val="444444"/>
                </a:solidFill>
              </a:rPr>
              <a:t> </a:t>
            </a:r>
            <a:r>
              <a:rPr lang="en-US" dirty="0" err="1">
                <a:solidFill>
                  <a:srgbClr val="444444"/>
                </a:solidFill>
              </a:rPr>
              <a:t>mauris</a:t>
            </a:r>
            <a:r>
              <a:rPr lang="en-US" dirty="0">
                <a:solidFill>
                  <a:srgbClr val="444444"/>
                </a:solidFill>
              </a:rPr>
              <a:t> </a:t>
            </a:r>
            <a:r>
              <a:rPr lang="en-US" dirty="0" err="1">
                <a:solidFill>
                  <a:srgbClr val="444444"/>
                </a:solidFill>
              </a:rPr>
              <a:t>bibendum</a:t>
            </a:r>
            <a:r>
              <a:rPr lang="en-US" dirty="0">
                <a:solidFill>
                  <a:srgbClr val="444444"/>
                </a:solidFill>
              </a:rPr>
              <a:t>. </a:t>
            </a:r>
            <a:r>
              <a:rPr lang="en-US" dirty="0" err="1">
                <a:solidFill>
                  <a:srgbClr val="444444"/>
                </a:solidFill>
              </a:rPr>
              <a:t>Praesent</a:t>
            </a:r>
            <a:r>
              <a:rPr lang="en-US" dirty="0">
                <a:solidFill>
                  <a:srgbClr val="444444"/>
                </a:solidFill>
              </a:rPr>
              <a:t> </a:t>
            </a:r>
            <a:r>
              <a:rPr lang="en-US" dirty="0" err="1">
                <a:solidFill>
                  <a:srgbClr val="444444"/>
                </a:solidFill>
              </a:rPr>
              <a:t>bibendum</a:t>
            </a:r>
            <a:r>
              <a:rPr lang="en-US" dirty="0">
                <a:solidFill>
                  <a:srgbClr val="444444"/>
                </a:solidFill>
              </a:rPr>
              <a:t> </a:t>
            </a:r>
            <a:r>
              <a:rPr lang="en-US" dirty="0" err="1">
                <a:solidFill>
                  <a:srgbClr val="444444"/>
                </a:solidFill>
              </a:rPr>
              <a:t>justo</a:t>
            </a:r>
            <a:r>
              <a:rPr lang="en-US" dirty="0">
                <a:solidFill>
                  <a:srgbClr val="444444"/>
                </a:solidFill>
              </a:rPr>
              <a:t> </a:t>
            </a:r>
            <a:r>
              <a:rPr lang="en-US" dirty="0" err="1">
                <a:solidFill>
                  <a:srgbClr val="444444"/>
                </a:solidFill>
              </a:rPr>
              <a:t>nec</a:t>
            </a:r>
            <a:r>
              <a:rPr lang="en-US" dirty="0">
                <a:solidFill>
                  <a:srgbClr val="444444"/>
                </a:solidFill>
              </a:rPr>
              <a:t> </a:t>
            </a:r>
            <a:r>
              <a:rPr lang="en-US" dirty="0" err="1">
                <a:solidFill>
                  <a:srgbClr val="444444"/>
                </a:solidFill>
              </a:rPr>
              <a:t>metus</a:t>
            </a:r>
            <a:r>
              <a:rPr lang="en-US" dirty="0">
                <a:solidFill>
                  <a:srgbClr val="444444"/>
                </a:solidFill>
              </a:rPr>
              <a:t> </a:t>
            </a:r>
            <a:r>
              <a:rPr lang="en-US" dirty="0" err="1">
                <a:solidFill>
                  <a:srgbClr val="444444"/>
                </a:solidFill>
              </a:rPr>
              <a:t>auctor</a:t>
            </a:r>
            <a:r>
              <a:rPr lang="en-US" dirty="0">
                <a:solidFill>
                  <a:srgbClr val="444444"/>
                </a:solidFill>
              </a:rPr>
              <a:t> </a:t>
            </a:r>
            <a:r>
              <a:rPr lang="en-US" dirty="0" err="1">
                <a:solidFill>
                  <a:srgbClr val="444444"/>
                </a:solidFill>
              </a:rPr>
              <a:t>volutpat</a:t>
            </a:r>
            <a:r>
              <a:rPr lang="en-US" dirty="0">
                <a:solidFill>
                  <a:srgbClr val="444444"/>
                </a:solidFill>
              </a:rPr>
              <a:t>. </a:t>
            </a:r>
            <a:r>
              <a:rPr lang="en-US" dirty="0" err="1">
                <a:solidFill>
                  <a:srgbClr val="444444"/>
                </a:solidFill>
              </a:rPr>
              <a:t>Morbi</a:t>
            </a:r>
            <a:r>
              <a:rPr lang="en-US" dirty="0">
                <a:solidFill>
                  <a:srgbClr val="444444"/>
                </a:solidFill>
              </a:rPr>
              <a:t> </a:t>
            </a:r>
            <a:r>
              <a:rPr lang="en-US" dirty="0" err="1">
                <a:solidFill>
                  <a:srgbClr val="444444"/>
                </a:solidFill>
              </a:rPr>
              <a:t>malesuada</a:t>
            </a:r>
            <a:r>
              <a:rPr lang="en-US" dirty="0">
                <a:solidFill>
                  <a:srgbClr val="444444"/>
                </a:solidFill>
              </a:rPr>
              <a:t> </a:t>
            </a:r>
            <a:r>
              <a:rPr lang="en-US" dirty="0" err="1">
                <a:solidFill>
                  <a:srgbClr val="444444"/>
                </a:solidFill>
              </a:rPr>
              <a:t>mattis</a:t>
            </a:r>
            <a:r>
              <a:rPr lang="en-US" dirty="0">
                <a:solidFill>
                  <a:srgbClr val="444444"/>
                </a:solidFill>
              </a:rPr>
              <a:t> </a:t>
            </a:r>
            <a:r>
              <a:rPr lang="en-US" dirty="0" err="1">
                <a:solidFill>
                  <a:srgbClr val="444444"/>
                </a:solidFill>
              </a:rPr>
              <a:t>eros</a:t>
            </a:r>
            <a:r>
              <a:rPr lang="en-US" dirty="0">
                <a:solidFill>
                  <a:srgbClr val="444444"/>
                </a:solidFill>
              </a:rPr>
              <a:t>, </a:t>
            </a:r>
            <a:r>
              <a:rPr lang="en-US" dirty="0" err="1">
                <a:solidFill>
                  <a:srgbClr val="444444"/>
                </a:solidFill>
              </a:rPr>
              <a:t>adipiscing</a:t>
            </a:r>
            <a:r>
              <a:rPr lang="en-US" dirty="0">
                <a:solidFill>
                  <a:srgbClr val="444444"/>
                </a:solidFill>
              </a:rPr>
              <a:t> </a:t>
            </a:r>
            <a:r>
              <a:rPr lang="en-US" dirty="0" err="1">
                <a:solidFill>
                  <a:srgbClr val="444444"/>
                </a:solidFill>
              </a:rPr>
              <a:t>tempor</a:t>
            </a:r>
            <a:r>
              <a:rPr lang="en-US" dirty="0">
                <a:solidFill>
                  <a:srgbClr val="444444"/>
                </a:solidFill>
              </a:rPr>
              <a:t> </a:t>
            </a:r>
            <a:r>
              <a:rPr lang="en-US" dirty="0" err="1">
                <a:solidFill>
                  <a:srgbClr val="444444"/>
                </a:solidFill>
              </a:rPr>
              <a:t>lorem</a:t>
            </a:r>
            <a:r>
              <a:rPr lang="en-US" dirty="0">
                <a:solidFill>
                  <a:srgbClr val="444444"/>
                </a:solidFill>
              </a:rPr>
              <a:t> </a:t>
            </a:r>
            <a:r>
              <a:rPr lang="en-US" dirty="0" err="1">
                <a:solidFill>
                  <a:srgbClr val="444444"/>
                </a:solidFill>
              </a:rPr>
              <a:t>varius</a:t>
            </a:r>
            <a:r>
              <a:rPr lang="en-US" dirty="0">
                <a:solidFill>
                  <a:srgbClr val="444444"/>
                </a:solidFill>
              </a:rPr>
              <a:t> </a:t>
            </a:r>
            <a:r>
              <a:rPr lang="en-US" dirty="0" err="1">
                <a:solidFill>
                  <a:srgbClr val="444444"/>
                </a:solidFill>
              </a:rPr>
              <a:t>eget</a:t>
            </a:r>
            <a:r>
              <a:rPr lang="en-US" dirty="0">
                <a:solidFill>
                  <a:srgbClr val="444444"/>
                </a:solidFill>
              </a:rPr>
              <a:t>…</a:t>
            </a:r>
            <a:endParaRPr lang="en-US" dirty="0"/>
          </a:p>
        </p:txBody>
      </p:sp>
    </p:spTree>
    <p:extLst>
      <p:ext uri="{BB962C8B-B14F-4D97-AF65-F5344CB8AC3E}">
        <p14:creationId xmlns:p14="http://schemas.microsoft.com/office/powerpoint/2010/main" val="242640587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7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13" tIns="34290" rIns="68578" bIns="34290" anchor="ctr" anchorCtr="0">
            <a:normAutofit/>
          </a:bodyPr>
          <a:lstStyle>
            <a:lvl1pPr marL="0" indent="0">
              <a:buNone/>
              <a:defRPr sz="2025"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81622532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8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190529122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9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14562517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sp>
        <p:nvSpPr>
          <p:cNvPr id="3"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20" tIns="34290" rIns="68580" bIns="34290" anchor="ctr" anchorCtr="0">
            <a:normAutofit/>
          </a:bodyPr>
          <a:lstStyle>
            <a:lvl1pPr marL="0" indent="0">
              <a:buNone/>
              <a:defRPr sz="2000" cap="all"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38802991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cSld name="11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119072781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cSld name="12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7700119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13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319226146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4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275696118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5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13" tIns="34290" rIns="68578" bIns="34290" anchor="ctr" anchorCtr="0">
            <a:normAutofit/>
          </a:bodyPr>
          <a:lstStyle>
            <a:lvl1pPr marL="0" indent="0">
              <a:buNone/>
              <a:defRPr sz="2025"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235421776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16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154375896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17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13" tIns="34290" rIns="68578" bIns="34290" anchor="ctr" anchorCtr="0">
            <a:normAutofit/>
          </a:bodyPr>
          <a:lstStyle>
            <a:lvl1pPr marL="0" indent="0">
              <a:buNone/>
              <a:defRPr sz="2025"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209456464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18_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13" tIns="34290" rIns="68578" bIns="34290" anchor="ctr" anchorCtr="0">
            <a:normAutofit/>
          </a:bodyPr>
          <a:lstStyle>
            <a:lvl1pPr marL="0" indent="0">
              <a:buNone/>
              <a:defRPr sz="2025"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252010807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Bulleted List">
    <p:spTree>
      <p:nvGrpSpPr>
        <p:cNvPr id="1" name=""/>
        <p:cNvGrpSpPr/>
        <p:nvPr/>
      </p:nvGrpSpPr>
      <p:grpSpPr>
        <a:xfrm>
          <a:off x="0" y="0"/>
          <a:ext cx="0" cy="0"/>
          <a:chOff x="0" y="0"/>
          <a:chExt cx="0" cy="0"/>
        </a:xfrm>
      </p:grpSpPr>
      <p:sp>
        <p:nvSpPr>
          <p:cNvPr id="6" name="Text Placeholder 2"/>
          <p:cNvSpPr>
            <a:spLocks noGrp="1"/>
          </p:cNvSpPr>
          <p:nvPr>
            <p:ph idx="1" hasCustomPrompt="1"/>
          </p:nvPr>
        </p:nvSpPr>
        <p:spPr>
          <a:xfrm>
            <a:off x="360363" y="1079897"/>
            <a:ext cx="8430768" cy="3429000"/>
          </a:xfrm>
          <a:prstGeom prst="rect">
            <a:avLst/>
          </a:prstGeom>
        </p:spPr>
        <p:txBody>
          <a:bodyPr vert="horz" lIns="91440" tIns="45720" rIns="91440" bIns="45720" rtlCol="0">
            <a:normAutofit/>
          </a:bodyPr>
          <a:lstStyle>
            <a:lvl1pPr marL="130299" marR="0" indent="-130299" algn="l" defTabSz="342892" rtl="0" eaLnBrk="1" fontAlgn="auto" latinLnBrk="0" hangingPunct="1">
              <a:lnSpc>
                <a:spcPct val="120000"/>
              </a:lnSpc>
              <a:spcBef>
                <a:spcPts val="0"/>
              </a:spcBef>
              <a:spcAft>
                <a:spcPts val="750"/>
              </a:spcAft>
              <a:buClr>
                <a:schemeClr val="accent2"/>
              </a:buClr>
              <a:buSzTx/>
              <a:buFont typeface="Arial"/>
              <a:buChar char="•"/>
              <a:tabLst/>
              <a:defRPr sz="1200" baseline="0"/>
            </a:lvl1pPr>
            <a:lvl2pPr marL="418328" indent="-157730">
              <a:lnSpc>
                <a:spcPct val="120000"/>
              </a:lnSpc>
              <a:spcBef>
                <a:spcPts val="216"/>
              </a:spcBef>
              <a:buSzPct val="100000"/>
              <a:buFont typeface="Lucida Grande"/>
              <a:buChar char="–"/>
              <a:defRPr sz="1050" baseline="0"/>
            </a:lvl2pPr>
            <a:lvl3pPr marL="644636" indent="-130299">
              <a:lnSpc>
                <a:spcPct val="120000"/>
              </a:lnSpc>
              <a:spcBef>
                <a:spcPts val="198"/>
              </a:spcBef>
              <a:defRPr sz="1050" baseline="0"/>
            </a:lvl3pPr>
            <a:lvl4pPr>
              <a:defRPr sz="1200"/>
            </a:lvl4pPr>
            <a:lvl5pPr>
              <a:defRPr sz="1200"/>
            </a:lvl5pPr>
          </a:lstStyle>
          <a:p>
            <a:pPr lvl="0"/>
            <a:r>
              <a:rPr lang="en-US" dirty="0"/>
              <a:t>Click to add bulleted list</a:t>
            </a:r>
          </a:p>
          <a:p>
            <a:pPr lvl="1"/>
            <a:r>
              <a:rPr lang="en-US" dirty="0"/>
              <a:t>Second Level Bullet</a:t>
            </a:r>
          </a:p>
          <a:p>
            <a:pPr lvl="2"/>
            <a:r>
              <a:rPr lang="en-US" dirty="0"/>
              <a:t>Third Level Bullet</a:t>
            </a:r>
            <a:br>
              <a:rPr lang="en-US" dirty="0"/>
            </a:br>
            <a:endParaRPr lang="en-US" dirty="0"/>
          </a:p>
          <a:p>
            <a:pPr lvl="0"/>
            <a:r>
              <a:rPr lang="en-US" dirty="0"/>
              <a:t>Click to add bulleted list</a:t>
            </a:r>
          </a:p>
          <a:p>
            <a:pPr lvl="0"/>
            <a:r>
              <a:rPr lang="en-US" dirty="0"/>
              <a:t>Click to add bulleted list</a:t>
            </a:r>
          </a:p>
          <a:p>
            <a:pPr lvl="0"/>
            <a:r>
              <a:rPr lang="en-US" dirty="0"/>
              <a:t>Click to add bulleted list</a:t>
            </a:r>
          </a:p>
        </p:txBody>
      </p:sp>
      <p:sp>
        <p:nvSpPr>
          <p:cNvPr id="7"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195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30724198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8.xml"/><Relationship Id="rId18" Type="http://schemas.openxmlformats.org/officeDocument/2006/relationships/slideLayout" Target="../slideLayouts/slideLayout23.xml"/><Relationship Id="rId26" Type="http://schemas.openxmlformats.org/officeDocument/2006/relationships/slideLayout" Target="../slideLayouts/slideLayout31.xml"/><Relationship Id="rId3" Type="http://schemas.openxmlformats.org/officeDocument/2006/relationships/slideLayout" Target="../slideLayouts/slideLayout8.xml"/><Relationship Id="rId21" Type="http://schemas.openxmlformats.org/officeDocument/2006/relationships/slideLayout" Target="../slideLayouts/slideLayout26.xml"/><Relationship Id="rId34" Type="http://schemas.openxmlformats.org/officeDocument/2006/relationships/image" Target="../media/image5.emf"/><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5" Type="http://schemas.openxmlformats.org/officeDocument/2006/relationships/slideLayout" Target="../slideLayouts/slideLayout30.xml"/><Relationship Id="rId33" Type="http://schemas.openxmlformats.org/officeDocument/2006/relationships/theme" Target="../theme/theme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20" Type="http://schemas.openxmlformats.org/officeDocument/2006/relationships/slideLayout" Target="../slideLayouts/slideLayout25.xml"/><Relationship Id="rId29" Type="http://schemas.openxmlformats.org/officeDocument/2006/relationships/slideLayout" Target="../slideLayouts/slideLayout34.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24" Type="http://schemas.openxmlformats.org/officeDocument/2006/relationships/slideLayout" Target="../slideLayouts/slideLayout29.xml"/><Relationship Id="rId32" Type="http://schemas.openxmlformats.org/officeDocument/2006/relationships/slideLayout" Target="../slideLayouts/slideLayout37.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23" Type="http://schemas.openxmlformats.org/officeDocument/2006/relationships/slideLayout" Target="../slideLayouts/slideLayout28.xml"/><Relationship Id="rId28" Type="http://schemas.openxmlformats.org/officeDocument/2006/relationships/slideLayout" Target="../slideLayouts/slideLayout33.xml"/><Relationship Id="rId10" Type="http://schemas.openxmlformats.org/officeDocument/2006/relationships/slideLayout" Target="../slideLayouts/slideLayout15.xml"/><Relationship Id="rId19" Type="http://schemas.openxmlformats.org/officeDocument/2006/relationships/slideLayout" Target="../slideLayouts/slideLayout24.xml"/><Relationship Id="rId31" Type="http://schemas.openxmlformats.org/officeDocument/2006/relationships/slideLayout" Target="../slideLayouts/slideLayout36.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 Id="rId22" Type="http://schemas.openxmlformats.org/officeDocument/2006/relationships/slideLayout" Target="../slideLayouts/slideLayout27.xml"/><Relationship Id="rId27" Type="http://schemas.openxmlformats.org/officeDocument/2006/relationships/slideLayout" Target="../slideLayouts/slideLayout32.xml"/><Relationship Id="rId30" Type="http://schemas.openxmlformats.org/officeDocument/2006/relationships/slideLayout" Target="../slideLayouts/slideLayout35.xml"/><Relationship Id="rId8"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image" Target="../media/image5.emf"/><Relationship Id="rId5" Type="http://schemas.openxmlformats.org/officeDocument/2006/relationships/theme" Target="../theme/theme3.xml"/><Relationship Id="rId4" Type="http://schemas.openxmlformats.org/officeDocument/2006/relationships/slideLayout" Target="../slideLayouts/slideLayout4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image" Target="../media/image5.emf"/><Relationship Id="rId2" Type="http://schemas.openxmlformats.org/officeDocument/2006/relationships/slideLayout" Target="../slideLayouts/slideLayout43.xml"/><Relationship Id="rId16" Type="http://schemas.openxmlformats.org/officeDocument/2006/relationships/theme" Target="../theme/theme4.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69.xml"/><Relationship Id="rId18" Type="http://schemas.openxmlformats.org/officeDocument/2006/relationships/slideLayout" Target="../slideLayouts/slideLayout74.xml"/><Relationship Id="rId26" Type="http://schemas.openxmlformats.org/officeDocument/2006/relationships/slideLayout" Target="../slideLayouts/slideLayout82.xml"/><Relationship Id="rId39" Type="http://schemas.openxmlformats.org/officeDocument/2006/relationships/image" Target="../media/image5.emf"/><Relationship Id="rId21" Type="http://schemas.openxmlformats.org/officeDocument/2006/relationships/slideLayout" Target="../slideLayouts/slideLayout77.xml"/><Relationship Id="rId34" Type="http://schemas.openxmlformats.org/officeDocument/2006/relationships/slideLayout" Target="../slideLayouts/slideLayout90.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5" Type="http://schemas.openxmlformats.org/officeDocument/2006/relationships/slideLayout" Target="../slideLayouts/slideLayout81.xml"/><Relationship Id="rId33" Type="http://schemas.openxmlformats.org/officeDocument/2006/relationships/slideLayout" Target="../slideLayouts/slideLayout89.xml"/><Relationship Id="rId38" Type="http://schemas.openxmlformats.org/officeDocument/2006/relationships/theme" Target="../theme/theme5.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0" Type="http://schemas.openxmlformats.org/officeDocument/2006/relationships/slideLayout" Target="../slideLayouts/slideLayout76.xml"/><Relationship Id="rId29" Type="http://schemas.openxmlformats.org/officeDocument/2006/relationships/slideLayout" Target="../slideLayouts/slideLayout85.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24" Type="http://schemas.openxmlformats.org/officeDocument/2006/relationships/slideLayout" Target="../slideLayouts/slideLayout80.xml"/><Relationship Id="rId32" Type="http://schemas.openxmlformats.org/officeDocument/2006/relationships/slideLayout" Target="../slideLayouts/slideLayout88.xml"/><Relationship Id="rId37" Type="http://schemas.openxmlformats.org/officeDocument/2006/relationships/slideLayout" Target="../slideLayouts/slideLayout93.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23" Type="http://schemas.openxmlformats.org/officeDocument/2006/relationships/slideLayout" Target="../slideLayouts/slideLayout79.xml"/><Relationship Id="rId28" Type="http://schemas.openxmlformats.org/officeDocument/2006/relationships/slideLayout" Target="../slideLayouts/slideLayout84.xml"/><Relationship Id="rId36" Type="http://schemas.openxmlformats.org/officeDocument/2006/relationships/slideLayout" Target="../slideLayouts/slideLayout92.xml"/><Relationship Id="rId10" Type="http://schemas.openxmlformats.org/officeDocument/2006/relationships/slideLayout" Target="../slideLayouts/slideLayout66.xml"/><Relationship Id="rId19" Type="http://schemas.openxmlformats.org/officeDocument/2006/relationships/slideLayout" Target="../slideLayouts/slideLayout75.xml"/><Relationship Id="rId31" Type="http://schemas.openxmlformats.org/officeDocument/2006/relationships/slideLayout" Target="../slideLayouts/slideLayout87.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slideLayout" Target="../slideLayouts/slideLayout78.xml"/><Relationship Id="rId27" Type="http://schemas.openxmlformats.org/officeDocument/2006/relationships/slideLayout" Target="../slideLayouts/slideLayout83.xml"/><Relationship Id="rId30" Type="http://schemas.openxmlformats.org/officeDocument/2006/relationships/slideLayout" Target="../slideLayouts/slideLayout86.xml"/><Relationship Id="rId35" Type="http://schemas.openxmlformats.org/officeDocument/2006/relationships/slideLayout" Target="../slideLayouts/slideLayout91.xml"/><Relationship Id="rId8" Type="http://schemas.openxmlformats.org/officeDocument/2006/relationships/slideLayout" Target="../slideLayouts/slideLayout64.xml"/><Relationship Id="rId3"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31466" y="1412416"/>
            <a:ext cx="4315968" cy="1421928"/>
          </a:xfrm>
          <a:prstGeom prst="rect">
            <a:avLst/>
          </a:prstGeom>
        </p:spPr>
        <p:txBody>
          <a:bodyPr vert="horz" lIns="0" tIns="0" rIns="0" bIns="0" rtlCol="0" anchor="t" anchorCtr="0">
            <a:noAutofit/>
          </a:bodyPr>
          <a:lstStyle/>
          <a:p>
            <a:r>
              <a:rPr lang="en-US" dirty="0"/>
              <a:t>Click to add title here</a:t>
            </a:r>
          </a:p>
        </p:txBody>
      </p:sp>
      <p:sp>
        <p:nvSpPr>
          <p:cNvPr id="4" name="Date Placeholder 3"/>
          <p:cNvSpPr>
            <a:spLocks noGrp="1"/>
          </p:cNvSpPr>
          <p:nvPr userDrawn="1">
            <p:ph type="dt" sz="half" idx="2"/>
          </p:nvPr>
        </p:nvSpPr>
        <p:spPr>
          <a:xfrm>
            <a:off x="625596" y="3843769"/>
            <a:ext cx="1945326" cy="399456"/>
          </a:xfrm>
          <a:prstGeom prst="rect">
            <a:avLst/>
          </a:prstGeom>
          <a:ln>
            <a:solidFill>
              <a:schemeClr val="bg1"/>
            </a:solidFill>
          </a:ln>
        </p:spPr>
        <p:txBody>
          <a:bodyPr vert="horz" lIns="182880" tIns="91440" rIns="182880" bIns="0" rtlCol="0" anchor="ctr" anchorCtr="0"/>
          <a:lstStyle>
            <a:lvl1pPr algn="l">
              <a:defRPr sz="1200" b="1" cap="all" baseline="0">
                <a:solidFill>
                  <a:schemeClr val="bg1"/>
                </a:solidFill>
              </a:defRPr>
            </a:lvl1pPr>
          </a:lstStyle>
          <a:p>
            <a:endParaRPr lang="en-US" dirty="0"/>
          </a:p>
        </p:txBody>
      </p:sp>
    </p:spTree>
    <p:extLst>
      <p:ext uri="{BB962C8B-B14F-4D97-AF65-F5344CB8AC3E}">
        <p14:creationId xmlns:p14="http://schemas.microsoft.com/office/powerpoint/2010/main" val="1487230191"/>
      </p:ext>
    </p:extLst>
  </p:cSld>
  <p:clrMap bg1="lt1" tx1="dk1" bg2="lt2" tx2="dk2" accent1="accent1" accent2="accent2" accent3="accent3" accent4="accent4" accent5="accent5" accent6="accent6" hlink="hlink" folHlink="folHlink"/>
  <p:sldLayoutIdLst>
    <p:sldLayoutId id="2147483662" r:id="rId1"/>
    <p:sldLayoutId id="2147483670" r:id="rId2"/>
    <p:sldLayoutId id="2147483696" r:id="rId3"/>
    <p:sldLayoutId id="2147483775" r:id="rId4"/>
    <p:sldLayoutId id="2147483776" r:id="rId5"/>
  </p:sldLayoutIdLst>
  <p:hf hdr="0" ftr="0" dt="0"/>
  <p:txStyles>
    <p:titleStyle>
      <a:lvl1pPr algn="l" defTabSz="685800" rtl="0" eaLnBrk="1" latinLnBrk="0" hangingPunct="1">
        <a:lnSpc>
          <a:spcPct val="90000"/>
        </a:lnSpc>
        <a:spcBef>
          <a:spcPct val="0"/>
        </a:spcBef>
        <a:buNone/>
        <a:defRPr sz="4800" kern="1200" baseline="0">
          <a:solidFill>
            <a:schemeClr val="bg1"/>
          </a:solidFill>
          <a:latin typeface="+mj-lt"/>
          <a:ea typeface="+mj-ea"/>
          <a:cs typeface="+mj-cs"/>
        </a:defRPr>
      </a:lvl1pPr>
    </p:titleStyle>
    <p:bodyStyle>
      <a:lvl1pPr marL="0" indent="0" algn="l" defTabSz="685800" rtl="0" eaLnBrk="1" latinLnBrk="0" hangingPunct="1">
        <a:lnSpc>
          <a:spcPct val="90000"/>
        </a:lnSpc>
        <a:spcBef>
          <a:spcPts val="750"/>
        </a:spcBef>
        <a:buFont typeface="Arial" panose="020B0604020202020204" pitchFamily="34" charset="0"/>
        <a:buNone/>
        <a:defRPr sz="1600" b="1" kern="1200" baseline="0">
          <a:solidFill>
            <a:schemeClr val="bg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4826639"/>
            <a:ext cx="9144000" cy="316862"/>
          </a:xfrm>
          <a:prstGeom prst="rect">
            <a:avLst/>
          </a:prstGeom>
          <a:solidFill>
            <a:schemeClr val="accent1">
              <a:lumMod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360364" y="1079500"/>
            <a:ext cx="8426449" cy="3397250"/>
          </a:xfrm>
          <a:prstGeom prst="rect">
            <a:avLst/>
          </a:prstGeom>
        </p:spPr>
        <p:txBody>
          <a:bodyPr vert="horz" lIns="0" tIns="0" rIns="0" bIns="0" rtlCol="0">
            <a:noAutofit/>
          </a:body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lvl="1"/>
            <a:r>
              <a:rPr lang="en-US" dirty="0"/>
              <a:t>Second</a:t>
            </a:r>
          </a:p>
          <a:p>
            <a:pPr lvl="2"/>
            <a:r>
              <a:rPr lang="en-US" dirty="0"/>
              <a:t>third</a:t>
            </a:r>
          </a:p>
          <a:p>
            <a:pPr lvl="3"/>
            <a:r>
              <a:rPr lang="en-US" dirty="0"/>
              <a:t>fourth</a:t>
            </a:r>
          </a:p>
        </p:txBody>
      </p:sp>
      <p:pic>
        <p:nvPicPr>
          <p:cNvPr id="8" name="Picture 7"/>
          <p:cNvPicPr>
            <a:picLocks noChangeAspect="1"/>
          </p:cNvPicPr>
          <p:nvPr userDrawn="1"/>
        </p:nvPicPr>
        <p:blipFill>
          <a:blip r:embed="rId34" cstate="screen">
            <a:extLst>
              <a:ext uri="{28A0092B-C50C-407E-A947-70E740481C1C}">
                <a14:useLocalDpi xmlns:a14="http://schemas.microsoft.com/office/drawing/2010/main"/>
              </a:ext>
            </a:extLst>
          </a:blip>
          <a:stretch>
            <a:fillRect/>
          </a:stretch>
        </p:blipFill>
        <p:spPr>
          <a:xfrm>
            <a:off x="360364" y="4911973"/>
            <a:ext cx="470910" cy="166976"/>
          </a:xfrm>
          <a:prstGeom prst="rect">
            <a:avLst/>
          </a:prstGeom>
        </p:spPr>
      </p:pic>
      <p:sp>
        <p:nvSpPr>
          <p:cNvPr id="4" name="Title Placeholder 3"/>
          <p:cNvSpPr>
            <a:spLocks noGrp="1"/>
          </p:cNvSpPr>
          <p:nvPr>
            <p:ph type="title"/>
          </p:nvPr>
        </p:nvSpPr>
        <p:spPr>
          <a:xfrm>
            <a:off x="360364" y="228600"/>
            <a:ext cx="8426449" cy="301752"/>
          </a:xfrm>
          <a:prstGeom prst="rect">
            <a:avLst/>
          </a:prstGeom>
        </p:spPr>
        <p:txBody>
          <a:bodyPr vert="horz" wrap="none" lIns="0" tIns="45720" rIns="0" bIns="45720" rtlCol="0" anchor="ctr">
            <a:noAutofit/>
          </a:bodyPr>
          <a:lstStyle/>
          <a:p>
            <a:r>
              <a:rPr lang="en-US" dirty="0"/>
              <a:t>Please Add Slide Headline Here</a:t>
            </a:r>
          </a:p>
        </p:txBody>
      </p:sp>
      <p:sp>
        <p:nvSpPr>
          <p:cNvPr id="9"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1577352991"/>
      </p:ext>
    </p:extLst>
  </p:cSld>
  <p:clrMap bg1="lt1" tx1="dk1" bg2="lt2" tx2="dk2" accent1="accent1" accent2="accent2" accent3="accent3" accent4="accent4" accent5="accent5" accent6="accent6" hlink="hlink" folHlink="folHlink"/>
  <p:sldLayoutIdLst>
    <p:sldLayoutId id="2147483680" r:id="rId1"/>
    <p:sldLayoutId id="2147483683" r:id="rId2"/>
    <p:sldLayoutId id="2147483681" r:id="rId3"/>
    <p:sldLayoutId id="2147483682" r:id="rId4"/>
    <p:sldLayoutId id="2147483685" r:id="rId5"/>
    <p:sldLayoutId id="2147483686" r:id="rId6"/>
    <p:sldLayoutId id="2147483687" r:id="rId7"/>
    <p:sldLayoutId id="2147483692" r:id="rId8"/>
    <p:sldLayoutId id="2147483688" r:id="rId9"/>
    <p:sldLayoutId id="2147483689" r:id="rId10"/>
    <p:sldLayoutId id="2147483684" r:id="rId11"/>
    <p:sldLayoutId id="2147483695" r:id="rId12"/>
    <p:sldLayoutId id="2147483694" r:id="rId13"/>
    <p:sldLayoutId id="2147483690" r:id="rId14"/>
    <p:sldLayoutId id="2147483691" r:id="rId15"/>
    <p:sldLayoutId id="2147483699" r:id="rId16"/>
    <p:sldLayoutId id="2147483700" r:id="rId17"/>
    <p:sldLayoutId id="2147483701" r:id="rId18"/>
    <p:sldLayoutId id="2147483702" r:id="rId19"/>
    <p:sldLayoutId id="2147483703" r:id="rId20"/>
    <p:sldLayoutId id="2147483704" r:id="rId21"/>
    <p:sldLayoutId id="2147483707" r:id="rId22"/>
    <p:sldLayoutId id="2147483708" r:id="rId23"/>
    <p:sldLayoutId id="2147483709" r:id="rId24"/>
    <p:sldLayoutId id="2147483710" r:id="rId25"/>
    <p:sldLayoutId id="2147483711" r:id="rId26"/>
    <p:sldLayoutId id="2147483712" r:id="rId27"/>
    <p:sldLayoutId id="2147483713" r:id="rId28"/>
    <p:sldLayoutId id="2147483716" r:id="rId29"/>
    <p:sldLayoutId id="2147483717" r:id="rId30"/>
    <p:sldLayoutId id="2147483718" r:id="rId31"/>
    <p:sldLayoutId id="2147483720" r:id="rId32"/>
  </p:sldLayoutIdLst>
  <p:hf hdr="0" ftr="0" dt="0"/>
  <p:txStyles>
    <p:titleStyle>
      <a:lvl1pPr algn="l" defTabSz="914400" rtl="0" eaLnBrk="1" latinLnBrk="0" hangingPunct="1">
        <a:lnSpc>
          <a:spcPct val="100000"/>
        </a:lnSpc>
        <a:spcBef>
          <a:spcPct val="0"/>
        </a:spcBef>
        <a:buNone/>
        <a:defRPr sz="2000" kern="1200" cap="none" spc="100" baseline="0">
          <a:solidFill>
            <a:schemeClr val="tx1"/>
          </a:solidFill>
          <a:latin typeface="+mj-lt"/>
          <a:ea typeface="+mj-ea"/>
          <a:cs typeface="+mj-cs"/>
        </a:defRPr>
      </a:lvl1pPr>
    </p:titleStyle>
    <p:bodyStyle>
      <a:lvl1pPr marL="171450" indent="-171450" algn="l" defTabSz="914400" rtl="0" eaLnBrk="1" latinLnBrk="0" hangingPunct="1">
        <a:lnSpc>
          <a:spcPts val="1600"/>
        </a:lnSpc>
        <a:spcBef>
          <a:spcPts val="264"/>
        </a:spcBef>
        <a:spcAft>
          <a:spcPts val="300"/>
        </a:spcAft>
        <a:buFont typeface="Arial" panose="020B0604020202020204" pitchFamily="34" charset="0"/>
        <a:buChar char="•"/>
        <a:defRPr sz="1100" kern="1200">
          <a:solidFill>
            <a:schemeClr val="tx1"/>
          </a:solidFill>
          <a:latin typeface="+mn-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F26B43"/>
          </p15:clr>
        </p15:guide>
        <p15:guide id="2" orient="horz" pos="338" userDrawn="1">
          <p15:clr>
            <a:srgbClr val="F26B43"/>
          </p15:clr>
        </p15:guide>
        <p15:guide id="3" orient="horz" pos="680" userDrawn="1">
          <p15:clr>
            <a:srgbClr val="F26B43"/>
          </p15:clr>
        </p15:guide>
        <p15:guide id="4" orient="horz" pos="2820" userDrawn="1">
          <p15:clr>
            <a:srgbClr val="F26B43"/>
          </p15:clr>
        </p15:guide>
        <p15:guide id="5" pos="226" userDrawn="1">
          <p15:clr>
            <a:srgbClr val="F26B43"/>
          </p15:clr>
        </p15:guide>
        <p15:guide id="6" pos="5535" userDrawn="1">
          <p15:clr>
            <a:srgbClr val="F26B43"/>
          </p15:clr>
        </p15:guide>
        <p15:guide id="7" orient="horz" pos="896" userDrawn="1">
          <p15:clr>
            <a:srgbClr val="F26B43"/>
          </p15:clr>
        </p15:guide>
        <p15:guide id="8" pos="2736" userDrawn="1">
          <p15:clr>
            <a:srgbClr val="F26B43"/>
          </p15:clr>
        </p15:guide>
        <p15:guide id="9" pos="3024" userDrawn="1">
          <p15:clr>
            <a:srgbClr val="F26B43"/>
          </p15:clr>
        </p15:guide>
        <p15:guide id="10" orient="horz" pos="3036" userDrawn="1">
          <p15:clr>
            <a:srgbClr val="F26B43"/>
          </p15:clr>
        </p15:guide>
        <p15:guide id="11" orient="horz" pos="3084" userDrawn="1">
          <p15:clr>
            <a:srgbClr val="F26B43"/>
          </p15:clr>
        </p15:guide>
        <p15:guide id="12" orient="horz" pos="31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80954" y="1803228"/>
            <a:ext cx="5582093" cy="1220182"/>
          </a:xfrm>
          <a:prstGeom prst="rect">
            <a:avLst/>
          </a:prstGeom>
        </p:spPr>
        <p:txBody>
          <a:bodyPr vert="horz" wrap="square" lIns="91440" tIns="45720" rIns="91440" bIns="45720" rtlCol="0" anchor="ctr">
            <a:noAutofit/>
          </a:bodyPr>
          <a:lstStyle/>
          <a:p>
            <a:pPr algn="ctr"/>
            <a:endParaRPr lang="en-US" sz="4400" b="1" spc="200" dirty="0">
              <a:solidFill>
                <a:schemeClr val="bg1"/>
              </a:solidFill>
              <a:latin typeface="Calibri" charset="0"/>
              <a:ea typeface="Calibri" charset="0"/>
              <a:cs typeface="Calibri" charset="0"/>
            </a:endParaRPr>
          </a:p>
        </p:txBody>
      </p:sp>
      <p:sp>
        <p:nvSpPr>
          <p:cNvPr id="7" name="Rectangle 6"/>
          <p:cNvSpPr/>
          <p:nvPr userDrawn="1"/>
        </p:nvSpPr>
        <p:spPr>
          <a:xfrm>
            <a:off x="0" y="4826639"/>
            <a:ext cx="9144000" cy="316862"/>
          </a:xfrm>
          <a:prstGeom prst="rect">
            <a:avLst/>
          </a:prstGeom>
          <a:solidFill>
            <a:schemeClr val="accent1">
              <a:lumMod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360364" y="4911973"/>
            <a:ext cx="470910" cy="166976"/>
          </a:xfrm>
          <a:prstGeom prst="rect">
            <a:avLst/>
          </a:prstGeom>
        </p:spPr>
      </p:pic>
    </p:spTree>
    <p:extLst>
      <p:ext uri="{BB962C8B-B14F-4D97-AF65-F5344CB8AC3E}">
        <p14:creationId xmlns:p14="http://schemas.microsoft.com/office/powerpoint/2010/main" val="548617574"/>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Lst>
  <p:hf hdr="0" ftr="0" dt="0"/>
  <p:txStyles>
    <p:titleStyle>
      <a:lvl1pPr algn="l" defTabSz="914400" rtl="0" eaLnBrk="1" latinLnBrk="0" hangingPunct="1">
        <a:lnSpc>
          <a:spcPct val="90000"/>
        </a:lnSpc>
        <a:spcBef>
          <a:spcPct val="0"/>
        </a:spcBef>
        <a:buNone/>
        <a:defRPr sz="4000" kern="1200" cap="all" baseline="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4826640"/>
            <a:ext cx="9144000" cy="31686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 name="Text Placeholder 2"/>
          <p:cNvSpPr>
            <a:spLocks noGrp="1"/>
          </p:cNvSpPr>
          <p:nvPr>
            <p:ph type="body" idx="1"/>
          </p:nvPr>
        </p:nvSpPr>
        <p:spPr>
          <a:xfrm>
            <a:off x="360365" y="1079500"/>
            <a:ext cx="8426449" cy="3397250"/>
          </a:xfrm>
          <a:prstGeom prst="rect">
            <a:avLst/>
          </a:prstGeom>
        </p:spPr>
        <p:txBody>
          <a:bodyPr vert="horz" lIns="0" tIns="0" rIns="0" bIns="0" rtlCol="0">
            <a:noAutofit/>
          </a:body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lvl="1"/>
            <a:r>
              <a:rPr lang="en-US" dirty="0"/>
              <a:t>Second</a:t>
            </a:r>
          </a:p>
          <a:p>
            <a:pPr lvl="2"/>
            <a:r>
              <a:rPr lang="en-US" dirty="0"/>
              <a:t>third</a:t>
            </a:r>
          </a:p>
          <a:p>
            <a:pPr lvl="3"/>
            <a:r>
              <a:rPr lang="en-US" dirty="0"/>
              <a:t>fourth</a:t>
            </a:r>
          </a:p>
        </p:txBody>
      </p:sp>
      <p:pic>
        <p:nvPicPr>
          <p:cNvPr id="8" name="Picture 7"/>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360364" y="4911973"/>
            <a:ext cx="470910" cy="166976"/>
          </a:xfrm>
          <a:prstGeom prst="rect">
            <a:avLst/>
          </a:prstGeom>
        </p:spPr>
      </p:pic>
      <p:sp>
        <p:nvSpPr>
          <p:cNvPr id="4" name="Title Placeholder 3"/>
          <p:cNvSpPr>
            <a:spLocks noGrp="1"/>
          </p:cNvSpPr>
          <p:nvPr>
            <p:ph type="title"/>
          </p:nvPr>
        </p:nvSpPr>
        <p:spPr>
          <a:xfrm>
            <a:off x="360365" y="228600"/>
            <a:ext cx="8426449" cy="301752"/>
          </a:xfrm>
          <a:prstGeom prst="rect">
            <a:avLst/>
          </a:prstGeom>
        </p:spPr>
        <p:txBody>
          <a:bodyPr vert="horz" wrap="none" lIns="0" tIns="45720" rIns="0" bIns="45720" rtlCol="0" anchor="ctr">
            <a:noAutofit/>
          </a:bodyPr>
          <a:lstStyle/>
          <a:p>
            <a:r>
              <a:rPr lang="en-US" dirty="0"/>
              <a:t>Please Add Slide Headline Here</a:t>
            </a:r>
          </a:p>
        </p:txBody>
      </p:sp>
      <p:sp>
        <p:nvSpPr>
          <p:cNvPr id="9"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4143755958"/>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Lst>
  <p:hf hdr="0" ftr="0" dt="0"/>
  <p:txStyles>
    <p:titleStyle>
      <a:lvl1pPr algn="l" defTabSz="914378" rtl="0" eaLnBrk="1" latinLnBrk="0" hangingPunct="1">
        <a:lnSpc>
          <a:spcPct val="100000"/>
        </a:lnSpc>
        <a:spcBef>
          <a:spcPct val="0"/>
        </a:spcBef>
        <a:buNone/>
        <a:defRPr sz="2000" kern="1200" cap="none" spc="100" baseline="0">
          <a:solidFill>
            <a:schemeClr val="tx1"/>
          </a:solidFill>
          <a:latin typeface="+mj-lt"/>
          <a:ea typeface="+mj-ea"/>
          <a:cs typeface="+mj-cs"/>
        </a:defRPr>
      </a:lvl1pPr>
    </p:titleStyle>
    <p:bodyStyle>
      <a:lvl1pPr marL="171446" indent="-171446" algn="l" defTabSz="914378" rtl="0" eaLnBrk="1" latinLnBrk="0" hangingPunct="1">
        <a:lnSpc>
          <a:spcPts val="1600"/>
        </a:lnSpc>
        <a:spcBef>
          <a:spcPts val="264"/>
        </a:spcBef>
        <a:spcAft>
          <a:spcPts val="300"/>
        </a:spcAft>
        <a:buFont typeface="Arial" panose="020B0604020202020204" pitchFamily="34" charset="0"/>
        <a:buChar char="•"/>
        <a:defRPr sz="1100" kern="1200">
          <a:solidFill>
            <a:schemeClr val="tx1"/>
          </a:solidFill>
          <a:latin typeface="+mn-lt"/>
          <a:ea typeface="+mn-ea"/>
          <a:cs typeface="+mn-cs"/>
        </a:defRPr>
      </a:lvl1pPr>
      <a:lvl2pPr marL="628634" indent="-171446" algn="l" defTabSz="914378"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23" indent="-171446" algn="l" defTabSz="914378"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09" indent="-285743" algn="l" defTabSz="914378"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754" indent="0" algn="l" defTabSz="914378"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orient="horz" pos="338">
          <p15:clr>
            <a:srgbClr val="F26B43"/>
          </p15:clr>
        </p15:guide>
        <p15:guide id="3" orient="horz" pos="680">
          <p15:clr>
            <a:srgbClr val="F26B43"/>
          </p15:clr>
        </p15:guide>
        <p15:guide id="4" orient="horz" pos="2820">
          <p15:clr>
            <a:srgbClr val="F26B43"/>
          </p15:clr>
        </p15:guide>
        <p15:guide id="5" pos="226">
          <p15:clr>
            <a:srgbClr val="F26B43"/>
          </p15:clr>
        </p15:guide>
        <p15:guide id="6" pos="5535">
          <p15:clr>
            <a:srgbClr val="F26B43"/>
          </p15:clr>
        </p15:guide>
        <p15:guide id="7" orient="horz" pos="896">
          <p15:clr>
            <a:srgbClr val="F26B43"/>
          </p15:clr>
        </p15:guide>
        <p15:guide id="8" pos="2736">
          <p15:clr>
            <a:srgbClr val="F26B43"/>
          </p15:clr>
        </p15:guide>
        <p15:guide id="9" pos="3024">
          <p15:clr>
            <a:srgbClr val="F26B43"/>
          </p15:clr>
        </p15:guide>
        <p15:guide id="10" orient="horz" pos="3036">
          <p15:clr>
            <a:srgbClr val="F26B43"/>
          </p15:clr>
        </p15:guide>
        <p15:guide id="11" orient="horz" pos="3084">
          <p15:clr>
            <a:srgbClr val="F26B43"/>
          </p15:clr>
        </p15:guide>
        <p15:guide id="12" orient="horz" pos="318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4826640"/>
            <a:ext cx="9144000" cy="316862"/>
          </a:xfrm>
          <a:prstGeom prst="rect">
            <a:avLst/>
          </a:prstGeom>
          <a:solidFill>
            <a:schemeClr val="accent1">
              <a:lumMod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 name="Text Placeholder 2"/>
          <p:cNvSpPr>
            <a:spLocks noGrp="1"/>
          </p:cNvSpPr>
          <p:nvPr>
            <p:ph type="body" idx="1"/>
          </p:nvPr>
        </p:nvSpPr>
        <p:spPr>
          <a:xfrm>
            <a:off x="360365" y="1079500"/>
            <a:ext cx="8426449" cy="3397250"/>
          </a:xfrm>
          <a:prstGeom prst="rect">
            <a:avLst/>
          </a:prstGeom>
        </p:spPr>
        <p:txBody>
          <a:bodyPr vert="horz" lIns="0" tIns="0" rIns="0" bIns="0" rtlCol="0">
            <a:noAutofit/>
          </a:body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lvl="1"/>
            <a:r>
              <a:rPr lang="en-US" dirty="0"/>
              <a:t>Second</a:t>
            </a:r>
          </a:p>
          <a:p>
            <a:pPr lvl="2"/>
            <a:r>
              <a:rPr lang="en-US" dirty="0"/>
              <a:t>third</a:t>
            </a:r>
          </a:p>
          <a:p>
            <a:pPr lvl="3"/>
            <a:r>
              <a:rPr lang="en-US" dirty="0"/>
              <a:t>fourth</a:t>
            </a:r>
          </a:p>
        </p:txBody>
      </p:sp>
      <p:pic>
        <p:nvPicPr>
          <p:cNvPr id="8" name="Picture 7"/>
          <p:cNvPicPr>
            <a:picLocks noChangeAspect="1"/>
          </p:cNvPicPr>
          <p:nvPr userDrawn="1"/>
        </p:nvPicPr>
        <p:blipFill>
          <a:blip r:embed="rId39" cstate="screen">
            <a:extLst>
              <a:ext uri="{28A0092B-C50C-407E-A947-70E740481C1C}">
                <a14:useLocalDpi xmlns:a14="http://schemas.microsoft.com/office/drawing/2010/main"/>
              </a:ext>
            </a:extLst>
          </a:blip>
          <a:stretch>
            <a:fillRect/>
          </a:stretch>
        </p:blipFill>
        <p:spPr>
          <a:xfrm>
            <a:off x="360364" y="4911973"/>
            <a:ext cx="470910" cy="166976"/>
          </a:xfrm>
          <a:prstGeom prst="rect">
            <a:avLst/>
          </a:prstGeom>
        </p:spPr>
      </p:pic>
      <p:sp>
        <p:nvSpPr>
          <p:cNvPr id="4" name="Title Placeholder 3"/>
          <p:cNvSpPr>
            <a:spLocks noGrp="1"/>
          </p:cNvSpPr>
          <p:nvPr>
            <p:ph type="title"/>
          </p:nvPr>
        </p:nvSpPr>
        <p:spPr>
          <a:xfrm>
            <a:off x="360365" y="228600"/>
            <a:ext cx="8426449" cy="301752"/>
          </a:xfrm>
          <a:prstGeom prst="rect">
            <a:avLst/>
          </a:prstGeom>
        </p:spPr>
        <p:txBody>
          <a:bodyPr vert="horz" wrap="none" lIns="0" tIns="45720" rIns="0" bIns="45720" rtlCol="0" anchor="ctr">
            <a:noAutofit/>
          </a:bodyPr>
          <a:lstStyle/>
          <a:p>
            <a:r>
              <a:rPr lang="en-US" dirty="0"/>
              <a:t>Please Add Slide Headline Here</a:t>
            </a:r>
          </a:p>
        </p:txBody>
      </p:sp>
      <p:sp>
        <p:nvSpPr>
          <p:cNvPr id="9"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616924288"/>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 id="2147483755" r:id="rId18"/>
    <p:sldLayoutId id="2147483756" r:id="rId19"/>
    <p:sldLayoutId id="2147483757" r:id="rId20"/>
    <p:sldLayoutId id="2147483758" r:id="rId21"/>
    <p:sldLayoutId id="2147483759" r:id="rId22"/>
    <p:sldLayoutId id="2147483760" r:id="rId23"/>
    <p:sldLayoutId id="2147483761" r:id="rId24"/>
    <p:sldLayoutId id="2147483762" r:id="rId25"/>
    <p:sldLayoutId id="2147483763" r:id="rId26"/>
    <p:sldLayoutId id="2147483764" r:id="rId27"/>
    <p:sldLayoutId id="2147483765" r:id="rId28"/>
    <p:sldLayoutId id="2147483766" r:id="rId29"/>
    <p:sldLayoutId id="2147483767" r:id="rId30"/>
    <p:sldLayoutId id="2147483768" r:id="rId31"/>
    <p:sldLayoutId id="2147483769" r:id="rId32"/>
    <p:sldLayoutId id="2147483770" r:id="rId33"/>
    <p:sldLayoutId id="2147483771" r:id="rId34"/>
    <p:sldLayoutId id="2147483772" r:id="rId35"/>
    <p:sldLayoutId id="2147483773" r:id="rId36"/>
    <p:sldLayoutId id="2147483774" r:id="rId37"/>
  </p:sldLayoutIdLst>
  <p:hf hdr="0" ftr="0" dt="0"/>
  <p:txStyles>
    <p:titleStyle>
      <a:lvl1pPr algn="l" defTabSz="914378" rtl="0" eaLnBrk="1" latinLnBrk="0" hangingPunct="1">
        <a:lnSpc>
          <a:spcPct val="100000"/>
        </a:lnSpc>
        <a:spcBef>
          <a:spcPct val="0"/>
        </a:spcBef>
        <a:buNone/>
        <a:defRPr sz="2000" kern="1200" cap="none" spc="100" baseline="0">
          <a:solidFill>
            <a:schemeClr val="tx1"/>
          </a:solidFill>
          <a:latin typeface="+mj-lt"/>
          <a:ea typeface="+mj-ea"/>
          <a:cs typeface="+mj-cs"/>
        </a:defRPr>
      </a:lvl1pPr>
    </p:titleStyle>
    <p:bodyStyle>
      <a:lvl1pPr marL="171446" indent="-171446" algn="l" defTabSz="914378" rtl="0" eaLnBrk="1" latinLnBrk="0" hangingPunct="1">
        <a:lnSpc>
          <a:spcPts val="1600"/>
        </a:lnSpc>
        <a:spcBef>
          <a:spcPts val="264"/>
        </a:spcBef>
        <a:spcAft>
          <a:spcPts val="300"/>
        </a:spcAft>
        <a:buFont typeface="Arial" panose="020B0604020202020204" pitchFamily="34" charset="0"/>
        <a:buChar char="•"/>
        <a:defRPr sz="1100" kern="1200">
          <a:solidFill>
            <a:schemeClr val="tx1"/>
          </a:solidFill>
          <a:latin typeface="+mn-lt"/>
          <a:ea typeface="+mn-ea"/>
          <a:cs typeface="+mn-cs"/>
        </a:defRPr>
      </a:lvl1pPr>
      <a:lvl2pPr marL="628634" indent="-171446" algn="l" defTabSz="914378"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23" indent="-171446" algn="l" defTabSz="914378"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09" indent="-285743" algn="l" defTabSz="914378"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754" indent="0" algn="l" defTabSz="914378"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orient="horz" pos="338">
          <p15:clr>
            <a:srgbClr val="F26B43"/>
          </p15:clr>
        </p15:guide>
        <p15:guide id="3" orient="horz" pos="680">
          <p15:clr>
            <a:srgbClr val="F26B43"/>
          </p15:clr>
        </p15:guide>
        <p15:guide id="4" orient="horz" pos="2820">
          <p15:clr>
            <a:srgbClr val="F26B43"/>
          </p15:clr>
        </p15:guide>
        <p15:guide id="5" pos="226">
          <p15:clr>
            <a:srgbClr val="F26B43"/>
          </p15:clr>
        </p15:guide>
        <p15:guide id="6" pos="5535">
          <p15:clr>
            <a:srgbClr val="F26B43"/>
          </p15:clr>
        </p15:guide>
        <p15:guide id="7" orient="horz" pos="896">
          <p15:clr>
            <a:srgbClr val="F26B43"/>
          </p15:clr>
        </p15:guide>
        <p15:guide id="8" pos="2736">
          <p15:clr>
            <a:srgbClr val="F26B43"/>
          </p15:clr>
        </p15:guide>
        <p15:guide id="9" pos="3024">
          <p15:clr>
            <a:srgbClr val="F26B43"/>
          </p15:clr>
        </p15:guide>
        <p15:guide id="10" orient="horz" pos="3036">
          <p15:clr>
            <a:srgbClr val="F26B43"/>
          </p15:clr>
        </p15:guide>
        <p15:guide id="11" orient="horz" pos="3084">
          <p15:clr>
            <a:srgbClr val="F26B43"/>
          </p15:clr>
        </p15:guide>
        <p15:guide id="12" orient="horz" pos="3180">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microsoft.com/office/2007/relationships/hdphoto" Target="../media/hdphoto3.wdp"/><Relationship Id="rId5" Type="http://schemas.openxmlformats.org/officeDocument/2006/relationships/image" Target="../media/image10.png"/><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microsoft.com/office/2007/relationships/hdphoto" Target="../media/hdphoto4.wdp"/></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3.jpeg"/><Relationship Id="rId4" Type="http://schemas.microsoft.com/office/2007/relationships/hdphoto" Target="../media/hdphoto4.wdp"/></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microsoft.com/office/2007/relationships/hdphoto" Target="../media/hdphoto4.wdp"/></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microsoft.com/office/2007/relationships/hdphoto" Target="../media/hdphoto4.wdp"/></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microsoft.com/office/2007/relationships/hdphoto" Target="../media/hdphoto4.wdp"/></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microsoft.com/office/2007/relationships/hdphoto" Target="../media/hdphoto4.wdp"/></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microsoft.com/office/2007/relationships/hdphoto" Target="../media/hdphoto4.wdp"/></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4.png"/><Relationship Id="rId4" Type="http://schemas.microsoft.com/office/2007/relationships/hdphoto" Target="../media/hdphoto4.wdp"/></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5.jpeg"/><Relationship Id="rId4" Type="http://schemas.microsoft.com/office/2007/relationships/hdphoto" Target="../media/hdphoto4.wdp"/></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microsoft.com/office/2007/relationships/hdphoto" Target="../media/hdphoto4.wdp"/></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microsoft.com/office/2007/relationships/hdphoto" Target="../media/hdphoto4.wdp"/></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16.png"/><Relationship Id="rId4" Type="http://schemas.microsoft.com/office/2007/relationships/hdphoto" Target="../media/hdphoto4.wdp"/></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6.png"/><Relationship Id="rId4" Type="http://schemas.microsoft.com/office/2007/relationships/hdphoto" Target="../media/hdphoto4.wdp"/></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16.png"/><Relationship Id="rId4" Type="http://schemas.microsoft.com/office/2007/relationships/hdphoto" Target="../media/hdphoto4.wdp"/></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16.png"/><Relationship Id="rId4" Type="http://schemas.microsoft.com/office/2007/relationships/hdphoto" Target="../media/hdphoto4.wdp"/></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16.png"/><Relationship Id="rId4" Type="http://schemas.microsoft.com/office/2007/relationships/hdphoto" Target="../media/hdphoto4.wdp"/></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image" Target="../media/image16.png"/><Relationship Id="rId4" Type="http://schemas.microsoft.com/office/2007/relationships/hdphoto" Target="../media/hdphoto4.wdp"/></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image" Target="../media/image16.png"/><Relationship Id="rId4" Type="http://schemas.microsoft.com/office/2007/relationships/hdphoto" Target="../media/hdphoto4.wdp"/></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image" Target="../media/image16.png"/><Relationship Id="rId4" Type="http://schemas.microsoft.com/office/2007/relationships/hdphoto" Target="../media/hdphoto4.wdp"/></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5.xml"/><Relationship Id="rId5" Type="http://schemas.openxmlformats.org/officeDocument/2006/relationships/image" Target="../media/image16.png"/><Relationship Id="rId4" Type="http://schemas.microsoft.com/office/2007/relationships/hdphoto" Target="../media/hdphoto4.wdp"/></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16.png"/><Relationship Id="rId4" Type="http://schemas.microsoft.com/office/2007/relationships/hdphoto" Target="../media/hdphoto4.wdp"/></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5.xml"/><Relationship Id="rId5" Type="http://schemas.openxmlformats.org/officeDocument/2006/relationships/image" Target="../media/image16.png"/><Relationship Id="rId4" Type="http://schemas.microsoft.com/office/2007/relationships/hdphoto" Target="../media/hdphoto4.wdp"/></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image" Target="../media/image16.png"/><Relationship Id="rId4" Type="http://schemas.microsoft.com/office/2007/relationships/hdphoto" Target="../media/hdphoto4.wdp"/></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image" Target="../media/image16.png"/><Relationship Id="rId4" Type="http://schemas.microsoft.com/office/2007/relationships/hdphoto" Target="../media/hdphoto4.wdp"/></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5.xml"/><Relationship Id="rId5" Type="http://schemas.openxmlformats.org/officeDocument/2006/relationships/image" Target="../media/image16.png"/><Relationship Id="rId4" Type="http://schemas.microsoft.com/office/2007/relationships/hdphoto" Target="../media/hdphoto4.wdp"/></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5.xml"/><Relationship Id="rId5" Type="http://schemas.openxmlformats.org/officeDocument/2006/relationships/image" Target="../media/image16.png"/><Relationship Id="rId4" Type="http://schemas.microsoft.com/office/2007/relationships/hdphoto" Target="../media/hdphoto4.wdp"/></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5.xml"/><Relationship Id="rId5" Type="http://schemas.openxmlformats.org/officeDocument/2006/relationships/image" Target="../media/image16.png"/><Relationship Id="rId4" Type="http://schemas.microsoft.com/office/2007/relationships/hdphoto" Target="../media/hdphoto4.wdp"/></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5.xml"/><Relationship Id="rId5" Type="http://schemas.openxmlformats.org/officeDocument/2006/relationships/image" Target="../media/image16.png"/><Relationship Id="rId4" Type="http://schemas.microsoft.com/office/2007/relationships/hdphoto" Target="../media/hdphoto5.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a:off x="0" y="7088"/>
            <a:ext cx="9144000" cy="5156199"/>
          </a:xfrm>
          <a:prstGeom prst="rect">
            <a:avLst/>
          </a:prstGeom>
        </p:spPr>
      </p:pic>
      <p:sp>
        <p:nvSpPr>
          <p:cNvPr id="3" name="Text Placeholder 2"/>
          <p:cNvSpPr>
            <a:spLocks noGrp="1"/>
          </p:cNvSpPr>
          <p:nvPr>
            <p:ph type="body" sz="quarter" idx="15"/>
          </p:nvPr>
        </p:nvSpPr>
        <p:spPr>
          <a:xfrm>
            <a:off x="631824" y="1170557"/>
            <a:ext cx="8103743" cy="684803"/>
          </a:xfrm>
        </p:spPr>
        <p:txBody>
          <a:bodyPr/>
          <a:lstStyle/>
          <a:p>
            <a:pPr>
              <a:lnSpc>
                <a:spcPct val="100000"/>
              </a:lnSpc>
            </a:pPr>
            <a:r>
              <a:rPr lang="en-US" sz="4000" dirty="0"/>
              <a:t>Team Leadership Workshop</a:t>
            </a:r>
            <a:endParaRPr lang="en-US" sz="2400" dirty="0">
              <a:latin typeface="Museo Sans Cyrl 500" panose="02000000000000000000" pitchFamily="50" charset="-52"/>
            </a:endParaRPr>
          </a:p>
        </p:txBody>
      </p:sp>
      <p:pic>
        <p:nvPicPr>
          <p:cNvPr id="18" name="Picture Placeholder 17" descr="logo_cover_5.png"/>
          <p:cNvPicPr>
            <a:picLocks noGrp="1" noChangeAspect="1"/>
          </p:cNvPicPr>
          <p:nvPr>
            <p:ph type="pic" sz="quarter" idx="19"/>
          </p:nvPr>
        </p:nvPicPr>
        <p:blipFill>
          <a:blip r:embed="rId4" cstate="screen">
            <a:extLst>
              <a:ext uri="{28A0092B-C50C-407E-A947-70E740481C1C}">
                <a14:useLocalDpi xmlns:a14="http://schemas.microsoft.com/office/drawing/2010/main"/>
              </a:ext>
            </a:extLst>
          </a:blip>
          <a:srcRect t="3622" b="3622"/>
          <a:stretch>
            <a:fillRect/>
          </a:stretch>
        </p:blipFill>
        <p:spPr/>
      </p:pic>
      <p:sp>
        <p:nvSpPr>
          <p:cNvPr id="6" name="Text Placeholder 2">
            <a:extLst>
              <a:ext uri="{FF2B5EF4-FFF2-40B4-BE49-F238E27FC236}">
                <a16:creationId xmlns:a16="http://schemas.microsoft.com/office/drawing/2014/main" id="{9292E832-C045-5048-910F-BFD9462D5BD9}"/>
              </a:ext>
            </a:extLst>
          </p:cNvPr>
          <p:cNvSpPr>
            <a:spLocks noGrp="1"/>
          </p:cNvSpPr>
          <p:nvPr>
            <p:ph type="body" sz="quarter" idx="4294967295"/>
          </p:nvPr>
        </p:nvSpPr>
        <p:spPr>
          <a:xfrm>
            <a:off x="743253" y="3074223"/>
            <a:ext cx="3940442" cy="354699"/>
          </a:xfrm>
          <a:prstGeom prst="rect">
            <a:avLst/>
          </a:prstGeom>
        </p:spPr>
        <p:txBody>
          <a:bodyPr anchor="t"/>
          <a:lstStyle/>
          <a:p>
            <a:pPr>
              <a:lnSpc>
                <a:spcPct val="100000"/>
              </a:lnSpc>
            </a:pPr>
            <a:r>
              <a:rPr lang="en-US" sz="1800" b="0" spc="100" dirty="0">
                <a:latin typeface="+mj-lt"/>
                <a:cs typeface="Arial" panose="020B0604020202020204" pitchFamily="34" charset="0"/>
              </a:rPr>
              <a:t>Uladzimir Litvinau</a:t>
            </a:r>
          </a:p>
          <a:p>
            <a:pPr>
              <a:lnSpc>
                <a:spcPct val="100000"/>
              </a:lnSpc>
            </a:pPr>
            <a:r>
              <a:rPr lang="en-US" b="0" dirty="0"/>
              <a:t>Java Mentoring Program D3-D4</a:t>
            </a:r>
            <a:endParaRPr lang="en-US" sz="1800" b="0" spc="100" dirty="0">
              <a:latin typeface="+mj-lt"/>
              <a:cs typeface="Arial" panose="020B0604020202020204" pitchFamily="34" charset="0"/>
            </a:endParaRPr>
          </a:p>
        </p:txBody>
      </p:sp>
      <p:sp>
        <p:nvSpPr>
          <p:cNvPr id="7" name="TextBox 6"/>
          <p:cNvSpPr txBox="1"/>
          <p:nvPr/>
        </p:nvSpPr>
        <p:spPr>
          <a:xfrm>
            <a:off x="763572" y="4431454"/>
            <a:ext cx="1373349" cy="281937"/>
          </a:xfrm>
          <a:prstGeom prst="rect">
            <a:avLst/>
          </a:prstGeom>
          <a:noFill/>
          <a:ln>
            <a:solidFill>
              <a:schemeClr val="bg1"/>
            </a:solidFill>
          </a:ln>
        </p:spPr>
        <p:txBody>
          <a:bodyPr wrap="square" rtlCol="0" anchor="ctr">
            <a:spAutoFit/>
          </a:bodyPr>
          <a:lstStyle/>
          <a:p>
            <a:pPr algn="ctr">
              <a:lnSpc>
                <a:spcPct val="120000"/>
              </a:lnSpc>
            </a:pPr>
            <a:r>
              <a:rPr lang="hu-HU" sz="1100" dirty="0">
                <a:solidFill>
                  <a:srgbClr val="FFFFFF"/>
                </a:solidFill>
                <a:latin typeface="Calibri" charset="0"/>
                <a:ea typeface="Calibri" charset="0"/>
                <a:cs typeface="Calibri" charset="0"/>
              </a:rPr>
              <a:t>202</a:t>
            </a:r>
            <a:r>
              <a:rPr lang="en-US" sz="1100" dirty="0">
                <a:solidFill>
                  <a:srgbClr val="FFFFFF"/>
                </a:solidFill>
                <a:latin typeface="Calibri" charset="0"/>
                <a:ea typeface="Calibri" charset="0"/>
                <a:cs typeface="Calibri" charset="0"/>
              </a:rPr>
              <a:t>1</a:t>
            </a:r>
          </a:p>
        </p:txBody>
      </p:sp>
    </p:spTree>
    <p:extLst>
      <p:ext uri="{BB962C8B-B14F-4D97-AF65-F5344CB8AC3E}">
        <p14:creationId xmlns:p14="http://schemas.microsoft.com/office/powerpoint/2010/main" val="511840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3">
            <a:extLst>
              <a:ext uri="{BEBA8EAE-BF5A-486C-A8C5-ECC9F3942E4B}">
                <a14:imgProps xmlns:a14="http://schemas.microsoft.com/office/drawing/2010/main">
                  <a14:imgLayer r:embed="rId4">
                    <a14:imgEffect>
                      <a14:sharpenSoften amount="-80000"/>
                    </a14:imgEffect>
                    <a14:imgEffect>
                      <a14:brightnessContrast bright="-50000" contrast="40000"/>
                    </a14:imgEffect>
                  </a14:imgLayer>
                </a14:imgProps>
              </a:ext>
            </a:extLst>
          </a:blip>
          <a:stretch>
            <a:fillRect/>
          </a:stretch>
        </p:blipFill>
        <p:spPr>
          <a:xfrm>
            <a:off x="571" y="-6028"/>
            <a:ext cx="9142857" cy="5155555"/>
          </a:xfrm>
          <a:prstGeom prst="rect">
            <a:avLst/>
          </a:prstGeom>
        </p:spPr>
      </p:pic>
      <p:sp>
        <p:nvSpPr>
          <p:cNvPr id="50" name="Rectangle 49"/>
          <p:cNvSpPr/>
          <p:nvPr/>
        </p:nvSpPr>
        <p:spPr>
          <a:xfrm>
            <a:off x="367510" y="289916"/>
            <a:ext cx="8308352" cy="707886"/>
          </a:xfrm>
          <a:prstGeom prst="rect">
            <a:avLst/>
          </a:prstGeom>
        </p:spPr>
        <p:txBody>
          <a:bodyPr wrap="square">
            <a:spAutoFit/>
          </a:bodyPr>
          <a:lstStyle/>
          <a:p>
            <a:pPr lvl="0"/>
            <a:r>
              <a:rPr lang="en-US" sz="4000" spc="-150" dirty="0">
                <a:solidFill>
                  <a:schemeClr val="bg1"/>
                </a:solidFill>
                <a:latin typeface="Museo Sans Cyrl 500" panose="02000000000000000000" pitchFamily="50" charset="-52"/>
              </a:rPr>
              <a:t>JOB POSITION / PROJECT ROLE</a:t>
            </a:r>
          </a:p>
        </p:txBody>
      </p:sp>
      <p:sp>
        <p:nvSpPr>
          <p:cNvPr id="37" name="Rectangle 36"/>
          <p:cNvSpPr/>
          <p:nvPr/>
        </p:nvSpPr>
        <p:spPr>
          <a:xfrm>
            <a:off x="663767" y="1674355"/>
            <a:ext cx="4047792" cy="646331"/>
          </a:xfrm>
          <a:prstGeom prst="rect">
            <a:avLst/>
          </a:prstGeom>
        </p:spPr>
        <p:txBody>
          <a:bodyPr wrap="square">
            <a:spAutoFit/>
          </a:bodyPr>
          <a:lstStyle/>
          <a:p>
            <a:pPr algn="ctr"/>
            <a:r>
              <a:rPr lang="en-US" sz="1800" dirty="0">
                <a:solidFill>
                  <a:schemeClr val="bg1"/>
                </a:solidFill>
                <a:latin typeface="Museo Sans Cyrl 500" panose="02000000000000000000" pitchFamily="50" charset="-52"/>
                <a:cs typeface="Arial Black"/>
              </a:rPr>
              <a:t>Team Lead and Head of BE Guild </a:t>
            </a:r>
          </a:p>
          <a:p>
            <a:pPr algn="ctr"/>
            <a:r>
              <a:rPr lang="en-US" sz="1800" dirty="0">
                <a:solidFill>
                  <a:schemeClr val="bg1"/>
                </a:solidFill>
                <a:latin typeface="Museo Sans Cyrl 500" panose="02000000000000000000" pitchFamily="50" charset="-52"/>
                <a:cs typeface="Arial Black"/>
              </a:rPr>
              <a:t>on WALG CORE project</a:t>
            </a:r>
            <a:endParaRPr lang="hu-HU" sz="1800" dirty="0">
              <a:solidFill>
                <a:schemeClr val="bg1"/>
              </a:solidFill>
              <a:latin typeface="Museo Sans Cyrl 500" panose="02000000000000000000" pitchFamily="50" charset="-52"/>
              <a:cs typeface="Arial Black"/>
            </a:endParaRPr>
          </a:p>
        </p:txBody>
      </p:sp>
      <p:sp>
        <p:nvSpPr>
          <p:cNvPr id="38" name="Rectangle 37"/>
          <p:cNvSpPr/>
          <p:nvPr/>
        </p:nvSpPr>
        <p:spPr>
          <a:xfrm>
            <a:off x="482637" y="997802"/>
            <a:ext cx="4410052" cy="369332"/>
          </a:xfrm>
          <a:prstGeom prst="rect">
            <a:avLst/>
          </a:prstGeom>
        </p:spPr>
        <p:txBody>
          <a:bodyPr wrap="square">
            <a:spAutoFit/>
          </a:bodyPr>
          <a:lstStyle/>
          <a:p>
            <a:pPr algn="ctr" defTabSz="685783"/>
            <a:r>
              <a:rPr lang="en-US" sz="1800" spc="225" dirty="0">
                <a:solidFill>
                  <a:srgbClr val="76CDD8"/>
                </a:solidFill>
                <a:latin typeface="Museo Sans Cyrl 500" panose="02000000000000000000" charset="-52"/>
              </a:rPr>
              <a:t>Software Engineering Team Leader</a:t>
            </a:r>
          </a:p>
        </p:txBody>
      </p:sp>
      <p:sp>
        <p:nvSpPr>
          <p:cNvPr id="40" name="Rectangle 8">
            <a:extLst>
              <a:ext uri="{FF2B5EF4-FFF2-40B4-BE49-F238E27FC236}">
                <a16:creationId xmlns:a16="http://schemas.microsoft.com/office/drawing/2014/main" id="{9FBF46F8-D6CF-474C-BE55-BA3E479ACBC8}"/>
              </a:ext>
            </a:extLst>
          </p:cNvPr>
          <p:cNvSpPr/>
          <p:nvPr/>
        </p:nvSpPr>
        <p:spPr>
          <a:xfrm>
            <a:off x="367510" y="1373140"/>
            <a:ext cx="4561552" cy="3348765"/>
          </a:xfrm>
          <a:custGeom>
            <a:avLst/>
            <a:gdLst>
              <a:gd name="connsiteX0" fmla="*/ 0 w 4629150"/>
              <a:gd name="connsiteY0" fmla="*/ 0 h 3533775"/>
              <a:gd name="connsiteX1" fmla="*/ 4629150 w 4629150"/>
              <a:gd name="connsiteY1" fmla="*/ 0 h 3533775"/>
              <a:gd name="connsiteX2" fmla="*/ 4629150 w 4629150"/>
              <a:gd name="connsiteY2" fmla="*/ 3533775 h 3533775"/>
              <a:gd name="connsiteX3" fmla="*/ 0 w 4629150"/>
              <a:gd name="connsiteY3" fmla="*/ 3533775 h 3533775"/>
              <a:gd name="connsiteX4" fmla="*/ 0 w 4629150"/>
              <a:gd name="connsiteY4" fmla="*/ 0 h 3533775"/>
              <a:gd name="connsiteX0" fmla="*/ 0 w 4629150"/>
              <a:gd name="connsiteY0" fmla="*/ 9525 h 3543300"/>
              <a:gd name="connsiteX1" fmla="*/ 994410 w 4629150"/>
              <a:gd name="connsiteY1" fmla="*/ 0 h 3543300"/>
              <a:gd name="connsiteX2" fmla="*/ 4629150 w 4629150"/>
              <a:gd name="connsiteY2" fmla="*/ 9525 h 3543300"/>
              <a:gd name="connsiteX3" fmla="*/ 4629150 w 4629150"/>
              <a:gd name="connsiteY3" fmla="*/ 3543300 h 3543300"/>
              <a:gd name="connsiteX4" fmla="*/ 0 w 4629150"/>
              <a:gd name="connsiteY4" fmla="*/ 3543300 h 3543300"/>
              <a:gd name="connsiteX5" fmla="*/ 0 w 4629150"/>
              <a:gd name="connsiteY5" fmla="*/ 9525 h 3543300"/>
              <a:gd name="connsiteX0" fmla="*/ 0 w 4629150"/>
              <a:gd name="connsiteY0" fmla="*/ 17145 h 3550920"/>
              <a:gd name="connsiteX1" fmla="*/ 994410 w 4629150"/>
              <a:gd name="connsiteY1" fmla="*/ 7620 h 3550920"/>
              <a:gd name="connsiteX2" fmla="*/ 3516630 w 4629150"/>
              <a:gd name="connsiteY2" fmla="*/ 0 h 3550920"/>
              <a:gd name="connsiteX3" fmla="*/ 4629150 w 4629150"/>
              <a:gd name="connsiteY3" fmla="*/ 17145 h 3550920"/>
              <a:gd name="connsiteX4" fmla="*/ 4629150 w 4629150"/>
              <a:gd name="connsiteY4" fmla="*/ 3550920 h 3550920"/>
              <a:gd name="connsiteX5" fmla="*/ 0 w 4629150"/>
              <a:gd name="connsiteY5" fmla="*/ 3550920 h 3550920"/>
              <a:gd name="connsiteX6" fmla="*/ 0 w 4629150"/>
              <a:gd name="connsiteY6" fmla="*/ 17145 h 3550920"/>
              <a:gd name="connsiteX0" fmla="*/ 994410 w 4629150"/>
              <a:gd name="connsiteY0" fmla="*/ 7620 h 3550920"/>
              <a:gd name="connsiteX1" fmla="*/ 3516630 w 4629150"/>
              <a:gd name="connsiteY1" fmla="*/ 0 h 3550920"/>
              <a:gd name="connsiteX2" fmla="*/ 4629150 w 4629150"/>
              <a:gd name="connsiteY2" fmla="*/ 17145 h 3550920"/>
              <a:gd name="connsiteX3" fmla="*/ 4629150 w 4629150"/>
              <a:gd name="connsiteY3" fmla="*/ 3550920 h 3550920"/>
              <a:gd name="connsiteX4" fmla="*/ 0 w 4629150"/>
              <a:gd name="connsiteY4" fmla="*/ 3550920 h 3550920"/>
              <a:gd name="connsiteX5" fmla="*/ 0 w 4629150"/>
              <a:gd name="connsiteY5" fmla="*/ 17145 h 3550920"/>
              <a:gd name="connsiteX6" fmla="*/ 1085850 w 4629150"/>
              <a:gd name="connsiteY6" fmla="*/ 99060 h 3550920"/>
              <a:gd name="connsiteX0" fmla="*/ 3516630 w 4629150"/>
              <a:gd name="connsiteY0" fmla="*/ 0 h 3550920"/>
              <a:gd name="connsiteX1" fmla="*/ 4629150 w 4629150"/>
              <a:gd name="connsiteY1" fmla="*/ 17145 h 3550920"/>
              <a:gd name="connsiteX2" fmla="*/ 4629150 w 4629150"/>
              <a:gd name="connsiteY2" fmla="*/ 3550920 h 3550920"/>
              <a:gd name="connsiteX3" fmla="*/ 0 w 4629150"/>
              <a:gd name="connsiteY3" fmla="*/ 3550920 h 3550920"/>
              <a:gd name="connsiteX4" fmla="*/ 0 w 4629150"/>
              <a:gd name="connsiteY4" fmla="*/ 17145 h 3550920"/>
              <a:gd name="connsiteX5" fmla="*/ 1085850 w 4629150"/>
              <a:gd name="connsiteY5" fmla="*/ 99060 h 3550920"/>
              <a:gd name="connsiteX0" fmla="*/ 3516630 w 4629150"/>
              <a:gd name="connsiteY0" fmla="*/ 0 h 3550920"/>
              <a:gd name="connsiteX1" fmla="*/ 4629150 w 4629150"/>
              <a:gd name="connsiteY1" fmla="*/ 17145 h 3550920"/>
              <a:gd name="connsiteX2" fmla="*/ 4629150 w 4629150"/>
              <a:gd name="connsiteY2" fmla="*/ 3550920 h 3550920"/>
              <a:gd name="connsiteX3" fmla="*/ 0 w 4629150"/>
              <a:gd name="connsiteY3" fmla="*/ 3550920 h 3550920"/>
              <a:gd name="connsiteX4" fmla="*/ 0 w 4629150"/>
              <a:gd name="connsiteY4" fmla="*/ 17145 h 3550920"/>
              <a:gd name="connsiteX5" fmla="*/ 1085850 w 4629150"/>
              <a:gd name="connsiteY5" fmla="*/ 35560 h 3550920"/>
              <a:gd name="connsiteX0" fmla="*/ 3516630 w 4629150"/>
              <a:gd name="connsiteY0" fmla="*/ 0 h 3550920"/>
              <a:gd name="connsiteX1" fmla="*/ 4629150 w 4629150"/>
              <a:gd name="connsiteY1" fmla="*/ 17145 h 3550920"/>
              <a:gd name="connsiteX2" fmla="*/ 4629150 w 4629150"/>
              <a:gd name="connsiteY2" fmla="*/ 3550920 h 3550920"/>
              <a:gd name="connsiteX3" fmla="*/ 0 w 4629150"/>
              <a:gd name="connsiteY3" fmla="*/ 3550920 h 3550920"/>
              <a:gd name="connsiteX4" fmla="*/ 0 w 4629150"/>
              <a:gd name="connsiteY4" fmla="*/ 17145 h 3550920"/>
              <a:gd name="connsiteX5" fmla="*/ 1085850 w 4629150"/>
              <a:gd name="connsiteY5" fmla="*/ 22860 h 3550920"/>
              <a:gd name="connsiteX0" fmla="*/ 3516630 w 4629150"/>
              <a:gd name="connsiteY0" fmla="*/ 0 h 3538220"/>
              <a:gd name="connsiteX1" fmla="*/ 4629150 w 4629150"/>
              <a:gd name="connsiteY1" fmla="*/ 4445 h 3538220"/>
              <a:gd name="connsiteX2" fmla="*/ 4629150 w 4629150"/>
              <a:gd name="connsiteY2" fmla="*/ 3538220 h 3538220"/>
              <a:gd name="connsiteX3" fmla="*/ 0 w 4629150"/>
              <a:gd name="connsiteY3" fmla="*/ 3538220 h 3538220"/>
              <a:gd name="connsiteX4" fmla="*/ 0 w 4629150"/>
              <a:gd name="connsiteY4" fmla="*/ 4445 h 3538220"/>
              <a:gd name="connsiteX5" fmla="*/ 1085850 w 4629150"/>
              <a:gd name="connsiteY5" fmla="*/ 10160 h 3538220"/>
              <a:gd name="connsiteX0" fmla="*/ 3516630 w 4629150"/>
              <a:gd name="connsiteY0" fmla="*/ 0 h 3538220"/>
              <a:gd name="connsiteX1" fmla="*/ 4013200 w 4629150"/>
              <a:gd name="connsiteY1" fmla="*/ 7620 h 3538220"/>
              <a:gd name="connsiteX2" fmla="*/ 4629150 w 4629150"/>
              <a:gd name="connsiteY2" fmla="*/ 4445 h 3538220"/>
              <a:gd name="connsiteX3" fmla="*/ 4629150 w 4629150"/>
              <a:gd name="connsiteY3" fmla="*/ 3538220 h 3538220"/>
              <a:gd name="connsiteX4" fmla="*/ 0 w 4629150"/>
              <a:gd name="connsiteY4" fmla="*/ 3538220 h 3538220"/>
              <a:gd name="connsiteX5" fmla="*/ 0 w 4629150"/>
              <a:gd name="connsiteY5" fmla="*/ 4445 h 3538220"/>
              <a:gd name="connsiteX6" fmla="*/ 1085850 w 4629150"/>
              <a:gd name="connsiteY6" fmla="*/ 10160 h 3538220"/>
              <a:gd name="connsiteX0" fmla="*/ 3712481 w 4629150"/>
              <a:gd name="connsiteY0" fmla="*/ 6752 h 3533775"/>
              <a:gd name="connsiteX1" fmla="*/ 4013200 w 4629150"/>
              <a:gd name="connsiteY1" fmla="*/ 3175 h 3533775"/>
              <a:gd name="connsiteX2" fmla="*/ 4629150 w 4629150"/>
              <a:gd name="connsiteY2" fmla="*/ 0 h 3533775"/>
              <a:gd name="connsiteX3" fmla="*/ 4629150 w 4629150"/>
              <a:gd name="connsiteY3" fmla="*/ 3533775 h 3533775"/>
              <a:gd name="connsiteX4" fmla="*/ 0 w 4629150"/>
              <a:gd name="connsiteY4" fmla="*/ 3533775 h 3533775"/>
              <a:gd name="connsiteX5" fmla="*/ 0 w 4629150"/>
              <a:gd name="connsiteY5" fmla="*/ 0 h 3533775"/>
              <a:gd name="connsiteX6" fmla="*/ 1085850 w 4629150"/>
              <a:gd name="connsiteY6" fmla="*/ 5715 h 3533775"/>
              <a:gd name="connsiteX0" fmla="*/ 3712481 w 4629150"/>
              <a:gd name="connsiteY0" fmla="*/ 6752 h 3533775"/>
              <a:gd name="connsiteX1" fmla="*/ 4013200 w 4629150"/>
              <a:gd name="connsiteY1" fmla="*/ 3175 h 3533775"/>
              <a:gd name="connsiteX2" fmla="*/ 4629150 w 4629150"/>
              <a:gd name="connsiteY2" fmla="*/ 0 h 3533775"/>
              <a:gd name="connsiteX3" fmla="*/ 4629150 w 4629150"/>
              <a:gd name="connsiteY3" fmla="*/ 3533775 h 3533775"/>
              <a:gd name="connsiteX4" fmla="*/ 0 w 4629150"/>
              <a:gd name="connsiteY4" fmla="*/ 3533775 h 3533775"/>
              <a:gd name="connsiteX5" fmla="*/ 0 w 4629150"/>
              <a:gd name="connsiteY5" fmla="*/ 0 h 3533775"/>
              <a:gd name="connsiteX6" fmla="*/ 889999 w 4629150"/>
              <a:gd name="connsiteY6" fmla="*/ 16910 h 3533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9150" h="3533775">
                <a:moveTo>
                  <a:pt x="3712481" y="6752"/>
                </a:moveTo>
                <a:cubicBezTo>
                  <a:pt x="3869538" y="7175"/>
                  <a:pt x="3856143" y="2752"/>
                  <a:pt x="4013200" y="3175"/>
                </a:cubicBezTo>
                <a:lnTo>
                  <a:pt x="4629150" y="0"/>
                </a:lnTo>
                <a:lnTo>
                  <a:pt x="4629150" y="3533775"/>
                </a:lnTo>
                <a:lnTo>
                  <a:pt x="0" y="3533775"/>
                </a:lnTo>
                <a:lnTo>
                  <a:pt x="0" y="0"/>
                </a:lnTo>
                <a:lnTo>
                  <a:pt x="889999" y="16910"/>
                </a:lnTo>
              </a:path>
            </a:pathLst>
          </a:custGeom>
          <a:no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783">
              <a:defRPr/>
            </a:pPr>
            <a:endParaRPr lang="en-US" sz="1013">
              <a:solidFill>
                <a:prstClr val="white"/>
              </a:solidFill>
              <a:latin typeface="Trebuchet MS"/>
            </a:endParaRPr>
          </a:p>
        </p:txBody>
      </p:sp>
      <p:sp>
        <p:nvSpPr>
          <p:cNvPr id="41" name="Rectangle 40">
            <a:extLst>
              <a:ext uri="{FF2B5EF4-FFF2-40B4-BE49-F238E27FC236}">
                <a16:creationId xmlns:a16="http://schemas.microsoft.com/office/drawing/2014/main" id="{A096632F-D714-4CF5-8269-D8B115FD7CC9}"/>
              </a:ext>
            </a:extLst>
          </p:cNvPr>
          <p:cNvSpPr/>
          <p:nvPr/>
        </p:nvSpPr>
        <p:spPr>
          <a:xfrm>
            <a:off x="5351621" y="3007987"/>
            <a:ext cx="3361407" cy="1721872"/>
          </a:xfrm>
          <a:prstGeom prst="rect">
            <a:avLst/>
          </a:prstGeom>
          <a:ln>
            <a:solidFill>
              <a:schemeClr val="bg1"/>
            </a:solidFill>
          </a:ln>
        </p:spPr>
        <p:txBody>
          <a:bodyPr wrap="square" lIns="251999" tIns="144000" rIns="251999" bIns="144000" anchor="ctr">
            <a:noAutofit/>
          </a:bodyPr>
          <a:lstStyle/>
          <a:p>
            <a:pPr fontAlgn="base">
              <a:lnSpc>
                <a:spcPts val="1160"/>
              </a:lnSpc>
            </a:pPr>
            <a:endParaRPr lang="en-US" sz="600" spc="50" dirty="0">
              <a:solidFill>
                <a:srgbClr val="FFFFFF"/>
              </a:solidFill>
              <a:latin typeface="Calibri"/>
            </a:endParaRPr>
          </a:p>
        </p:txBody>
      </p:sp>
      <p:cxnSp>
        <p:nvCxnSpPr>
          <p:cNvPr id="58" name="Straight Connector 57"/>
          <p:cNvCxnSpPr/>
          <p:nvPr/>
        </p:nvCxnSpPr>
        <p:spPr>
          <a:xfrm>
            <a:off x="1516959" y="3194626"/>
            <a:ext cx="2416546" cy="0"/>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714979" y="2365172"/>
            <a:ext cx="3945368" cy="369332"/>
          </a:xfrm>
          <a:prstGeom prst="rect">
            <a:avLst/>
          </a:prstGeom>
        </p:spPr>
        <p:txBody>
          <a:bodyPr wrap="square">
            <a:spAutoFit/>
          </a:bodyPr>
          <a:lstStyle/>
          <a:p>
            <a:pPr algn="ctr" defTabSz="685783"/>
            <a:r>
              <a:rPr lang="en-US" sz="1800" dirty="0">
                <a:solidFill>
                  <a:schemeClr val="bg1"/>
                </a:solidFill>
                <a:latin typeface="Museo Sans Cyrl 500" panose="02000000000000000000" pitchFamily="50" charset="-52"/>
                <a:cs typeface="Arial Black"/>
              </a:rPr>
              <a:t>Primary</a:t>
            </a:r>
            <a:r>
              <a:rPr lang="en-US" sz="1800" dirty="0">
                <a:solidFill>
                  <a:srgbClr val="FFFFFF"/>
                </a:solidFill>
                <a:latin typeface="+mj-lt"/>
              </a:rPr>
              <a:t> </a:t>
            </a:r>
            <a:r>
              <a:rPr lang="en-US" sz="1800" dirty="0">
                <a:solidFill>
                  <a:schemeClr val="bg1"/>
                </a:solidFill>
                <a:latin typeface="Museo Sans Cyrl 500" panose="02000000000000000000" pitchFamily="50" charset="-52"/>
                <a:cs typeface="Arial Black"/>
              </a:rPr>
              <a:t>Skill</a:t>
            </a:r>
            <a:r>
              <a:rPr lang="en-US" sz="1800" dirty="0">
                <a:solidFill>
                  <a:srgbClr val="FFFFFF"/>
                </a:solidFill>
                <a:latin typeface="+mj-lt"/>
              </a:rPr>
              <a:t>: </a:t>
            </a:r>
            <a:r>
              <a:rPr lang="en-US" sz="1800" dirty="0">
                <a:solidFill>
                  <a:schemeClr val="bg1"/>
                </a:solidFill>
                <a:latin typeface="Museo Sans Cyrl 500" panose="02000000000000000000" pitchFamily="50" charset="-52"/>
                <a:cs typeface="Arial Black"/>
              </a:rPr>
              <a:t>Java</a:t>
            </a:r>
          </a:p>
        </p:txBody>
      </p:sp>
      <p:sp>
        <p:nvSpPr>
          <p:cNvPr id="62" name="Rectangle 61"/>
          <p:cNvSpPr/>
          <p:nvPr/>
        </p:nvSpPr>
        <p:spPr>
          <a:xfrm>
            <a:off x="1519831" y="2704332"/>
            <a:ext cx="2413674" cy="369332"/>
          </a:xfrm>
          <a:prstGeom prst="rect">
            <a:avLst/>
          </a:prstGeom>
        </p:spPr>
        <p:txBody>
          <a:bodyPr wrap="none">
            <a:spAutoFit/>
          </a:bodyPr>
          <a:lstStyle/>
          <a:p>
            <a:r>
              <a:rPr lang="en-US" sz="1800" dirty="0">
                <a:solidFill>
                  <a:schemeClr val="bg1"/>
                </a:solidFill>
                <a:latin typeface="Museo Sans Cyrl 500" panose="02000000000000000000" pitchFamily="50" charset="-52"/>
                <a:cs typeface="Arial Black"/>
              </a:rPr>
              <a:t>Secondary skill: Leading</a:t>
            </a:r>
          </a:p>
        </p:txBody>
      </p:sp>
      <p:pic>
        <p:nvPicPr>
          <p:cNvPr id="3" name="Picture 2" descr="A person wearing glasses&#10;&#10;Description automatically generated with medium confidence">
            <a:extLst>
              <a:ext uri="{FF2B5EF4-FFF2-40B4-BE49-F238E27FC236}">
                <a16:creationId xmlns:a16="http://schemas.microsoft.com/office/drawing/2014/main" id="{0183788D-C4A2-48E9-938F-81E20CD75FEC}"/>
              </a:ext>
            </a:extLst>
          </p:cNvPr>
          <p:cNvPicPr>
            <a:picLocks noChangeAspect="1"/>
          </p:cNvPicPr>
          <p:nvPr/>
        </p:nvPicPr>
        <p:blipFill>
          <a:blip r:embed="rId5" cstate="print">
            <a:extLst>
              <a:ext uri="{BEBA8EAE-BF5A-486C-A8C5-ECC9F3942E4B}">
                <a14:imgProps xmlns:a14="http://schemas.microsoft.com/office/drawing/2010/main">
                  <a14:imgLayer r:embed="rId6">
                    <a14:imgEffect>
                      <a14:sharpenSoften amount="5000"/>
                    </a14:imgEffect>
                  </a14:imgLayer>
                </a14:imgProps>
              </a:ext>
              <a:ext uri="{28A0092B-C50C-407E-A947-70E740481C1C}">
                <a14:useLocalDpi xmlns:a14="http://schemas.microsoft.com/office/drawing/2010/main" val="0"/>
              </a:ext>
            </a:extLst>
          </a:blip>
          <a:stretch>
            <a:fillRect/>
          </a:stretch>
        </p:blipFill>
        <p:spPr>
          <a:xfrm>
            <a:off x="6327942" y="1288513"/>
            <a:ext cx="1380233" cy="1387559"/>
          </a:xfrm>
          <a:prstGeom prst="ellipse">
            <a:avLst/>
          </a:prstGeom>
          <a:ln>
            <a:noFill/>
          </a:ln>
          <a:effectLst/>
        </p:spPr>
      </p:pic>
      <p:pic>
        <p:nvPicPr>
          <p:cNvPr id="1026" name="Picture 2" descr="RM School Graduate">
            <a:extLst>
              <a:ext uri="{FF2B5EF4-FFF2-40B4-BE49-F238E27FC236}">
                <a16:creationId xmlns:a16="http://schemas.microsoft.com/office/drawing/2014/main" id="{74E9B0FC-47DA-4795-AECF-8CB980E5024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46128" y="3178806"/>
            <a:ext cx="1380233" cy="1380233"/>
          </a:xfrm>
          <a:prstGeom prst="ellipse">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F4137641-F466-46B7-8FCC-99D02BFB9E8C}"/>
              </a:ext>
            </a:extLst>
          </p:cNvPr>
          <p:cNvSpPr/>
          <p:nvPr/>
        </p:nvSpPr>
        <p:spPr>
          <a:xfrm>
            <a:off x="310494" y="3776366"/>
            <a:ext cx="4543873" cy="369332"/>
          </a:xfrm>
          <a:prstGeom prst="rect">
            <a:avLst/>
          </a:prstGeom>
        </p:spPr>
        <p:txBody>
          <a:bodyPr wrap="none">
            <a:spAutoFit/>
          </a:bodyPr>
          <a:lstStyle/>
          <a:p>
            <a:r>
              <a:rPr lang="en-US" sz="1800" dirty="0">
                <a:solidFill>
                  <a:schemeClr val="bg1"/>
                </a:solidFill>
                <a:latin typeface="Museo Sans Cyrl 500" panose="02000000000000000000" pitchFamily="50" charset="-52"/>
                <a:cs typeface="Arial Black"/>
              </a:rPr>
              <a:t>Previous experience: Head of Java department</a:t>
            </a:r>
            <a:endParaRPr lang="hu-HU" sz="1800" dirty="0">
              <a:solidFill>
                <a:schemeClr val="bg1"/>
              </a:solidFill>
              <a:latin typeface="Museo Sans Cyrl 500" panose="02000000000000000000" pitchFamily="50" charset="-52"/>
              <a:cs typeface="Arial Black"/>
            </a:endParaRPr>
          </a:p>
        </p:txBody>
      </p:sp>
    </p:spTree>
    <p:extLst>
      <p:ext uri="{BB962C8B-B14F-4D97-AF65-F5344CB8AC3E}">
        <p14:creationId xmlns:p14="http://schemas.microsoft.com/office/powerpoint/2010/main" val="488610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BEBA8EAE-BF5A-486C-A8C5-ECC9F3942E4B}">
                <a14:imgProps xmlns:a14="http://schemas.microsoft.com/office/drawing/2010/main">
                  <a14:imgLayer r:embed="rId4">
                    <a14:imgEffect>
                      <a14:sharpenSoften amount="-80000"/>
                    </a14:imgEffect>
                    <a14:imgEffect>
                      <a14:brightnessContrast bright="-50000" contrast="40000"/>
                    </a14:imgEffect>
                  </a14:imgLayer>
                </a14:imgProps>
              </a:ext>
            </a:extLst>
          </a:blip>
          <a:stretch>
            <a:fillRect/>
          </a:stretch>
        </p:blipFill>
        <p:spPr>
          <a:xfrm>
            <a:off x="0" y="0"/>
            <a:ext cx="9142857" cy="5155555"/>
          </a:xfrm>
          <a:prstGeom prst="rect">
            <a:avLst/>
          </a:prstGeom>
        </p:spPr>
      </p:pic>
      <p:sp>
        <p:nvSpPr>
          <p:cNvPr id="15" name="Content Placeholder 46"/>
          <p:cNvSpPr txBox="1">
            <a:spLocks/>
          </p:cNvSpPr>
          <p:nvPr/>
        </p:nvSpPr>
        <p:spPr>
          <a:xfrm>
            <a:off x="5864560" y="2307236"/>
            <a:ext cx="3421207" cy="954107"/>
          </a:xfrm>
          <a:prstGeom prst="rect">
            <a:avLst/>
          </a:prstGeom>
        </p:spPr>
        <p:txBody>
          <a:bodyPr wrap="square">
            <a:spAutoFit/>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3200" dirty="0">
                <a:solidFill>
                  <a:schemeClr val="bg1"/>
                </a:solidFill>
                <a:latin typeface="Museo Sans Cyrl 500" panose="02000000000000000000" pitchFamily="50" charset="-52"/>
                <a:cs typeface="Arial Black"/>
              </a:rPr>
              <a:t>12 Use-Cases</a:t>
            </a:r>
            <a:endParaRPr lang="ru-RU" sz="2800" dirty="0">
              <a:solidFill>
                <a:schemeClr val="bg1"/>
              </a:solidFill>
              <a:latin typeface="Museo Sans Cyrl 500" panose="02000000000000000000" pitchFamily="50" charset="-52"/>
              <a:cs typeface="Arial Black"/>
            </a:endParaRPr>
          </a:p>
          <a:p>
            <a:pPr marL="0" indent="0" algn="ctr">
              <a:buNone/>
            </a:pPr>
            <a:r>
              <a:rPr lang="en-US" sz="1000" dirty="0">
                <a:solidFill>
                  <a:schemeClr val="bg1"/>
                </a:solidFill>
                <a:latin typeface="Museo Sans Cyrl 500" panose="02000000000000000000" pitchFamily="50" charset="-52"/>
                <a:cs typeface="Arial Black"/>
              </a:rPr>
              <a:t>OF TEAM DEVELOPMENT – FROM THE BEGINING </a:t>
            </a:r>
          </a:p>
          <a:p>
            <a:pPr marL="0" indent="0" algn="ctr">
              <a:buNone/>
            </a:pPr>
            <a:r>
              <a:rPr lang="en-US" sz="1000" dirty="0">
                <a:solidFill>
                  <a:schemeClr val="bg1"/>
                </a:solidFill>
                <a:latin typeface="Museo Sans Cyrl 500" panose="02000000000000000000" pitchFamily="50" charset="-52"/>
                <a:cs typeface="Arial Black"/>
              </a:rPr>
              <a:t>TILL THE END</a:t>
            </a:r>
          </a:p>
        </p:txBody>
      </p:sp>
      <p:cxnSp>
        <p:nvCxnSpPr>
          <p:cNvPr id="44" name="Straight Connector 43"/>
          <p:cNvCxnSpPr/>
          <p:nvPr/>
        </p:nvCxnSpPr>
        <p:spPr>
          <a:xfrm>
            <a:off x="2615615" y="2058770"/>
            <a:ext cx="0" cy="1266371"/>
          </a:xfrm>
          <a:prstGeom prst="line">
            <a:avLst/>
          </a:prstGeom>
          <a:ln w="63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6" name="Straight Connector 45"/>
          <p:cNvCxnSpPr/>
          <p:nvPr/>
        </p:nvCxnSpPr>
        <p:spPr>
          <a:xfrm>
            <a:off x="6161362" y="2068621"/>
            <a:ext cx="0" cy="1266371"/>
          </a:xfrm>
          <a:prstGeom prst="line">
            <a:avLst/>
          </a:prstGeom>
          <a:ln w="635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367510" y="289916"/>
            <a:ext cx="8308352" cy="707886"/>
          </a:xfrm>
          <a:prstGeom prst="rect">
            <a:avLst/>
          </a:prstGeom>
        </p:spPr>
        <p:txBody>
          <a:bodyPr wrap="square">
            <a:spAutoFit/>
          </a:bodyPr>
          <a:lstStyle/>
          <a:p>
            <a:pPr lvl="0"/>
            <a:r>
              <a:rPr lang="en-US" sz="4000" spc="-150" dirty="0">
                <a:solidFill>
                  <a:schemeClr val="bg1"/>
                </a:solidFill>
                <a:latin typeface="Museo Sans Cyrl 500" panose="02000000000000000000" pitchFamily="50" charset="-52"/>
              </a:rPr>
              <a:t>AGENDA</a:t>
            </a:r>
          </a:p>
        </p:txBody>
      </p:sp>
      <p:sp>
        <p:nvSpPr>
          <p:cNvPr id="9" name="Content Placeholder 46"/>
          <p:cNvSpPr txBox="1">
            <a:spLocks/>
          </p:cNvSpPr>
          <p:nvPr/>
        </p:nvSpPr>
        <p:spPr>
          <a:xfrm>
            <a:off x="-242486" y="2307237"/>
            <a:ext cx="3421207" cy="769441"/>
          </a:xfrm>
          <a:prstGeom prst="rect">
            <a:avLst/>
          </a:prstGeom>
        </p:spPr>
        <p:txBody>
          <a:bodyPr wrap="square">
            <a:spAutoFit/>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3200" dirty="0">
                <a:solidFill>
                  <a:schemeClr val="bg1"/>
                </a:solidFill>
                <a:latin typeface="Museo Sans Cyrl 500" panose="02000000000000000000" pitchFamily="50" charset="-52"/>
                <a:cs typeface="Arial Black"/>
              </a:rPr>
              <a:t>Team Leader</a:t>
            </a:r>
            <a:endParaRPr lang="ru-RU" sz="2800" dirty="0">
              <a:solidFill>
                <a:schemeClr val="bg1"/>
              </a:solidFill>
              <a:latin typeface="Museo Sans Cyrl 500" panose="02000000000000000000" pitchFamily="50" charset="-52"/>
              <a:cs typeface="Arial Black"/>
            </a:endParaRPr>
          </a:p>
          <a:p>
            <a:pPr marL="0" indent="0" algn="ctr">
              <a:buNone/>
            </a:pPr>
            <a:r>
              <a:rPr lang="en-US" sz="1000" dirty="0">
                <a:solidFill>
                  <a:schemeClr val="bg1"/>
                </a:solidFill>
                <a:latin typeface="Museo Sans Cyrl 500" panose="02000000000000000000" pitchFamily="50" charset="-52"/>
                <a:cs typeface="Arial Black"/>
              </a:rPr>
              <a:t>DEFINITION AND RESPONSIBILITIES</a:t>
            </a:r>
          </a:p>
        </p:txBody>
      </p:sp>
      <p:sp>
        <p:nvSpPr>
          <p:cNvPr id="11" name="Content Placeholder 46">
            <a:extLst>
              <a:ext uri="{FF2B5EF4-FFF2-40B4-BE49-F238E27FC236}">
                <a16:creationId xmlns:a16="http://schemas.microsoft.com/office/drawing/2014/main" id="{AAF69024-79D1-49D2-9460-C143D06C2914}"/>
              </a:ext>
            </a:extLst>
          </p:cNvPr>
          <p:cNvSpPr txBox="1">
            <a:spLocks/>
          </p:cNvSpPr>
          <p:nvPr/>
        </p:nvSpPr>
        <p:spPr>
          <a:xfrm>
            <a:off x="2615615" y="2307236"/>
            <a:ext cx="3474864" cy="769441"/>
          </a:xfrm>
          <a:prstGeom prst="rect">
            <a:avLst/>
          </a:prstGeom>
        </p:spPr>
        <p:txBody>
          <a:bodyPr wrap="square">
            <a:spAutoFit/>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3200" dirty="0">
                <a:solidFill>
                  <a:schemeClr val="bg1"/>
                </a:solidFill>
                <a:latin typeface="Museo Sans Cyrl 500" panose="02000000000000000000" pitchFamily="50" charset="-52"/>
                <a:cs typeface="Arial Black"/>
              </a:rPr>
              <a:t>Theory and practice</a:t>
            </a:r>
            <a:endParaRPr lang="ru-RU" sz="2800" dirty="0">
              <a:solidFill>
                <a:schemeClr val="bg1"/>
              </a:solidFill>
              <a:latin typeface="Museo Sans Cyrl 500" panose="02000000000000000000" pitchFamily="50" charset="-52"/>
              <a:cs typeface="Arial Black"/>
            </a:endParaRPr>
          </a:p>
          <a:p>
            <a:pPr marL="0" indent="0" algn="ctr">
              <a:buNone/>
            </a:pPr>
            <a:r>
              <a:rPr lang="en-US" sz="1000" dirty="0">
                <a:solidFill>
                  <a:schemeClr val="bg1"/>
                </a:solidFill>
                <a:latin typeface="Museo Sans Cyrl 500" panose="02000000000000000000" pitchFamily="50" charset="-52"/>
                <a:cs typeface="Arial Black"/>
              </a:rPr>
              <a:t>SCIENTIFIC APPROACH</a:t>
            </a:r>
          </a:p>
        </p:txBody>
      </p:sp>
    </p:spTree>
    <p:extLst>
      <p:ext uri="{BB962C8B-B14F-4D97-AF65-F5344CB8AC3E}">
        <p14:creationId xmlns:p14="http://schemas.microsoft.com/office/powerpoint/2010/main" val="3300095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nodeType="withEffect">
                                  <p:stCondLst>
                                    <p:cond delay="0"/>
                                  </p:stCondLst>
                                  <p:childTnLst>
                                    <p:set>
                                      <p:cBhvr>
                                        <p:cTn id="12" dur="1" fill="hold">
                                          <p:stCondLst>
                                            <p:cond delay="0"/>
                                          </p:stCondLst>
                                        </p:cTn>
                                        <p:tgtEl>
                                          <p:spTgt spid="46"/>
                                        </p:tgtEl>
                                        <p:attrNameLst>
                                          <p:attrName>style.visibility</p:attrName>
                                        </p:attrNameLst>
                                      </p:cBhvr>
                                      <p:to>
                                        <p:strVal val="visible"/>
                                      </p:to>
                                    </p:set>
                                    <p:animEffect transition="in" filter="fade">
                                      <p:cBhvr>
                                        <p:cTn id="13" dur="500"/>
                                        <p:tgtEl>
                                          <p:spTgt spid="4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9"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8070"/>
            <a:ext cx="9142857" cy="5142857"/>
          </a:xfrm>
          <a:prstGeom prst="rect">
            <a:avLst/>
          </a:prstGeom>
        </p:spPr>
      </p:pic>
      <p:sp>
        <p:nvSpPr>
          <p:cNvPr id="57" name="Rectangle 56"/>
          <p:cNvSpPr/>
          <p:nvPr/>
        </p:nvSpPr>
        <p:spPr>
          <a:xfrm>
            <a:off x="1416189" y="641576"/>
            <a:ext cx="3557888"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Rules</a:t>
            </a:r>
            <a:endParaRPr lang="en-US" sz="1000" dirty="0">
              <a:solidFill>
                <a:schemeClr val="bg1"/>
              </a:solidFill>
              <a:latin typeface="Museo Sans Cyrl 500" panose="02000000000000000000" pitchFamily="50" charset="-52"/>
              <a:cs typeface="Arial Black"/>
            </a:endParaRPr>
          </a:p>
        </p:txBody>
      </p:sp>
      <p:sp>
        <p:nvSpPr>
          <p:cNvPr id="8" name="Rectangle 7"/>
          <p:cNvSpPr/>
          <p:nvPr/>
        </p:nvSpPr>
        <p:spPr>
          <a:xfrm>
            <a:off x="426203" y="2022509"/>
            <a:ext cx="8142245" cy="2677656"/>
          </a:xfrm>
          <a:prstGeom prst="rect">
            <a:avLst/>
          </a:prstGeom>
          <a:effectLst>
            <a:outerShdw blurRad="50800" dist="38100" dir="2700000" sx="103000" sy="103000" algn="tl" rotWithShape="0">
              <a:prstClr val="black">
                <a:alpha val="40000"/>
              </a:prstClr>
            </a:outerShdw>
          </a:effectLst>
        </p:spPr>
        <p:txBody>
          <a:bodyPr wrap="square">
            <a:spAutoFit/>
          </a:bodyPr>
          <a:lstStyle/>
          <a:p>
            <a:pPr marL="457200" indent="-457200" defTabSz="914377">
              <a:buFontTx/>
              <a:buChar char="-"/>
              <a:defRPr/>
            </a:pPr>
            <a:r>
              <a:rPr lang="en-US" sz="2400" b="1" spc="100" dirty="0">
                <a:solidFill>
                  <a:schemeClr val="bg1"/>
                </a:solidFill>
                <a:latin typeface="+mj-lt"/>
              </a:rPr>
              <a:t>No  multitasking</a:t>
            </a:r>
          </a:p>
          <a:p>
            <a:pPr marL="457200" indent="-457200" defTabSz="914377">
              <a:buFontTx/>
              <a:buChar char="-"/>
              <a:defRPr/>
            </a:pPr>
            <a:r>
              <a:rPr lang="en-US" sz="2400" b="1" spc="100" dirty="0">
                <a:solidFill>
                  <a:schemeClr val="bg1"/>
                </a:solidFill>
                <a:latin typeface="+mj-lt"/>
              </a:rPr>
              <a:t>Be active (</a:t>
            </a:r>
            <a:r>
              <a:rPr lang="en-US" sz="2400" b="1" spc="100" dirty="0" err="1">
                <a:solidFill>
                  <a:schemeClr val="bg1"/>
                </a:solidFill>
                <a:latin typeface="+mj-lt"/>
              </a:rPr>
              <a:t>teamlead</a:t>
            </a:r>
            <a:r>
              <a:rPr lang="en-US" sz="2400" b="1" spc="100" dirty="0">
                <a:solidFill>
                  <a:schemeClr val="bg1"/>
                </a:solidFill>
                <a:latin typeface="+mj-lt"/>
              </a:rPr>
              <a:t> should have and be able to express his opinion)</a:t>
            </a:r>
          </a:p>
          <a:p>
            <a:pPr marL="457200" indent="-457200" defTabSz="914377">
              <a:buFontTx/>
              <a:buChar char="-"/>
              <a:defRPr/>
            </a:pPr>
            <a:r>
              <a:rPr lang="en-US" sz="2400" b="1" spc="100" dirty="0">
                <a:solidFill>
                  <a:schemeClr val="bg1"/>
                </a:solidFill>
                <a:latin typeface="+mj-lt"/>
              </a:rPr>
              <a:t>This knowledge will be useful and for leads and for team members</a:t>
            </a:r>
          </a:p>
          <a:p>
            <a:pPr marL="457200" indent="-457200" defTabSz="914377">
              <a:buFontTx/>
              <a:buChar char="-"/>
              <a:defRPr/>
            </a:pPr>
            <a:r>
              <a:rPr lang="en-US" sz="2400" b="1" spc="100" dirty="0">
                <a:solidFill>
                  <a:srgbClr val="F5F5F5"/>
                </a:solidFill>
                <a:latin typeface="+mj-lt"/>
              </a:rPr>
              <a:t>Formulate your statements correctly - do not forget about the characteristic of measure</a:t>
            </a:r>
            <a:r>
              <a:rPr lang="en-US" sz="2400" b="1" spc="100" dirty="0">
                <a:solidFill>
                  <a:srgbClr val="F5F5F5"/>
                </a:solidFill>
              </a:rPr>
              <a:t> </a:t>
            </a:r>
          </a:p>
        </p:txBody>
      </p:sp>
    </p:spTree>
    <p:extLst>
      <p:ext uri="{BB962C8B-B14F-4D97-AF65-F5344CB8AC3E}">
        <p14:creationId xmlns:p14="http://schemas.microsoft.com/office/powerpoint/2010/main" val="3410376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7" name="Rectangle 56"/>
          <p:cNvSpPr/>
          <p:nvPr/>
        </p:nvSpPr>
        <p:spPr>
          <a:xfrm>
            <a:off x="1416188" y="641576"/>
            <a:ext cx="7316685"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Kolb's Experiential Learning Theory</a:t>
            </a:r>
            <a:endParaRPr lang="en-US" sz="1000" dirty="0">
              <a:solidFill>
                <a:schemeClr val="bg1"/>
              </a:solidFill>
              <a:latin typeface="Museo Sans Cyrl 500" panose="02000000000000000000" pitchFamily="50" charset="-52"/>
              <a:cs typeface="Arial Black"/>
            </a:endParaRPr>
          </a:p>
        </p:txBody>
      </p:sp>
      <p:pic>
        <p:nvPicPr>
          <p:cNvPr id="8194" name="Picture 2" descr="Цикл Колба. Создание тренингов на основе цикла Колба.">
            <a:extLst>
              <a:ext uri="{FF2B5EF4-FFF2-40B4-BE49-F238E27FC236}">
                <a16:creationId xmlns:a16="http://schemas.microsoft.com/office/drawing/2014/main" id="{3F75FB62-A343-4571-A2F1-0F5017D3B78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3843" y="1474381"/>
            <a:ext cx="4336312" cy="3252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363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7" name="Rectangle 56"/>
          <p:cNvSpPr/>
          <p:nvPr/>
        </p:nvSpPr>
        <p:spPr>
          <a:xfrm>
            <a:off x="1416189" y="641576"/>
            <a:ext cx="3557888" cy="800219"/>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Key skills</a:t>
            </a:r>
            <a:endParaRPr lang="ru-RU" sz="1100" dirty="0">
              <a:solidFill>
                <a:schemeClr val="bg1"/>
              </a:solidFill>
              <a:latin typeface="Museo Sans Cyrl 500" panose="02000000000000000000" pitchFamily="50" charset="-52"/>
              <a:cs typeface="Arial Black"/>
            </a:endParaRPr>
          </a:p>
          <a:p>
            <a:pPr algn="ctr" defTabSz="914377">
              <a:defRPr/>
            </a:pPr>
            <a:endParaRPr lang="en-US" sz="1000" dirty="0">
              <a:solidFill>
                <a:schemeClr val="bg1"/>
              </a:solidFill>
              <a:latin typeface="Museo Sans Cyrl 500" panose="02000000000000000000" pitchFamily="50" charset="-52"/>
              <a:cs typeface="Arial Black"/>
            </a:endParaRPr>
          </a:p>
        </p:txBody>
      </p:sp>
      <p:sp>
        <p:nvSpPr>
          <p:cNvPr id="8" name="Rectangle 7"/>
          <p:cNvSpPr/>
          <p:nvPr/>
        </p:nvSpPr>
        <p:spPr>
          <a:xfrm>
            <a:off x="1339989" y="2022509"/>
            <a:ext cx="7228459" cy="523220"/>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j-lt"/>
                <a:cs typeface="Arial Black"/>
              </a:rPr>
              <a:t>?</a:t>
            </a:r>
            <a:endParaRPr lang="en-US" sz="3600" b="1" spc="100" dirty="0">
              <a:solidFill>
                <a:srgbClr val="00B0F0"/>
              </a:solidFill>
            </a:endParaRPr>
          </a:p>
        </p:txBody>
      </p:sp>
    </p:spTree>
    <p:extLst>
      <p:ext uri="{BB962C8B-B14F-4D97-AF65-F5344CB8AC3E}">
        <p14:creationId xmlns:p14="http://schemas.microsoft.com/office/powerpoint/2010/main" val="2226558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7" name="Rectangle 56"/>
          <p:cNvSpPr/>
          <p:nvPr/>
        </p:nvSpPr>
        <p:spPr>
          <a:xfrm>
            <a:off x="1416188" y="641576"/>
            <a:ext cx="6466081"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Definition of team</a:t>
            </a:r>
            <a:endParaRPr lang="en-US" sz="1000" dirty="0">
              <a:solidFill>
                <a:schemeClr val="bg1"/>
              </a:solidFill>
              <a:latin typeface="Museo Sans Cyrl 500" panose="02000000000000000000" pitchFamily="50" charset="-52"/>
              <a:cs typeface="Arial Black"/>
            </a:endParaRPr>
          </a:p>
        </p:txBody>
      </p:sp>
      <p:sp>
        <p:nvSpPr>
          <p:cNvPr id="8" name="Rectangle 7"/>
          <p:cNvSpPr/>
          <p:nvPr/>
        </p:nvSpPr>
        <p:spPr>
          <a:xfrm>
            <a:off x="1339989" y="2022509"/>
            <a:ext cx="7228459" cy="2246769"/>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b="1" spc="100" dirty="0">
                <a:solidFill>
                  <a:schemeClr val="bg1"/>
                </a:solidFill>
              </a:rPr>
              <a:t>A team is a small number of people with complementary skills who are committed to a common purpose, set of performance goals, and approach for which they hold themselves mutually accountable.</a:t>
            </a:r>
          </a:p>
        </p:txBody>
      </p:sp>
    </p:spTree>
    <p:extLst>
      <p:ext uri="{BB962C8B-B14F-4D97-AF65-F5344CB8AC3E}">
        <p14:creationId xmlns:p14="http://schemas.microsoft.com/office/powerpoint/2010/main" val="3419441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7" name="Rectangle 56"/>
          <p:cNvSpPr/>
          <p:nvPr/>
        </p:nvSpPr>
        <p:spPr>
          <a:xfrm>
            <a:off x="858250" y="675367"/>
            <a:ext cx="7228458" cy="800219"/>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Common skills – what does it mean?</a:t>
            </a:r>
            <a:endParaRPr lang="ru-RU" sz="1100" dirty="0">
              <a:solidFill>
                <a:schemeClr val="bg1"/>
              </a:solidFill>
              <a:latin typeface="Museo Sans Cyrl 500" panose="02000000000000000000" pitchFamily="50" charset="-52"/>
              <a:cs typeface="Arial Black"/>
            </a:endParaRPr>
          </a:p>
          <a:p>
            <a:pPr algn="ctr" defTabSz="914377">
              <a:defRPr/>
            </a:pPr>
            <a:endParaRPr lang="en-US" sz="1000" dirty="0">
              <a:solidFill>
                <a:schemeClr val="bg1"/>
              </a:solidFill>
              <a:latin typeface="Museo Sans Cyrl 500" panose="02000000000000000000" pitchFamily="50" charset="-52"/>
              <a:cs typeface="Arial Black"/>
            </a:endParaRPr>
          </a:p>
        </p:txBody>
      </p:sp>
      <p:sp>
        <p:nvSpPr>
          <p:cNvPr id="8" name="Rectangle 7"/>
          <p:cNvSpPr/>
          <p:nvPr/>
        </p:nvSpPr>
        <p:spPr>
          <a:xfrm>
            <a:off x="1339989" y="2022509"/>
            <a:ext cx="7228459" cy="2450094"/>
          </a:xfrm>
          <a:prstGeom prst="rect">
            <a:avLst/>
          </a:prstGeom>
          <a:effectLst>
            <a:outerShdw blurRad="50800" dist="38100" dir="2700000" sx="103000" sy="103000" algn="tl" rotWithShape="0">
              <a:prstClr val="black">
                <a:alpha val="40000"/>
              </a:prstClr>
            </a:outerShdw>
          </a:effectLst>
        </p:spPr>
        <p:txBody>
          <a:bodyPr wrap="square">
            <a:spAutoFit/>
          </a:bodyPr>
          <a:lstStyle/>
          <a:p>
            <a:pPr marL="342900" marR="0" lvl="0" indent="-342900">
              <a:lnSpc>
                <a:spcPct val="107000"/>
              </a:lnSpc>
              <a:spcBef>
                <a:spcPts val="0"/>
              </a:spcBef>
              <a:spcAft>
                <a:spcPts val="0"/>
              </a:spcAft>
              <a:buFont typeface="Calibri" panose="020F0502020204030204" pitchFamily="34" charset="0"/>
              <a:buChar char="-"/>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Read (how to read)</a:t>
            </a:r>
          </a:p>
          <a:p>
            <a:pPr marL="342900" marR="0" lvl="0" indent="-342900">
              <a:lnSpc>
                <a:spcPct val="107000"/>
              </a:lnSpc>
              <a:spcBef>
                <a:spcPts val="0"/>
              </a:spcBef>
              <a:spcAft>
                <a:spcPts val="0"/>
              </a:spcAft>
              <a:buFont typeface="Calibri" panose="020F0502020204030204" pitchFamily="34" charset="0"/>
              <a:buChar char="-"/>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Listen</a:t>
            </a:r>
          </a:p>
          <a:p>
            <a:pPr marL="342900" marR="0" lvl="0" indent="-342900">
              <a:lnSpc>
                <a:spcPct val="107000"/>
              </a:lnSpc>
              <a:spcBef>
                <a:spcPts val="0"/>
              </a:spcBef>
              <a:spcAft>
                <a:spcPts val="0"/>
              </a:spcAft>
              <a:buFont typeface="Calibri" panose="020F0502020204030204" pitchFamily="34" charset="0"/>
              <a:buChar char="-"/>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Analyze and synthesize (formal logic)</a:t>
            </a:r>
          </a:p>
          <a:p>
            <a:pPr marL="342900" marR="0" lvl="0" indent="-342900">
              <a:lnSpc>
                <a:spcPct val="107000"/>
              </a:lnSpc>
              <a:spcBef>
                <a:spcPts val="0"/>
              </a:spcBef>
              <a:spcAft>
                <a:spcPts val="0"/>
              </a:spcAft>
              <a:buFont typeface="Calibri" panose="020F0502020204030204" pitchFamily="34" charset="0"/>
              <a:buChar char="-"/>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Discuss (art of discussion)</a:t>
            </a:r>
          </a:p>
          <a:p>
            <a:pPr marL="342900" marR="0" lvl="0" indent="-342900">
              <a:lnSpc>
                <a:spcPct val="107000"/>
              </a:lnSpc>
              <a:spcBef>
                <a:spcPts val="0"/>
              </a:spcBef>
              <a:spcAft>
                <a:spcPts val="0"/>
              </a:spcAft>
              <a:buFont typeface="Calibri" panose="020F0502020204030204" pitchFamily="34" charset="0"/>
              <a:buChar char="-"/>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Learn</a:t>
            </a:r>
          </a:p>
          <a:p>
            <a:pPr marL="342900" marR="0" lvl="0" indent="-342900">
              <a:lnSpc>
                <a:spcPct val="107000"/>
              </a:lnSpc>
              <a:spcBef>
                <a:spcPts val="0"/>
              </a:spcBef>
              <a:spcAft>
                <a:spcPts val="0"/>
              </a:spcAft>
              <a:buFont typeface="Calibri" panose="020F0502020204030204" pitchFamily="34" charset="0"/>
              <a:buChar char="-"/>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Teach</a:t>
            </a:r>
          </a:p>
          <a:p>
            <a:pPr marL="342900" marR="0" lvl="0" indent="-342900">
              <a:lnSpc>
                <a:spcPct val="107000"/>
              </a:lnSpc>
              <a:spcBef>
                <a:spcPts val="0"/>
              </a:spcBef>
              <a:spcAft>
                <a:spcPts val="0"/>
              </a:spcAft>
              <a:buFont typeface="Calibri" panose="020F0502020204030204" pitchFamily="34" charset="0"/>
              <a:buChar char="-"/>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Solve</a:t>
            </a:r>
          </a:p>
          <a:p>
            <a:pPr marL="342900" marR="0" lvl="0" indent="-342900">
              <a:lnSpc>
                <a:spcPct val="107000"/>
              </a:lnSpc>
              <a:spcBef>
                <a:spcPts val="0"/>
              </a:spcBef>
              <a:spcAft>
                <a:spcPts val="800"/>
              </a:spcAft>
              <a:buFont typeface="Calibri" panose="020F0502020204030204" pitchFamily="34" charset="0"/>
              <a:buChar char="-"/>
            </a:pPr>
            <a:r>
              <a:rPr lang="en-US" sz="1800" dirty="0">
                <a:solidFill>
                  <a:schemeClr val="accent2">
                    <a:lumMod val="60000"/>
                    <a:lumOff val="40000"/>
                  </a:schemeClr>
                </a:solidFill>
                <a:effectLst/>
                <a:latin typeface="Calibri" panose="020F0502020204030204" pitchFamily="34" charset="0"/>
                <a:ea typeface="Calibri" panose="020F0502020204030204" pitchFamily="34" charset="0"/>
                <a:cs typeface="Times New Roman" panose="02020603050405020304" pitchFamily="18" charset="0"/>
              </a:rPr>
              <a:t>Lead</a:t>
            </a:r>
          </a:p>
        </p:txBody>
      </p:sp>
    </p:spTree>
    <p:extLst>
      <p:ext uri="{BB962C8B-B14F-4D97-AF65-F5344CB8AC3E}">
        <p14:creationId xmlns:p14="http://schemas.microsoft.com/office/powerpoint/2010/main" val="3231102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7" name="Rectangle 56"/>
          <p:cNvSpPr/>
          <p:nvPr/>
        </p:nvSpPr>
        <p:spPr>
          <a:xfrm>
            <a:off x="1416189" y="641576"/>
            <a:ext cx="3557888" cy="800219"/>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Key skills</a:t>
            </a:r>
            <a:endParaRPr lang="ru-RU" sz="1100" dirty="0">
              <a:solidFill>
                <a:schemeClr val="bg1"/>
              </a:solidFill>
              <a:latin typeface="Museo Sans Cyrl 500" panose="02000000000000000000" pitchFamily="50" charset="-52"/>
              <a:cs typeface="Arial Black"/>
            </a:endParaRPr>
          </a:p>
          <a:p>
            <a:pPr algn="ctr" defTabSz="914377">
              <a:defRPr/>
            </a:pPr>
            <a:endParaRPr lang="en-US" sz="1000" dirty="0">
              <a:solidFill>
                <a:schemeClr val="bg1"/>
              </a:solidFill>
              <a:latin typeface="Museo Sans Cyrl 500" panose="02000000000000000000" pitchFamily="50" charset="-52"/>
              <a:cs typeface="Arial Black"/>
            </a:endParaRPr>
          </a:p>
        </p:txBody>
      </p:sp>
      <p:sp>
        <p:nvSpPr>
          <p:cNvPr id="8" name="Rectangle 7"/>
          <p:cNvSpPr/>
          <p:nvPr/>
        </p:nvSpPr>
        <p:spPr>
          <a:xfrm>
            <a:off x="1339989" y="2022509"/>
            <a:ext cx="2431025" cy="2450094"/>
          </a:xfrm>
          <a:prstGeom prst="rect">
            <a:avLst/>
          </a:prstGeom>
          <a:effectLst>
            <a:outerShdw blurRad="50800" dist="38100" dir="2700000" sx="103000" sy="103000" algn="tl" rotWithShape="0">
              <a:prstClr val="black">
                <a:alpha val="40000"/>
              </a:prstClr>
            </a:outerShdw>
          </a:effectLst>
        </p:spPr>
        <p:txBody>
          <a:bodyPr wrap="square">
            <a:spAutoFit/>
          </a:bodyPr>
          <a:lstStyle/>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Personal skills:</a:t>
            </a:r>
          </a:p>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 communication</a:t>
            </a:r>
          </a:p>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 management styles</a:t>
            </a:r>
          </a:p>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 relationship</a:t>
            </a:r>
          </a:p>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 self education</a:t>
            </a:r>
          </a:p>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 thinking</a:t>
            </a:r>
          </a:p>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 time management</a:t>
            </a:r>
          </a:p>
          <a:p>
            <a:pPr marR="0" lvl="0">
              <a:lnSpc>
                <a:spcPct val="107000"/>
              </a:lnSpc>
              <a:spcBef>
                <a:spcPts val="0"/>
              </a:spcBef>
              <a:spcAft>
                <a:spcPts val="0"/>
              </a:spcAft>
            </a:pPr>
            <a:endPar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8362BB57-7903-4F05-8B95-2D6EBD316FB5}"/>
              </a:ext>
            </a:extLst>
          </p:cNvPr>
          <p:cNvSpPr/>
          <p:nvPr/>
        </p:nvSpPr>
        <p:spPr>
          <a:xfrm>
            <a:off x="4571999" y="1933904"/>
            <a:ext cx="3125973" cy="1857368"/>
          </a:xfrm>
          <a:prstGeom prst="rect">
            <a:avLst/>
          </a:prstGeom>
          <a:effectLst>
            <a:outerShdw blurRad="50800" dist="38100" dir="2700000" sx="103000" sy="103000" algn="tl" rotWithShape="0">
              <a:prstClr val="black">
                <a:alpha val="40000"/>
              </a:prstClr>
            </a:outerShdw>
          </a:effectLst>
        </p:spPr>
        <p:txBody>
          <a:bodyPr wrap="square">
            <a:spAutoFit/>
          </a:bodyPr>
          <a:lstStyle/>
          <a:p>
            <a:pPr marR="0" lvl="0">
              <a:lnSpc>
                <a:spcPct val="107000"/>
              </a:lnSpc>
              <a:spcBef>
                <a:spcPts val="0"/>
              </a:spcBef>
              <a:spcAft>
                <a:spcPts val="0"/>
              </a:spcAft>
            </a:pPr>
            <a:r>
              <a:rPr lang="en-US" sz="1800" dirty="0">
                <a:solidFill>
                  <a:schemeClr val="bg1"/>
                </a:solidFill>
                <a:latin typeface="Calibri" panose="020F0502020204030204" pitchFamily="34" charset="0"/>
                <a:ea typeface="Calibri" panose="020F0502020204030204" pitchFamily="34" charset="0"/>
                <a:cs typeface="Times New Roman" panose="02020603050405020304" pitchFamily="18" charset="0"/>
              </a:rPr>
              <a:t>R</a:t>
            </a: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oles and responsibilities:</a:t>
            </a:r>
          </a:p>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 administrator</a:t>
            </a:r>
          </a:p>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 integrator</a:t>
            </a:r>
          </a:p>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 people manager</a:t>
            </a:r>
          </a:p>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 product owner</a:t>
            </a:r>
          </a:p>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 technical lead</a:t>
            </a:r>
          </a:p>
        </p:txBody>
      </p:sp>
    </p:spTree>
    <p:extLst>
      <p:ext uri="{BB962C8B-B14F-4D97-AF65-F5344CB8AC3E}">
        <p14:creationId xmlns:p14="http://schemas.microsoft.com/office/powerpoint/2010/main" val="981463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7" name="Rectangle 56"/>
          <p:cNvSpPr/>
          <p:nvPr/>
        </p:nvSpPr>
        <p:spPr>
          <a:xfrm>
            <a:off x="1416189" y="641576"/>
            <a:ext cx="3557888" cy="800219"/>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Key skills</a:t>
            </a:r>
            <a:endParaRPr lang="ru-RU" sz="1100" dirty="0">
              <a:solidFill>
                <a:schemeClr val="bg1"/>
              </a:solidFill>
              <a:latin typeface="Museo Sans Cyrl 500" panose="02000000000000000000" pitchFamily="50" charset="-52"/>
              <a:cs typeface="Arial Black"/>
            </a:endParaRPr>
          </a:p>
          <a:p>
            <a:pPr algn="ctr" defTabSz="914377">
              <a:defRPr/>
            </a:pPr>
            <a:endParaRPr lang="en-US" sz="1000" dirty="0">
              <a:solidFill>
                <a:schemeClr val="bg1"/>
              </a:solidFill>
              <a:latin typeface="Museo Sans Cyrl 500" panose="02000000000000000000" pitchFamily="50" charset="-52"/>
              <a:cs typeface="Arial Black"/>
            </a:endParaRPr>
          </a:p>
        </p:txBody>
      </p:sp>
      <p:sp>
        <p:nvSpPr>
          <p:cNvPr id="8" name="Rectangle 7"/>
          <p:cNvSpPr/>
          <p:nvPr/>
        </p:nvSpPr>
        <p:spPr>
          <a:xfrm>
            <a:off x="1339989" y="2022509"/>
            <a:ext cx="2431025" cy="2153731"/>
          </a:xfrm>
          <a:prstGeom prst="rect">
            <a:avLst/>
          </a:prstGeom>
          <a:effectLst>
            <a:outerShdw blurRad="50800" dist="38100" dir="2700000" sx="103000" sy="103000" algn="tl" rotWithShape="0">
              <a:prstClr val="black">
                <a:alpha val="40000"/>
              </a:prstClr>
            </a:outerShdw>
          </a:effectLst>
        </p:spPr>
        <p:txBody>
          <a:bodyPr wrap="square">
            <a:spAutoFit/>
          </a:bodyPr>
          <a:lstStyle/>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team development</a:t>
            </a:r>
          </a:p>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estimations</a:t>
            </a:r>
          </a:p>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agile</a:t>
            </a:r>
          </a:p>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feedback</a:t>
            </a:r>
          </a:p>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knowledge sharing</a:t>
            </a:r>
          </a:p>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facilitation</a:t>
            </a:r>
          </a:p>
          <a:p>
            <a:pPr marR="0" lvl="0">
              <a:lnSpc>
                <a:spcPct val="107000"/>
              </a:lnSpc>
              <a:spcBef>
                <a:spcPts val="0"/>
              </a:spcBef>
              <a:spcAft>
                <a:spcPts val="0"/>
              </a:spcAft>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teaching</a:t>
            </a:r>
          </a:p>
        </p:txBody>
      </p:sp>
    </p:spTree>
    <p:extLst>
      <p:ext uri="{BB962C8B-B14F-4D97-AF65-F5344CB8AC3E}">
        <p14:creationId xmlns:p14="http://schemas.microsoft.com/office/powerpoint/2010/main" val="1981651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7" name="Rectangle 56"/>
          <p:cNvSpPr/>
          <p:nvPr/>
        </p:nvSpPr>
        <p:spPr>
          <a:xfrm>
            <a:off x="573438" y="641576"/>
            <a:ext cx="8097864"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b="1" spc="100" dirty="0">
                <a:solidFill>
                  <a:schemeClr val="bg1"/>
                </a:solidFill>
              </a:rPr>
              <a:t>Team development model by Tackman</a:t>
            </a:r>
          </a:p>
        </p:txBody>
      </p:sp>
      <p:pic>
        <p:nvPicPr>
          <p:cNvPr id="6148" name="Picture 4" descr="4.2 Five Models for Understanding Team Dynamics – Technical Writing  Essentials">
            <a:extLst>
              <a:ext uri="{FF2B5EF4-FFF2-40B4-BE49-F238E27FC236}">
                <a16:creationId xmlns:a16="http://schemas.microsoft.com/office/drawing/2014/main" id="{3DDB4609-5A09-491A-A376-73A33CF7BD5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15928" y="1404724"/>
            <a:ext cx="3312142" cy="317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2878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7" name="Rectangle 56"/>
          <p:cNvSpPr/>
          <p:nvPr/>
        </p:nvSpPr>
        <p:spPr>
          <a:xfrm>
            <a:off x="658678" y="641576"/>
            <a:ext cx="7966129" cy="1200329"/>
          </a:xfrm>
          <a:prstGeom prst="rect">
            <a:avLst/>
          </a:prstGeom>
          <a:effectLst>
            <a:outerShdw blurRad="50800" dist="38100" dir="2700000" sx="103000" sy="103000" algn="tl" rotWithShape="0">
              <a:prstClr val="black">
                <a:alpha val="40000"/>
              </a:prstClr>
            </a:outerShdw>
          </a:effectLst>
        </p:spPr>
        <p:txBody>
          <a:bodyPr wrap="square">
            <a:spAutoFit/>
          </a:bodyPr>
          <a:lstStyle/>
          <a:p>
            <a:pPr algn="ctr" defTabSz="914377">
              <a:defRPr/>
            </a:pPr>
            <a:r>
              <a:rPr lang="en-US" sz="3600" b="1" spc="100" dirty="0">
                <a:solidFill>
                  <a:schemeClr val="bg1"/>
                </a:solidFill>
              </a:rPr>
              <a:t>THE FUNDAMENTAL ATTRIBUTION ERROR</a:t>
            </a:r>
          </a:p>
        </p:txBody>
      </p:sp>
      <p:pic>
        <p:nvPicPr>
          <p:cNvPr id="11266" name="Picture 2" descr="Fundamental Attribution Error: Why You Make Terrible Life Choices">
            <a:extLst>
              <a:ext uri="{FF2B5EF4-FFF2-40B4-BE49-F238E27FC236}">
                <a16:creationId xmlns:a16="http://schemas.microsoft.com/office/drawing/2014/main" id="{C568E9D9-6510-4F0C-BBB6-CA5CF5467E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9757" y="1925233"/>
            <a:ext cx="5505450" cy="275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7690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7" name="Rectangle 56"/>
          <p:cNvSpPr/>
          <p:nvPr/>
        </p:nvSpPr>
        <p:spPr>
          <a:xfrm>
            <a:off x="618130" y="641576"/>
            <a:ext cx="8146162" cy="1200329"/>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b="1" spc="100" dirty="0">
                <a:solidFill>
                  <a:schemeClr val="bg1"/>
                </a:solidFill>
              </a:rPr>
              <a:t>Try to look at every situation in 3 types of perspective (Dialectics method):</a:t>
            </a:r>
          </a:p>
        </p:txBody>
      </p:sp>
      <p:sp>
        <p:nvSpPr>
          <p:cNvPr id="8" name="Rectangle 7"/>
          <p:cNvSpPr/>
          <p:nvPr/>
        </p:nvSpPr>
        <p:spPr>
          <a:xfrm>
            <a:off x="772585" y="2065039"/>
            <a:ext cx="7753285" cy="2677656"/>
          </a:xfrm>
          <a:prstGeom prst="rect">
            <a:avLst/>
          </a:prstGeom>
          <a:effectLst>
            <a:outerShdw blurRad="50800" dist="38100" dir="2700000" sx="103000" sy="103000" algn="tl" rotWithShape="0">
              <a:prstClr val="black">
                <a:alpha val="40000"/>
              </a:prstClr>
            </a:outerShdw>
          </a:effectLst>
        </p:spPr>
        <p:txBody>
          <a:bodyPr wrap="square">
            <a:spAutoFit/>
          </a:bodyPr>
          <a:lstStyle/>
          <a:p>
            <a:pPr marL="457200" indent="-457200" defTabSz="914377">
              <a:buFont typeface="Arial" panose="020B0604020202020204" pitchFamily="34" charset="0"/>
              <a:buChar char="•"/>
              <a:defRPr/>
            </a:pPr>
            <a:r>
              <a:rPr lang="en-US" sz="2800" b="1" spc="100" dirty="0">
                <a:solidFill>
                  <a:schemeClr val="bg1"/>
                </a:solidFill>
              </a:rPr>
              <a:t>from many sides and point of views in the current moment</a:t>
            </a:r>
          </a:p>
          <a:p>
            <a:pPr marL="457200" indent="-457200" defTabSz="914377">
              <a:buFont typeface="Arial" panose="020B0604020202020204" pitchFamily="34" charset="0"/>
              <a:buChar char="•"/>
              <a:defRPr/>
            </a:pPr>
            <a:r>
              <a:rPr lang="en-US" sz="2800" b="1" spc="100" dirty="0">
                <a:solidFill>
                  <a:schemeClr val="bg1"/>
                </a:solidFill>
              </a:rPr>
              <a:t>in development - how did we come to this situation and what will be effects in future</a:t>
            </a:r>
          </a:p>
          <a:p>
            <a:pPr marL="457200" indent="-457200" defTabSz="914377">
              <a:buFont typeface="Arial" panose="020B0604020202020204" pitchFamily="34" charset="0"/>
              <a:buChar char="•"/>
              <a:defRPr/>
            </a:pPr>
            <a:r>
              <a:rPr lang="en-US" sz="2800" b="1" spc="100" dirty="0">
                <a:solidFill>
                  <a:schemeClr val="bg1"/>
                </a:solidFill>
              </a:rPr>
              <a:t>in collision - how does this situation affects other workers and processes</a:t>
            </a:r>
          </a:p>
        </p:txBody>
      </p:sp>
    </p:spTree>
    <p:extLst>
      <p:ext uri="{BB962C8B-B14F-4D97-AF65-F5344CB8AC3E}">
        <p14:creationId xmlns:p14="http://schemas.microsoft.com/office/powerpoint/2010/main" val="3162979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7" name="Rectangle 56"/>
          <p:cNvSpPr/>
          <p:nvPr/>
        </p:nvSpPr>
        <p:spPr>
          <a:xfrm>
            <a:off x="1416188" y="641576"/>
            <a:ext cx="6466081" cy="830997"/>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400" b="1" spc="100" dirty="0">
                <a:solidFill>
                  <a:schemeClr val="bg1"/>
                </a:solidFill>
              </a:rPr>
              <a:t>So, you've just become a team lead of new team that will work on new project… </a:t>
            </a:r>
          </a:p>
        </p:txBody>
      </p:sp>
      <p:sp>
        <p:nvSpPr>
          <p:cNvPr id="8" name="Rectangle 7"/>
          <p:cNvSpPr/>
          <p:nvPr/>
        </p:nvSpPr>
        <p:spPr>
          <a:xfrm>
            <a:off x="695356" y="1661271"/>
            <a:ext cx="7753285" cy="3293209"/>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1600" b="1" spc="100" dirty="0">
                <a:solidFill>
                  <a:schemeClr val="bg1"/>
                </a:solidFill>
              </a:rPr>
              <a:t>Team:</a:t>
            </a:r>
          </a:p>
          <a:p>
            <a:pPr marL="285750" indent="-285750" defTabSz="914377">
              <a:buFont typeface="Arial" panose="020B0604020202020204" pitchFamily="34" charset="0"/>
              <a:buChar char="•"/>
              <a:defRPr/>
            </a:pPr>
            <a:r>
              <a:rPr lang="en-US" sz="1600" b="1" spc="100" dirty="0">
                <a:solidFill>
                  <a:schemeClr val="bg1"/>
                </a:solidFill>
              </a:rPr>
              <a:t>Adam - key developer with a huge experience, more interested in technical staff</a:t>
            </a:r>
          </a:p>
          <a:p>
            <a:pPr marL="285750" indent="-285750" defTabSz="914377">
              <a:buFont typeface="Arial" panose="020B0604020202020204" pitchFamily="34" charset="0"/>
              <a:buChar char="•"/>
              <a:defRPr/>
            </a:pPr>
            <a:r>
              <a:rPr lang="en-US" sz="1600" b="1" spc="100" dirty="0">
                <a:solidFill>
                  <a:schemeClr val="bg1"/>
                </a:solidFill>
              </a:rPr>
              <a:t>Bob - strong middle developer with specific experience, which is required for this project - also he very likes his previous team and its lead, and he doesn't believe that this one can be half as good as previous </a:t>
            </a:r>
          </a:p>
          <a:p>
            <a:pPr marL="285750" indent="-285750" defTabSz="914377">
              <a:buFont typeface="Arial" panose="020B0604020202020204" pitchFamily="34" charset="0"/>
              <a:buChar char="•"/>
              <a:defRPr/>
            </a:pPr>
            <a:r>
              <a:rPr lang="en-US" sz="1600" b="1" spc="100" dirty="0">
                <a:solidFill>
                  <a:schemeClr val="bg1"/>
                </a:solidFill>
              </a:rPr>
              <a:t>Eva - junior superstar developer, like to learn - interested in everything</a:t>
            </a:r>
          </a:p>
          <a:p>
            <a:pPr marL="285750" indent="-285750" defTabSz="914377">
              <a:buFont typeface="Arial" panose="020B0604020202020204" pitchFamily="34" charset="0"/>
              <a:buChar char="•"/>
              <a:defRPr/>
            </a:pPr>
            <a:r>
              <a:rPr lang="en-US" sz="1600" b="1" spc="100" dirty="0">
                <a:solidFill>
                  <a:schemeClr val="bg1"/>
                </a:solidFill>
              </a:rPr>
              <a:t>Diana - tester, wants to grow in test automation</a:t>
            </a:r>
          </a:p>
          <a:p>
            <a:pPr marL="285750" indent="-285750" defTabSz="914377">
              <a:buFont typeface="Arial" panose="020B0604020202020204" pitchFamily="34" charset="0"/>
              <a:buChar char="•"/>
              <a:defRPr/>
            </a:pPr>
            <a:r>
              <a:rPr lang="en-US" sz="1600" b="1" spc="100" dirty="0">
                <a:solidFill>
                  <a:schemeClr val="bg1"/>
                </a:solidFill>
              </a:rPr>
              <a:t>Mary - PO + business analytic from client's side, owns most of the communications with the customer</a:t>
            </a:r>
          </a:p>
          <a:p>
            <a:pPr marL="285750" indent="-285750" defTabSz="914377">
              <a:buFont typeface="Arial" panose="020B0604020202020204" pitchFamily="34" charset="0"/>
              <a:buChar char="•"/>
              <a:defRPr/>
            </a:pPr>
            <a:r>
              <a:rPr lang="en-US" sz="1600" b="1" spc="100" dirty="0">
                <a:solidFill>
                  <a:schemeClr val="bg1"/>
                </a:solidFill>
              </a:rPr>
              <a:t>Dean - scrum master, he is good at setting up of standard ceremonies, but don't expect something more from him </a:t>
            </a:r>
          </a:p>
          <a:p>
            <a:pPr marL="285750" indent="-285750" defTabSz="914377">
              <a:buFont typeface="Arial" panose="020B0604020202020204" pitchFamily="34" charset="0"/>
              <a:buChar char="•"/>
              <a:defRPr/>
            </a:pPr>
            <a:r>
              <a:rPr lang="en-US" sz="1600" b="1" spc="100" dirty="0">
                <a:solidFill>
                  <a:schemeClr val="bg1"/>
                </a:solidFill>
              </a:rPr>
              <a:t>Pavel - DevOps, trying to make fully automated CI / CD on the project</a:t>
            </a:r>
          </a:p>
        </p:txBody>
      </p:sp>
    </p:spTree>
    <p:extLst>
      <p:ext uri="{BB962C8B-B14F-4D97-AF65-F5344CB8AC3E}">
        <p14:creationId xmlns:p14="http://schemas.microsoft.com/office/powerpoint/2010/main" val="2789850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2" name="Oval 51"/>
          <p:cNvSpPr/>
          <p:nvPr/>
        </p:nvSpPr>
        <p:spPr bwMode="auto">
          <a:xfrm>
            <a:off x="338745" y="628231"/>
            <a:ext cx="1001244" cy="1001245"/>
          </a:xfrm>
          <a:prstGeom prst="ellipse">
            <a:avLst/>
          </a:prstGeom>
          <a:noFill/>
          <a:ln w="28575">
            <a:solidFill>
              <a:schemeClr val="bg1"/>
            </a:solidFill>
          </a:ln>
        </p:spPr>
        <p:style>
          <a:lnRef idx="2">
            <a:schemeClr val="accent2"/>
          </a:lnRef>
          <a:fillRef idx="1">
            <a:schemeClr val="lt1"/>
          </a:fillRef>
          <a:effectRef idx="0">
            <a:schemeClr val="accent2"/>
          </a:effectRef>
          <a:fontRef idx="minor">
            <a:schemeClr val="dk1"/>
          </a:fontRef>
        </p:style>
        <p:txBody>
          <a:bodyPr anchor="ctr"/>
          <a:lstStyle/>
          <a:p>
            <a:pPr algn="ctr" defTabSz="914377">
              <a:defRPr/>
            </a:pPr>
            <a:endParaRPr lang="en-US" sz="2400" dirty="0">
              <a:solidFill>
                <a:srgbClr val="464547"/>
              </a:solidFill>
            </a:endParaRPr>
          </a:p>
        </p:txBody>
      </p:sp>
      <p:sp>
        <p:nvSpPr>
          <p:cNvPr id="57" name="Rectangle 56"/>
          <p:cNvSpPr/>
          <p:nvPr/>
        </p:nvSpPr>
        <p:spPr>
          <a:xfrm>
            <a:off x="1416188" y="641576"/>
            <a:ext cx="7004797"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Case 1: New beginning</a:t>
            </a:r>
            <a:endParaRPr lang="en-US" sz="1000" dirty="0">
              <a:solidFill>
                <a:schemeClr val="bg1"/>
              </a:solidFill>
              <a:latin typeface="Museo Sans Cyrl 500" panose="02000000000000000000" pitchFamily="50" charset="-52"/>
              <a:cs typeface="Arial Black"/>
            </a:endParaRPr>
          </a:p>
        </p:txBody>
      </p:sp>
      <p:sp>
        <p:nvSpPr>
          <p:cNvPr id="2" name="Rectangle 1"/>
          <p:cNvSpPr/>
          <p:nvPr/>
        </p:nvSpPr>
        <p:spPr>
          <a:xfrm>
            <a:off x="1443980" y="1222290"/>
            <a:ext cx="1450590" cy="300082"/>
          </a:xfrm>
          <a:prstGeom prst="rect">
            <a:avLst/>
          </a:prstGeom>
        </p:spPr>
        <p:txBody>
          <a:bodyPr wrap="none">
            <a:spAutoFit/>
          </a:bodyPr>
          <a:lstStyle/>
          <a:p>
            <a:pPr defTabSz="914377">
              <a:defRPr/>
            </a:pPr>
            <a:r>
              <a:rPr lang="en-US" dirty="0">
                <a:solidFill>
                  <a:schemeClr val="bg1"/>
                </a:solidFill>
                <a:latin typeface="Museo Sans Cyrl 300" panose="02000000000000000000" pitchFamily="50" charset="-52"/>
                <a:cs typeface="Arial Black"/>
              </a:rPr>
              <a:t>for Team Leader</a:t>
            </a:r>
            <a:endParaRPr lang="ru-RU" sz="1100" dirty="0">
              <a:solidFill>
                <a:schemeClr val="bg1"/>
              </a:solidFill>
              <a:latin typeface="Museo Sans Cyrl 300" panose="02000000000000000000" pitchFamily="50" charset="-52"/>
              <a:cs typeface="Arial Black"/>
            </a:endParaRPr>
          </a:p>
        </p:txBody>
      </p:sp>
      <p:sp>
        <p:nvSpPr>
          <p:cNvPr id="8" name="Rectangle 7"/>
          <p:cNvSpPr/>
          <p:nvPr/>
        </p:nvSpPr>
        <p:spPr>
          <a:xfrm>
            <a:off x="1339989" y="2022509"/>
            <a:ext cx="7228459" cy="954107"/>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j-lt"/>
                <a:cs typeface="Arial Black"/>
              </a:rPr>
              <a:t>You've just met your new team.</a:t>
            </a:r>
          </a:p>
          <a:p>
            <a:pPr defTabSz="914377">
              <a:defRPr/>
            </a:pPr>
            <a:r>
              <a:rPr lang="en-US" sz="2800" dirty="0">
                <a:solidFill>
                  <a:schemeClr val="accent2">
                    <a:lumMod val="60000"/>
                    <a:lumOff val="40000"/>
                  </a:schemeClr>
                </a:solidFill>
                <a:latin typeface="+mj-lt"/>
                <a:cs typeface="Arial Black"/>
              </a:rPr>
              <a:t>What will be your first actions?</a:t>
            </a:r>
            <a:endParaRPr lang="en-US" sz="3600" b="1" spc="100" dirty="0">
              <a:solidFill>
                <a:schemeClr val="accent2">
                  <a:lumMod val="60000"/>
                  <a:lumOff val="40000"/>
                </a:schemeClr>
              </a:solidFill>
            </a:endParaRPr>
          </a:p>
        </p:txBody>
      </p:sp>
      <p:pic>
        <p:nvPicPr>
          <p:cNvPr id="9" name="Picture 8"/>
          <p:cNvPicPr>
            <a:picLocks noChangeAspect="1"/>
          </p:cNvPicPr>
          <p:nvPr/>
        </p:nvPicPr>
        <p:blipFill>
          <a:blip r:embed="rId5" cstate="print">
            <a:biLevel thresh="50000"/>
            <a:extLst>
              <a:ext uri="{28A0092B-C50C-407E-A947-70E740481C1C}">
                <a14:useLocalDpi xmlns:a14="http://schemas.microsoft.com/office/drawing/2010/main" val="0"/>
              </a:ext>
            </a:extLst>
          </a:blip>
          <a:stretch>
            <a:fillRect/>
          </a:stretch>
        </p:blipFill>
        <p:spPr>
          <a:xfrm>
            <a:off x="529094" y="818580"/>
            <a:ext cx="620546" cy="620546"/>
          </a:xfrm>
          <a:prstGeom prst="rect">
            <a:avLst/>
          </a:prstGeom>
        </p:spPr>
      </p:pic>
    </p:spTree>
    <p:extLst>
      <p:ext uri="{BB962C8B-B14F-4D97-AF65-F5344CB8AC3E}">
        <p14:creationId xmlns:p14="http://schemas.microsoft.com/office/powerpoint/2010/main" val="2603736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2" name="Oval 51"/>
          <p:cNvSpPr/>
          <p:nvPr/>
        </p:nvSpPr>
        <p:spPr bwMode="auto">
          <a:xfrm>
            <a:off x="338745" y="628231"/>
            <a:ext cx="1001244" cy="1001245"/>
          </a:xfrm>
          <a:prstGeom prst="ellipse">
            <a:avLst/>
          </a:prstGeom>
          <a:noFill/>
          <a:ln w="28575">
            <a:solidFill>
              <a:schemeClr val="bg1"/>
            </a:solidFill>
          </a:ln>
        </p:spPr>
        <p:style>
          <a:lnRef idx="2">
            <a:schemeClr val="accent2"/>
          </a:lnRef>
          <a:fillRef idx="1">
            <a:schemeClr val="lt1"/>
          </a:fillRef>
          <a:effectRef idx="0">
            <a:schemeClr val="accent2"/>
          </a:effectRef>
          <a:fontRef idx="minor">
            <a:schemeClr val="dk1"/>
          </a:fontRef>
        </p:style>
        <p:txBody>
          <a:bodyPr anchor="ctr"/>
          <a:lstStyle/>
          <a:p>
            <a:pPr algn="ctr" defTabSz="914377">
              <a:defRPr/>
            </a:pPr>
            <a:endParaRPr lang="en-US" sz="2400" dirty="0">
              <a:solidFill>
                <a:srgbClr val="464547"/>
              </a:solidFill>
            </a:endParaRPr>
          </a:p>
        </p:txBody>
      </p:sp>
      <p:sp>
        <p:nvSpPr>
          <p:cNvPr id="57" name="Rectangle 56"/>
          <p:cNvSpPr/>
          <p:nvPr/>
        </p:nvSpPr>
        <p:spPr>
          <a:xfrm>
            <a:off x="1416188" y="641576"/>
            <a:ext cx="7004797"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Case 2: Chose</a:t>
            </a:r>
            <a:endParaRPr lang="en-US" sz="1000" dirty="0">
              <a:solidFill>
                <a:schemeClr val="bg1"/>
              </a:solidFill>
              <a:latin typeface="Museo Sans Cyrl 500" panose="02000000000000000000" pitchFamily="50" charset="-52"/>
              <a:cs typeface="Arial Black"/>
            </a:endParaRPr>
          </a:p>
        </p:txBody>
      </p:sp>
      <p:sp>
        <p:nvSpPr>
          <p:cNvPr id="2" name="Rectangle 1"/>
          <p:cNvSpPr/>
          <p:nvPr/>
        </p:nvSpPr>
        <p:spPr>
          <a:xfrm>
            <a:off x="1443980" y="1222290"/>
            <a:ext cx="1450590" cy="300082"/>
          </a:xfrm>
          <a:prstGeom prst="rect">
            <a:avLst/>
          </a:prstGeom>
        </p:spPr>
        <p:txBody>
          <a:bodyPr wrap="none">
            <a:spAutoFit/>
          </a:bodyPr>
          <a:lstStyle/>
          <a:p>
            <a:pPr defTabSz="914377">
              <a:defRPr/>
            </a:pPr>
            <a:r>
              <a:rPr lang="en-US" dirty="0">
                <a:solidFill>
                  <a:schemeClr val="bg1"/>
                </a:solidFill>
                <a:latin typeface="Museo Sans Cyrl 300" panose="02000000000000000000" pitchFamily="50" charset="-52"/>
                <a:cs typeface="Arial Black"/>
              </a:rPr>
              <a:t>for Team Leader</a:t>
            </a:r>
            <a:endParaRPr lang="ru-RU" sz="1100" dirty="0">
              <a:solidFill>
                <a:schemeClr val="bg1"/>
              </a:solidFill>
              <a:latin typeface="Museo Sans Cyrl 300" panose="02000000000000000000" pitchFamily="50" charset="-52"/>
              <a:cs typeface="Arial Black"/>
            </a:endParaRPr>
          </a:p>
        </p:txBody>
      </p:sp>
      <p:sp>
        <p:nvSpPr>
          <p:cNvPr id="8" name="Rectangle 7"/>
          <p:cNvSpPr/>
          <p:nvPr/>
        </p:nvSpPr>
        <p:spPr>
          <a:xfrm>
            <a:off x="1339989" y="2022509"/>
            <a:ext cx="7228459" cy="1815882"/>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j-lt"/>
                <a:cs typeface="Arial Black"/>
              </a:rPr>
              <a:t>In your work you need two frameworks, first is required from client's side. Second you and your team should choose. </a:t>
            </a:r>
          </a:p>
          <a:p>
            <a:pPr defTabSz="914377">
              <a:defRPr/>
            </a:pPr>
            <a:r>
              <a:rPr lang="en-US" sz="2800" dirty="0">
                <a:solidFill>
                  <a:schemeClr val="accent2">
                    <a:lumMod val="60000"/>
                    <a:lumOff val="40000"/>
                  </a:schemeClr>
                </a:solidFill>
                <a:latin typeface="+mj-lt"/>
                <a:cs typeface="Arial Black"/>
              </a:rPr>
              <a:t>How will you do it? </a:t>
            </a:r>
            <a:endParaRPr lang="en-US" sz="3600" b="1" spc="100" dirty="0">
              <a:solidFill>
                <a:schemeClr val="accent2">
                  <a:lumMod val="60000"/>
                  <a:lumOff val="40000"/>
                </a:schemeClr>
              </a:solidFill>
            </a:endParaRPr>
          </a:p>
        </p:txBody>
      </p:sp>
      <p:pic>
        <p:nvPicPr>
          <p:cNvPr id="9" name="Picture 8"/>
          <p:cNvPicPr>
            <a:picLocks noChangeAspect="1"/>
          </p:cNvPicPr>
          <p:nvPr/>
        </p:nvPicPr>
        <p:blipFill>
          <a:blip r:embed="rId5" cstate="print">
            <a:biLevel thresh="50000"/>
            <a:extLst>
              <a:ext uri="{28A0092B-C50C-407E-A947-70E740481C1C}">
                <a14:useLocalDpi xmlns:a14="http://schemas.microsoft.com/office/drawing/2010/main" val="0"/>
              </a:ext>
            </a:extLst>
          </a:blip>
          <a:stretch>
            <a:fillRect/>
          </a:stretch>
        </p:blipFill>
        <p:spPr>
          <a:xfrm>
            <a:off x="529094" y="818580"/>
            <a:ext cx="620546" cy="620546"/>
          </a:xfrm>
          <a:prstGeom prst="rect">
            <a:avLst/>
          </a:prstGeom>
        </p:spPr>
      </p:pic>
    </p:spTree>
    <p:extLst>
      <p:ext uri="{BB962C8B-B14F-4D97-AF65-F5344CB8AC3E}">
        <p14:creationId xmlns:p14="http://schemas.microsoft.com/office/powerpoint/2010/main" val="2634122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2" name="Oval 51"/>
          <p:cNvSpPr/>
          <p:nvPr/>
        </p:nvSpPr>
        <p:spPr bwMode="auto">
          <a:xfrm>
            <a:off x="338745" y="628231"/>
            <a:ext cx="1001244" cy="1001245"/>
          </a:xfrm>
          <a:prstGeom prst="ellipse">
            <a:avLst/>
          </a:prstGeom>
          <a:noFill/>
          <a:ln w="28575">
            <a:solidFill>
              <a:schemeClr val="bg1"/>
            </a:solidFill>
          </a:ln>
        </p:spPr>
        <p:style>
          <a:lnRef idx="2">
            <a:schemeClr val="accent2"/>
          </a:lnRef>
          <a:fillRef idx="1">
            <a:schemeClr val="lt1"/>
          </a:fillRef>
          <a:effectRef idx="0">
            <a:schemeClr val="accent2"/>
          </a:effectRef>
          <a:fontRef idx="minor">
            <a:schemeClr val="dk1"/>
          </a:fontRef>
        </p:style>
        <p:txBody>
          <a:bodyPr anchor="ctr"/>
          <a:lstStyle/>
          <a:p>
            <a:pPr algn="ctr" defTabSz="914377">
              <a:defRPr/>
            </a:pPr>
            <a:endParaRPr lang="en-US" sz="2400" dirty="0">
              <a:solidFill>
                <a:srgbClr val="464547"/>
              </a:solidFill>
            </a:endParaRPr>
          </a:p>
        </p:txBody>
      </p:sp>
      <p:sp>
        <p:nvSpPr>
          <p:cNvPr id="57" name="Rectangle 56"/>
          <p:cNvSpPr/>
          <p:nvPr/>
        </p:nvSpPr>
        <p:spPr>
          <a:xfrm>
            <a:off x="1416188" y="641576"/>
            <a:ext cx="7004797"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Case 3.1: Estimation</a:t>
            </a:r>
            <a:endParaRPr lang="en-US" sz="1000" dirty="0">
              <a:solidFill>
                <a:schemeClr val="bg1"/>
              </a:solidFill>
              <a:latin typeface="Museo Sans Cyrl 500" panose="02000000000000000000" pitchFamily="50" charset="-52"/>
              <a:cs typeface="Arial Black"/>
            </a:endParaRPr>
          </a:p>
        </p:txBody>
      </p:sp>
      <p:sp>
        <p:nvSpPr>
          <p:cNvPr id="2" name="Rectangle 1"/>
          <p:cNvSpPr/>
          <p:nvPr/>
        </p:nvSpPr>
        <p:spPr>
          <a:xfrm>
            <a:off x="1443980" y="1222290"/>
            <a:ext cx="1450590" cy="300082"/>
          </a:xfrm>
          <a:prstGeom prst="rect">
            <a:avLst/>
          </a:prstGeom>
        </p:spPr>
        <p:txBody>
          <a:bodyPr wrap="none">
            <a:spAutoFit/>
          </a:bodyPr>
          <a:lstStyle/>
          <a:p>
            <a:pPr defTabSz="914377">
              <a:defRPr/>
            </a:pPr>
            <a:r>
              <a:rPr lang="en-US" dirty="0">
                <a:solidFill>
                  <a:schemeClr val="bg1"/>
                </a:solidFill>
                <a:latin typeface="Museo Sans Cyrl 300" panose="02000000000000000000" pitchFamily="50" charset="-52"/>
                <a:cs typeface="Arial Black"/>
              </a:rPr>
              <a:t>for Team Leader</a:t>
            </a:r>
            <a:endParaRPr lang="ru-RU" sz="1100" dirty="0">
              <a:solidFill>
                <a:schemeClr val="bg1"/>
              </a:solidFill>
              <a:latin typeface="Museo Sans Cyrl 300" panose="02000000000000000000" pitchFamily="50" charset="-52"/>
              <a:cs typeface="Arial Black"/>
            </a:endParaRPr>
          </a:p>
        </p:txBody>
      </p:sp>
      <p:sp>
        <p:nvSpPr>
          <p:cNvPr id="8" name="Rectangle 7"/>
          <p:cNvSpPr/>
          <p:nvPr/>
        </p:nvSpPr>
        <p:spPr>
          <a:xfrm>
            <a:off x="1339989" y="2022509"/>
            <a:ext cx="7228459" cy="1815882"/>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j-lt"/>
                <a:cs typeface="Arial Black"/>
              </a:rPr>
              <a:t>Client asks you to estimate first epic with the list of stories. </a:t>
            </a:r>
          </a:p>
          <a:p>
            <a:pPr defTabSz="914377">
              <a:defRPr/>
            </a:pPr>
            <a:r>
              <a:rPr lang="en-US" sz="2800" dirty="0">
                <a:solidFill>
                  <a:schemeClr val="accent2">
                    <a:lumMod val="60000"/>
                    <a:lumOff val="40000"/>
                  </a:schemeClr>
                </a:solidFill>
                <a:latin typeface="+mj-lt"/>
                <a:cs typeface="Arial Black"/>
              </a:rPr>
              <a:t>How will you do it, what instruments and practices will you use for it?</a:t>
            </a:r>
          </a:p>
        </p:txBody>
      </p:sp>
      <p:pic>
        <p:nvPicPr>
          <p:cNvPr id="9" name="Picture 8"/>
          <p:cNvPicPr>
            <a:picLocks noChangeAspect="1"/>
          </p:cNvPicPr>
          <p:nvPr/>
        </p:nvPicPr>
        <p:blipFill>
          <a:blip r:embed="rId5" cstate="print">
            <a:biLevel thresh="50000"/>
            <a:extLst>
              <a:ext uri="{28A0092B-C50C-407E-A947-70E740481C1C}">
                <a14:useLocalDpi xmlns:a14="http://schemas.microsoft.com/office/drawing/2010/main" val="0"/>
              </a:ext>
            </a:extLst>
          </a:blip>
          <a:stretch>
            <a:fillRect/>
          </a:stretch>
        </p:blipFill>
        <p:spPr>
          <a:xfrm>
            <a:off x="529094" y="818580"/>
            <a:ext cx="620546" cy="620546"/>
          </a:xfrm>
          <a:prstGeom prst="rect">
            <a:avLst/>
          </a:prstGeom>
        </p:spPr>
      </p:pic>
    </p:spTree>
    <p:extLst>
      <p:ext uri="{BB962C8B-B14F-4D97-AF65-F5344CB8AC3E}">
        <p14:creationId xmlns:p14="http://schemas.microsoft.com/office/powerpoint/2010/main" val="3569445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2" name="Oval 51"/>
          <p:cNvSpPr/>
          <p:nvPr/>
        </p:nvSpPr>
        <p:spPr bwMode="auto">
          <a:xfrm>
            <a:off x="338745" y="628231"/>
            <a:ext cx="1001244" cy="1001245"/>
          </a:xfrm>
          <a:prstGeom prst="ellipse">
            <a:avLst/>
          </a:prstGeom>
          <a:noFill/>
          <a:ln w="28575">
            <a:solidFill>
              <a:schemeClr val="bg1"/>
            </a:solidFill>
          </a:ln>
        </p:spPr>
        <p:style>
          <a:lnRef idx="2">
            <a:schemeClr val="accent2"/>
          </a:lnRef>
          <a:fillRef idx="1">
            <a:schemeClr val="lt1"/>
          </a:fillRef>
          <a:effectRef idx="0">
            <a:schemeClr val="accent2"/>
          </a:effectRef>
          <a:fontRef idx="minor">
            <a:schemeClr val="dk1"/>
          </a:fontRef>
        </p:style>
        <p:txBody>
          <a:bodyPr anchor="ctr"/>
          <a:lstStyle/>
          <a:p>
            <a:pPr algn="ctr" defTabSz="914377">
              <a:defRPr/>
            </a:pPr>
            <a:endParaRPr lang="en-US" sz="2400" dirty="0">
              <a:solidFill>
                <a:srgbClr val="464547"/>
              </a:solidFill>
            </a:endParaRPr>
          </a:p>
        </p:txBody>
      </p:sp>
      <p:sp>
        <p:nvSpPr>
          <p:cNvPr id="57" name="Rectangle 56"/>
          <p:cNvSpPr/>
          <p:nvPr/>
        </p:nvSpPr>
        <p:spPr>
          <a:xfrm>
            <a:off x="1416188" y="641576"/>
            <a:ext cx="7004797"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Case 3.2: Estimation</a:t>
            </a:r>
            <a:endParaRPr lang="en-US" sz="1000" dirty="0">
              <a:solidFill>
                <a:schemeClr val="bg1"/>
              </a:solidFill>
              <a:latin typeface="Museo Sans Cyrl 500" panose="02000000000000000000" pitchFamily="50" charset="-52"/>
              <a:cs typeface="Arial Black"/>
            </a:endParaRPr>
          </a:p>
        </p:txBody>
      </p:sp>
      <p:sp>
        <p:nvSpPr>
          <p:cNvPr id="2" name="Rectangle 1"/>
          <p:cNvSpPr/>
          <p:nvPr/>
        </p:nvSpPr>
        <p:spPr>
          <a:xfrm>
            <a:off x="1443980" y="1222290"/>
            <a:ext cx="1450590" cy="300082"/>
          </a:xfrm>
          <a:prstGeom prst="rect">
            <a:avLst/>
          </a:prstGeom>
        </p:spPr>
        <p:txBody>
          <a:bodyPr wrap="none">
            <a:spAutoFit/>
          </a:bodyPr>
          <a:lstStyle/>
          <a:p>
            <a:pPr defTabSz="914377">
              <a:defRPr/>
            </a:pPr>
            <a:r>
              <a:rPr lang="en-US" dirty="0">
                <a:solidFill>
                  <a:schemeClr val="bg1"/>
                </a:solidFill>
                <a:latin typeface="Museo Sans Cyrl 300" panose="02000000000000000000" pitchFamily="50" charset="-52"/>
                <a:cs typeface="Arial Black"/>
              </a:rPr>
              <a:t>for Team Leader</a:t>
            </a:r>
            <a:endParaRPr lang="ru-RU" sz="1100" dirty="0">
              <a:solidFill>
                <a:schemeClr val="bg1"/>
              </a:solidFill>
              <a:latin typeface="Museo Sans Cyrl 300" panose="02000000000000000000" pitchFamily="50" charset="-52"/>
              <a:cs typeface="Arial Black"/>
            </a:endParaRPr>
          </a:p>
        </p:txBody>
      </p:sp>
      <p:sp>
        <p:nvSpPr>
          <p:cNvPr id="8" name="Rectangle 7"/>
          <p:cNvSpPr/>
          <p:nvPr/>
        </p:nvSpPr>
        <p:spPr>
          <a:xfrm>
            <a:off x="1339989" y="2022509"/>
            <a:ext cx="7228459" cy="2246769"/>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j-lt"/>
                <a:cs typeface="Arial Black"/>
              </a:rPr>
              <a:t>After estimation session Eva said that she doesn't understand how estimation works, for her is obvious, that she'll do same task as Adam for x100 times longer. </a:t>
            </a:r>
          </a:p>
          <a:p>
            <a:pPr defTabSz="914377">
              <a:defRPr/>
            </a:pPr>
            <a:r>
              <a:rPr lang="en-US" sz="2800" dirty="0">
                <a:solidFill>
                  <a:schemeClr val="accent2">
                    <a:lumMod val="60000"/>
                    <a:lumOff val="40000"/>
                  </a:schemeClr>
                </a:solidFill>
                <a:latin typeface="+mj-lt"/>
                <a:cs typeface="Arial Black"/>
              </a:rPr>
              <a:t>What will you do with it?</a:t>
            </a:r>
          </a:p>
        </p:txBody>
      </p:sp>
      <p:pic>
        <p:nvPicPr>
          <p:cNvPr id="9" name="Picture 8"/>
          <p:cNvPicPr>
            <a:picLocks noChangeAspect="1"/>
          </p:cNvPicPr>
          <p:nvPr/>
        </p:nvPicPr>
        <p:blipFill>
          <a:blip r:embed="rId5" cstate="print">
            <a:biLevel thresh="50000"/>
            <a:extLst>
              <a:ext uri="{28A0092B-C50C-407E-A947-70E740481C1C}">
                <a14:useLocalDpi xmlns:a14="http://schemas.microsoft.com/office/drawing/2010/main" val="0"/>
              </a:ext>
            </a:extLst>
          </a:blip>
          <a:stretch>
            <a:fillRect/>
          </a:stretch>
        </p:blipFill>
        <p:spPr>
          <a:xfrm>
            <a:off x="529094" y="818580"/>
            <a:ext cx="620546" cy="620546"/>
          </a:xfrm>
          <a:prstGeom prst="rect">
            <a:avLst/>
          </a:prstGeom>
        </p:spPr>
      </p:pic>
    </p:spTree>
    <p:extLst>
      <p:ext uri="{BB962C8B-B14F-4D97-AF65-F5344CB8AC3E}">
        <p14:creationId xmlns:p14="http://schemas.microsoft.com/office/powerpoint/2010/main" val="49584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2" name="Oval 51"/>
          <p:cNvSpPr/>
          <p:nvPr/>
        </p:nvSpPr>
        <p:spPr bwMode="auto">
          <a:xfrm>
            <a:off x="338745" y="628231"/>
            <a:ext cx="1001244" cy="1001245"/>
          </a:xfrm>
          <a:prstGeom prst="ellipse">
            <a:avLst/>
          </a:prstGeom>
          <a:noFill/>
          <a:ln w="28575">
            <a:solidFill>
              <a:schemeClr val="bg1"/>
            </a:solidFill>
          </a:ln>
        </p:spPr>
        <p:style>
          <a:lnRef idx="2">
            <a:schemeClr val="accent2"/>
          </a:lnRef>
          <a:fillRef idx="1">
            <a:schemeClr val="lt1"/>
          </a:fillRef>
          <a:effectRef idx="0">
            <a:schemeClr val="accent2"/>
          </a:effectRef>
          <a:fontRef idx="minor">
            <a:schemeClr val="dk1"/>
          </a:fontRef>
        </p:style>
        <p:txBody>
          <a:bodyPr anchor="ctr"/>
          <a:lstStyle/>
          <a:p>
            <a:pPr algn="ctr" defTabSz="914377">
              <a:defRPr/>
            </a:pPr>
            <a:endParaRPr lang="en-US" sz="2400" dirty="0">
              <a:solidFill>
                <a:srgbClr val="464547"/>
              </a:solidFill>
            </a:endParaRPr>
          </a:p>
        </p:txBody>
      </p:sp>
      <p:sp>
        <p:nvSpPr>
          <p:cNvPr id="57" name="Rectangle 56"/>
          <p:cNvSpPr/>
          <p:nvPr/>
        </p:nvSpPr>
        <p:spPr>
          <a:xfrm>
            <a:off x="1416188" y="641576"/>
            <a:ext cx="7004797"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Case 3.3: Estimation</a:t>
            </a:r>
            <a:endParaRPr lang="en-US" sz="1000" dirty="0">
              <a:solidFill>
                <a:schemeClr val="bg1"/>
              </a:solidFill>
              <a:latin typeface="Museo Sans Cyrl 500" panose="02000000000000000000" pitchFamily="50" charset="-52"/>
              <a:cs typeface="Arial Black"/>
            </a:endParaRPr>
          </a:p>
        </p:txBody>
      </p:sp>
      <p:sp>
        <p:nvSpPr>
          <p:cNvPr id="2" name="Rectangle 1"/>
          <p:cNvSpPr/>
          <p:nvPr/>
        </p:nvSpPr>
        <p:spPr>
          <a:xfrm>
            <a:off x="1443980" y="1222290"/>
            <a:ext cx="1450590" cy="300082"/>
          </a:xfrm>
          <a:prstGeom prst="rect">
            <a:avLst/>
          </a:prstGeom>
        </p:spPr>
        <p:txBody>
          <a:bodyPr wrap="none">
            <a:spAutoFit/>
          </a:bodyPr>
          <a:lstStyle/>
          <a:p>
            <a:pPr defTabSz="914377">
              <a:defRPr/>
            </a:pPr>
            <a:r>
              <a:rPr lang="en-US" dirty="0">
                <a:solidFill>
                  <a:schemeClr val="bg1"/>
                </a:solidFill>
                <a:latin typeface="Museo Sans Cyrl 300" panose="02000000000000000000" pitchFamily="50" charset="-52"/>
                <a:cs typeface="Arial Black"/>
              </a:rPr>
              <a:t>for Team Leader</a:t>
            </a:r>
            <a:endParaRPr lang="ru-RU" sz="1100" dirty="0">
              <a:solidFill>
                <a:schemeClr val="bg1"/>
              </a:solidFill>
              <a:latin typeface="Museo Sans Cyrl 300" panose="02000000000000000000" pitchFamily="50" charset="-52"/>
              <a:cs typeface="Arial Black"/>
            </a:endParaRPr>
          </a:p>
        </p:txBody>
      </p:sp>
      <p:sp>
        <p:nvSpPr>
          <p:cNvPr id="8" name="Rectangle 7"/>
          <p:cNvSpPr/>
          <p:nvPr/>
        </p:nvSpPr>
        <p:spPr>
          <a:xfrm>
            <a:off x="1339989" y="2022509"/>
            <a:ext cx="7228459" cy="1384995"/>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j-lt"/>
                <a:cs typeface="Arial Black"/>
              </a:rPr>
              <a:t>PO thinks that your estimation is too big she thought that it will take less time or story points. </a:t>
            </a:r>
            <a:r>
              <a:rPr lang="en-US" sz="2800" dirty="0">
                <a:solidFill>
                  <a:schemeClr val="accent2">
                    <a:lumMod val="60000"/>
                    <a:lumOff val="40000"/>
                  </a:schemeClr>
                </a:solidFill>
                <a:latin typeface="+mj-lt"/>
                <a:cs typeface="Arial Black"/>
              </a:rPr>
              <a:t>What will you do?</a:t>
            </a:r>
            <a:endParaRPr lang="en-US" sz="3600" b="1" spc="100" dirty="0">
              <a:solidFill>
                <a:schemeClr val="accent2">
                  <a:lumMod val="60000"/>
                  <a:lumOff val="40000"/>
                </a:schemeClr>
              </a:solidFill>
            </a:endParaRPr>
          </a:p>
        </p:txBody>
      </p:sp>
      <p:pic>
        <p:nvPicPr>
          <p:cNvPr id="9" name="Picture 8"/>
          <p:cNvPicPr>
            <a:picLocks noChangeAspect="1"/>
          </p:cNvPicPr>
          <p:nvPr/>
        </p:nvPicPr>
        <p:blipFill>
          <a:blip r:embed="rId5" cstate="print">
            <a:biLevel thresh="50000"/>
            <a:extLst>
              <a:ext uri="{28A0092B-C50C-407E-A947-70E740481C1C}">
                <a14:useLocalDpi xmlns:a14="http://schemas.microsoft.com/office/drawing/2010/main" val="0"/>
              </a:ext>
            </a:extLst>
          </a:blip>
          <a:stretch>
            <a:fillRect/>
          </a:stretch>
        </p:blipFill>
        <p:spPr>
          <a:xfrm>
            <a:off x="529094" y="818580"/>
            <a:ext cx="620546" cy="620546"/>
          </a:xfrm>
          <a:prstGeom prst="rect">
            <a:avLst/>
          </a:prstGeom>
        </p:spPr>
      </p:pic>
    </p:spTree>
    <p:extLst>
      <p:ext uri="{BB962C8B-B14F-4D97-AF65-F5344CB8AC3E}">
        <p14:creationId xmlns:p14="http://schemas.microsoft.com/office/powerpoint/2010/main" val="3025938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2" name="Oval 51"/>
          <p:cNvSpPr/>
          <p:nvPr/>
        </p:nvSpPr>
        <p:spPr bwMode="auto">
          <a:xfrm>
            <a:off x="338745" y="628231"/>
            <a:ext cx="1001244" cy="1001245"/>
          </a:xfrm>
          <a:prstGeom prst="ellipse">
            <a:avLst/>
          </a:prstGeom>
          <a:noFill/>
          <a:ln w="28575">
            <a:solidFill>
              <a:schemeClr val="bg1"/>
            </a:solidFill>
          </a:ln>
        </p:spPr>
        <p:style>
          <a:lnRef idx="2">
            <a:schemeClr val="accent2"/>
          </a:lnRef>
          <a:fillRef idx="1">
            <a:schemeClr val="lt1"/>
          </a:fillRef>
          <a:effectRef idx="0">
            <a:schemeClr val="accent2"/>
          </a:effectRef>
          <a:fontRef idx="minor">
            <a:schemeClr val="dk1"/>
          </a:fontRef>
        </p:style>
        <p:txBody>
          <a:bodyPr anchor="ctr"/>
          <a:lstStyle/>
          <a:p>
            <a:pPr algn="ctr" defTabSz="914377">
              <a:defRPr/>
            </a:pPr>
            <a:endParaRPr lang="en-US" sz="2400" dirty="0">
              <a:solidFill>
                <a:srgbClr val="464547"/>
              </a:solidFill>
            </a:endParaRPr>
          </a:p>
        </p:txBody>
      </p:sp>
      <p:sp>
        <p:nvSpPr>
          <p:cNvPr id="57" name="Rectangle 56"/>
          <p:cNvSpPr/>
          <p:nvPr/>
        </p:nvSpPr>
        <p:spPr>
          <a:xfrm>
            <a:off x="1416188" y="641576"/>
            <a:ext cx="7004797"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Case 4: First conflicts</a:t>
            </a:r>
            <a:endParaRPr lang="en-US" sz="1000" dirty="0">
              <a:solidFill>
                <a:schemeClr val="bg1"/>
              </a:solidFill>
              <a:latin typeface="Museo Sans Cyrl 500" panose="02000000000000000000" pitchFamily="50" charset="-52"/>
              <a:cs typeface="Arial Black"/>
            </a:endParaRPr>
          </a:p>
        </p:txBody>
      </p:sp>
      <p:sp>
        <p:nvSpPr>
          <p:cNvPr id="2" name="Rectangle 1"/>
          <p:cNvSpPr/>
          <p:nvPr/>
        </p:nvSpPr>
        <p:spPr>
          <a:xfrm>
            <a:off x="1443980" y="1222290"/>
            <a:ext cx="1450590" cy="300082"/>
          </a:xfrm>
          <a:prstGeom prst="rect">
            <a:avLst/>
          </a:prstGeom>
        </p:spPr>
        <p:txBody>
          <a:bodyPr wrap="none">
            <a:spAutoFit/>
          </a:bodyPr>
          <a:lstStyle/>
          <a:p>
            <a:pPr defTabSz="914377">
              <a:defRPr/>
            </a:pPr>
            <a:r>
              <a:rPr lang="en-US" dirty="0">
                <a:solidFill>
                  <a:schemeClr val="bg1"/>
                </a:solidFill>
                <a:latin typeface="Museo Sans Cyrl 300" panose="02000000000000000000" pitchFamily="50" charset="-52"/>
                <a:cs typeface="Arial Black"/>
              </a:rPr>
              <a:t>for Team Leader</a:t>
            </a:r>
            <a:endParaRPr lang="ru-RU" sz="1100" dirty="0">
              <a:solidFill>
                <a:schemeClr val="bg1"/>
              </a:solidFill>
              <a:latin typeface="Museo Sans Cyrl 300" panose="02000000000000000000" pitchFamily="50" charset="-52"/>
              <a:cs typeface="Arial Black"/>
            </a:endParaRPr>
          </a:p>
        </p:txBody>
      </p:sp>
      <p:sp>
        <p:nvSpPr>
          <p:cNvPr id="8" name="Rectangle 7"/>
          <p:cNvSpPr/>
          <p:nvPr/>
        </p:nvSpPr>
        <p:spPr>
          <a:xfrm>
            <a:off x="1304356" y="1672278"/>
            <a:ext cx="7228459" cy="3108543"/>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j-lt"/>
                <a:cs typeface="Arial Black"/>
              </a:rPr>
              <a:t>You and all the rest team can see that something bad going on between Adam and Bob, on the first weeks they were trying just ignore their differences, but now you all can see that every daily, estimation or even discussion on any question leads to conflicts. </a:t>
            </a:r>
          </a:p>
          <a:p>
            <a:pPr defTabSz="914377">
              <a:defRPr/>
            </a:pPr>
            <a:r>
              <a:rPr lang="en-US" sz="2800" dirty="0">
                <a:solidFill>
                  <a:schemeClr val="accent2">
                    <a:lumMod val="60000"/>
                    <a:lumOff val="40000"/>
                  </a:schemeClr>
                </a:solidFill>
                <a:latin typeface="+mj-lt"/>
                <a:cs typeface="Arial Black"/>
              </a:rPr>
              <a:t>What will you do?</a:t>
            </a:r>
          </a:p>
        </p:txBody>
      </p:sp>
      <p:pic>
        <p:nvPicPr>
          <p:cNvPr id="9" name="Picture 8"/>
          <p:cNvPicPr>
            <a:picLocks noChangeAspect="1"/>
          </p:cNvPicPr>
          <p:nvPr/>
        </p:nvPicPr>
        <p:blipFill>
          <a:blip r:embed="rId5" cstate="print">
            <a:biLevel thresh="50000"/>
            <a:extLst>
              <a:ext uri="{28A0092B-C50C-407E-A947-70E740481C1C}">
                <a14:useLocalDpi xmlns:a14="http://schemas.microsoft.com/office/drawing/2010/main" val="0"/>
              </a:ext>
            </a:extLst>
          </a:blip>
          <a:stretch>
            <a:fillRect/>
          </a:stretch>
        </p:blipFill>
        <p:spPr>
          <a:xfrm>
            <a:off x="529094" y="818580"/>
            <a:ext cx="620546" cy="620546"/>
          </a:xfrm>
          <a:prstGeom prst="rect">
            <a:avLst/>
          </a:prstGeom>
        </p:spPr>
      </p:pic>
    </p:spTree>
    <p:extLst>
      <p:ext uri="{BB962C8B-B14F-4D97-AF65-F5344CB8AC3E}">
        <p14:creationId xmlns:p14="http://schemas.microsoft.com/office/powerpoint/2010/main" val="4110748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2" name="Oval 51"/>
          <p:cNvSpPr/>
          <p:nvPr/>
        </p:nvSpPr>
        <p:spPr bwMode="auto">
          <a:xfrm>
            <a:off x="338745" y="628231"/>
            <a:ext cx="1001244" cy="1001245"/>
          </a:xfrm>
          <a:prstGeom prst="ellipse">
            <a:avLst/>
          </a:prstGeom>
          <a:noFill/>
          <a:ln w="28575">
            <a:solidFill>
              <a:schemeClr val="bg1"/>
            </a:solidFill>
          </a:ln>
        </p:spPr>
        <p:style>
          <a:lnRef idx="2">
            <a:schemeClr val="accent2"/>
          </a:lnRef>
          <a:fillRef idx="1">
            <a:schemeClr val="lt1"/>
          </a:fillRef>
          <a:effectRef idx="0">
            <a:schemeClr val="accent2"/>
          </a:effectRef>
          <a:fontRef idx="minor">
            <a:schemeClr val="dk1"/>
          </a:fontRef>
        </p:style>
        <p:txBody>
          <a:bodyPr anchor="ctr"/>
          <a:lstStyle/>
          <a:p>
            <a:pPr algn="ctr" defTabSz="914377">
              <a:defRPr/>
            </a:pPr>
            <a:endParaRPr lang="en-US" sz="2400" dirty="0">
              <a:solidFill>
                <a:srgbClr val="464547"/>
              </a:solidFill>
            </a:endParaRPr>
          </a:p>
        </p:txBody>
      </p:sp>
      <p:sp>
        <p:nvSpPr>
          <p:cNvPr id="57" name="Rectangle 56"/>
          <p:cNvSpPr/>
          <p:nvPr/>
        </p:nvSpPr>
        <p:spPr>
          <a:xfrm>
            <a:off x="1416188" y="641576"/>
            <a:ext cx="7004797"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Case 5.1: Tests and testers</a:t>
            </a:r>
            <a:endParaRPr lang="en-US" sz="1000" dirty="0">
              <a:solidFill>
                <a:schemeClr val="bg1"/>
              </a:solidFill>
              <a:latin typeface="Museo Sans Cyrl 500" panose="02000000000000000000" pitchFamily="50" charset="-52"/>
              <a:cs typeface="Arial Black"/>
            </a:endParaRPr>
          </a:p>
        </p:txBody>
      </p:sp>
      <p:sp>
        <p:nvSpPr>
          <p:cNvPr id="2" name="Rectangle 1"/>
          <p:cNvSpPr/>
          <p:nvPr/>
        </p:nvSpPr>
        <p:spPr>
          <a:xfrm>
            <a:off x="1443980" y="1222290"/>
            <a:ext cx="1450590" cy="300082"/>
          </a:xfrm>
          <a:prstGeom prst="rect">
            <a:avLst/>
          </a:prstGeom>
        </p:spPr>
        <p:txBody>
          <a:bodyPr wrap="none">
            <a:spAutoFit/>
          </a:bodyPr>
          <a:lstStyle/>
          <a:p>
            <a:pPr defTabSz="914377">
              <a:defRPr/>
            </a:pPr>
            <a:r>
              <a:rPr lang="en-US" dirty="0">
                <a:solidFill>
                  <a:schemeClr val="bg1"/>
                </a:solidFill>
                <a:latin typeface="Museo Sans Cyrl 300" panose="02000000000000000000" pitchFamily="50" charset="-52"/>
                <a:cs typeface="Arial Black"/>
              </a:rPr>
              <a:t>for Team Leader</a:t>
            </a:r>
            <a:endParaRPr lang="ru-RU" sz="1100" dirty="0">
              <a:solidFill>
                <a:schemeClr val="bg1"/>
              </a:solidFill>
              <a:latin typeface="Museo Sans Cyrl 300" panose="02000000000000000000" pitchFamily="50" charset="-52"/>
              <a:cs typeface="Arial Black"/>
            </a:endParaRPr>
          </a:p>
        </p:txBody>
      </p:sp>
      <p:sp>
        <p:nvSpPr>
          <p:cNvPr id="8" name="Rectangle 7"/>
          <p:cNvSpPr/>
          <p:nvPr/>
        </p:nvSpPr>
        <p:spPr>
          <a:xfrm>
            <a:off x="1339989" y="2022509"/>
            <a:ext cx="7228459" cy="2246769"/>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j-lt"/>
                <a:cs typeface="Arial Black"/>
              </a:rPr>
              <a:t>Diana complains that after implementing of every feature something is breaking in features that was implemented before</a:t>
            </a:r>
            <a:r>
              <a:rPr lang="en-US" sz="2800">
                <a:solidFill>
                  <a:schemeClr val="bg1"/>
                </a:solidFill>
                <a:latin typeface="+mj-lt"/>
                <a:cs typeface="Arial Black"/>
              </a:rPr>
              <a:t>, she </a:t>
            </a:r>
            <a:r>
              <a:rPr lang="en-US" sz="2800" dirty="0">
                <a:solidFill>
                  <a:schemeClr val="bg1"/>
                </a:solidFill>
                <a:latin typeface="+mj-lt"/>
                <a:cs typeface="Arial Black"/>
              </a:rPr>
              <a:t>asks you to do something with it. </a:t>
            </a:r>
          </a:p>
          <a:p>
            <a:pPr defTabSz="914377">
              <a:defRPr/>
            </a:pPr>
            <a:r>
              <a:rPr lang="en-US" sz="2800" dirty="0">
                <a:solidFill>
                  <a:schemeClr val="accent2">
                    <a:lumMod val="60000"/>
                    <a:lumOff val="40000"/>
                  </a:schemeClr>
                </a:solidFill>
                <a:latin typeface="+mj-lt"/>
                <a:cs typeface="Arial Black"/>
              </a:rPr>
              <a:t>What will be your actions?</a:t>
            </a:r>
          </a:p>
        </p:txBody>
      </p:sp>
      <p:pic>
        <p:nvPicPr>
          <p:cNvPr id="9" name="Picture 8"/>
          <p:cNvPicPr>
            <a:picLocks noChangeAspect="1"/>
          </p:cNvPicPr>
          <p:nvPr/>
        </p:nvPicPr>
        <p:blipFill>
          <a:blip r:embed="rId5" cstate="print">
            <a:biLevel thresh="50000"/>
            <a:extLst>
              <a:ext uri="{28A0092B-C50C-407E-A947-70E740481C1C}">
                <a14:useLocalDpi xmlns:a14="http://schemas.microsoft.com/office/drawing/2010/main" val="0"/>
              </a:ext>
            </a:extLst>
          </a:blip>
          <a:stretch>
            <a:fillRect/>
          </a:stretch>
        </p:blipFill>
        <p:spPr>
          <a:xfrm>
            <a:off x="529094" y="818580"/>
            <a:ext cx="620546" cy="620546"/>
          </a:xfrm>
          <a:prstGeom prst="rect">
            <a:avLst/>
          </a:prstGeom>
        </p:spPr>
      </p:pic>
    </p:spTree>
    <p:extLst>
      <p:ext uri="{BB962C8B-B14F-4D97-AF65-F5344CB8AC3E}">
        <p14:creationId xmlns:p14="http://schemas.microsoft.com/office/powerpoint/2010/main" val="1065833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2" name="Oval 51"/>
          <p:cNvSpPr/>
          <p:nvPr/>
        </p:nvSpPr>
        <p:spPr bwMode="auto">
          <a:xfrm>
            <a:off x="338745" y="628231"/>
            <a:ext cx="1001244" cy="1001245"/>
          </a:xfrm>
          <a:prstGeom prst="ellipse">
            <a:avLst/>
          </a:prstGeom>
          <a:noFill/>
          <a:ln w="28575">
            <a:solidFill>
              <a:schemeClr val="bg1"/>
            </a:solidFill>
          </a:ln>
        </p:spPr>
        <p:style>
          <a:lnRef idx="2">
            <a:schemeClr val="accent2"/>
          </a:lnRef>
          <a:fillRef idx="1">
            <a:schemeClr val="lt1"/>
          </a:fillRef>
          <a:effectRef idx="0">
            <a:schemeClr val="accent2"/>
          </a:effectRef>
          <a:fontRef idx="minor">
            <a:schemeClr val="dk1"/>
          </a:fontRef>
        </p:style>
        <p:txBody>
          <a:bodyPr anchor="ctr"/>
          <a:lstStyle/>
          <a:p>
            <a:pPr algn="ctr" defTabSz="914377">
              <a:defRPr/>
            </a:pPr>
            <a:endParaRPr lang="en-US" sz="2400" dirty="0">
              <a:solidFill>
                <a:srgbClr val="464547"/>
              </a:solidFill>
            </a:endParaRPr>
          </a:p>
        </p:txBody>
      </p:sp>
      <p:sp>
        <p:nvSpPr>
          <p:cNvPr id="57" name="Rectangle 56"/>
          <p:cNvSpPr/>
          <p:nvPr/>
        </p:nvSpPr>
        <p:spPr>
          <a:xfrm>
            <a:off x="1416188" y="641576"/>
            <a:ext cx="7004797"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Case 5.2: Tests and testers</a:t>
            </a:r>
            <a:endParaRPr lang="en-US" sz="1000" dirty="0">
              <a:solidFill>
                <a:schemeClr val="bg1"/>
              </a:solidFill>
              <a:latin typeface="Museo Sans Cyrl 500" panose="02000000000000000000" pitchFamily="50" charset="-52"/>
              <a:cs typeface="Arial Black"/>
            </a:endParaRPr>
          </a:p>
        </p:txBody>
      </p:sp>
      <p:sp>
        <p:nvSpPr>
          <p:cNvPr id="2" name="Rectangle 1"/>
          <p:cNvSpPr/>
          <p:nvPr/>
        </p:nvSpPr>
        <p:spPr>
          <a:xfrm>
            <a:off x="1443980" y="1222290"/>
            <a:ext cx="1450590" cy="300082"/>
          </a:xfrm>
          <a:prstGeom prst="rect">
            <a:avLst/>
          </a:prstGeom>
        </p:spPr>
        <p:txBody>
          <a:bodyPr wrap="none">
            <a:spAutoFit/>
          </a:bodyPr>
          <a:lstStyle/>
          <a:p>
            <a:pPr defTabSz="914377">
              <a:defRPr/>
            </a:pPr>
            <a:r>
              <a:rPr lang="en-US" dirty="0">
                <a:solidFill>
                  <a:schemeClr val="bg1"/>
                </a:solidFill>
                <a:latin typeface="Museo Sans Cyrl 300" panose="02000000000000000000" pitchFamily="50" charset="-52"/>
                <a:cs typeface="Arial Black"/>
              </a:rPr>
              <a:t>for Team Leader</a:t>
            </a:r>
            <a:endParaRPr lang="ru-RU" sz="1100" dirty="0">
              <a:solidFill>
                <a:schemeClr val="bg1"/>
              </a:solidFill>
              <a:latin typeface="Museo Sans Cyrl 300" panose="02000000000000000000" pitchFamily="50" charset="-52"/>
              <a:cs typeface="Arial Black"/>
            </a:endParaRPr>
          </a:p>
        </p:txBody>
      </p:sp>
      <p:sp>
        <p:nvSpPr>
          <p:cNvPr id="8" name="Rectangle 7"/>
          <p:cNvSpPr/>
          <p:nvPr/>
        </p:nvSpPr>
        <p:spPr>
          <a:xfrm>
            <a:off x="1339989" y="2022509"/>
            <a:ext cx="7228459" cy="1815882"/>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j-lt"/>
                <a:cs typeface="Arial Black"/>
              </a:rPr>
              <a:t>Whatever decision you make, in few weeks after, you can see that Bob is ignoring your decision and Eva is taking he's behavior as an example. </a:t>
            </a:r>
            <a:r>
              <a:rPr lang="en-US" sz="2800" dirty="0">
                <a:solidFill>
                  <a:schemeClr val="accent2">
                    <a:lumMod val="60000"/>
                    <a:lumOff val="40000"/>
                  </a:schemeClr>
                </a:solidFill>
                <a:latin typeface="+mj-lt"/>
                <a:cs typeface="Arial Black"/>
              </a:rPr>
              <a:t>What will be your actions?</a:t>
            </a:r>
          </a:p>
        </p:txBody>
      </p:sp>
      <p:pic>
        <p:nvPicPr>
          <p:cNvPr id="9" name="Picture 8"/>
          <p:cNvPicPr>
            <a:picLocks noChangeAspect="1"/>
          </p:cNvPicPr>
          <p:nvPr/>
        </p:nvPicPr>
        <p:blipFill>
          <a:blip r:embed="rId5" cstate="print">
            <a:biLevel thresh="50000"/>
            <a:extLst>
              <a:ext uri="{28A0092B-C50C-407E-A947-70E740481C1C}">
                <a14:useLocalDpi xmlns:a14="http://schemas.microsoft.com/office/drawing/2010/main" val="0"/>
              </a:ext>
            </a:extLst>
          </a:blip>
          <a:stretch>
            <a:fillRect/>
          </a:stretch>
        </p:blipFill>
        <p:spPr>
          <a:xfrm>
            <a:off x="529094" y="818580"/>
            <a:ext cx="620546" cy="620546"/>
          </a:xfrm>
          <a:prstGeom prst="rect">
            <a:avLst/>
          </a:prstGeom>
        </p:spPr>
      </p:pic>
    </p:spTree>
    <p:extLst>
      <p:ext uri="{BB962C8B-B14F-4D97-AF65-F5344CB8AC3E}">
        <p14:creationId xmlns:p14="http://schemas.microsoft.com/office/powerpoint/2010/main" val="33406620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2" name="Oval 51"/>
          <p:cNvSpPr/>
          <p:nvPr/>
        </p:nvSpPr>
        <p:spPr bwMode="auto">
          <a:xfrm>
            <a:off x="338745" y="628231"/>
            <a:ext cx="1001244" cy="1001245"/>
          </a:xfrm>
          <a:prstGeom prst="ellipse">
            <a:avLst/>
          </a:prstGeom>
          <a:noFill/>
          <a:ln w="28575">
            <a:solidFill>
              <a:schemeClr val="bg1"/>
            </a:solidFill>
          </a:ln>
        </p:spPr>
        <p:style>
          <a:lnRef idx="2">
            <a:schemeClr val="accent2"/>
          </a:lnRef>
          <a:fillRef idx="1">
            <a:schemeClr val="lt1"/>
          </a:fillRef>
          <a:effectRef idx="0">
            <a:schemeClr val="accent2"/>
          </a:effectRef>
          <a:fontRef idx="minor">
            <a:schemeClr val="dk1"/>
          </a:fontRef>
        </p:style>
        <p:txBody>
          <a:bodyPr anchor="ctr"/>
          <a:lstStyle/>
          <a:p>
            <a:pPr algn="ctr" defTabSz="914377">
              <a:defRPr/>
            </a:pPr>
            <a:endParaRPr lang="en-US" sz="2400" dirty="0">
              <a:solidFill>
                <a:srgbClr val="464547"/>
              </a:solidFill>
            </a:endParaRPr>
          </a:p>
        </p:txBody>
      </p:sp>
      <p:sp>
        <p:nvSpPr>
          <p:cNvPr id="57" name="Rectangle 56"/>
          <p:cNvSpPr/>
          <p:nvPr/>
        </p:nvSpPr>
        <p:spPr>
          <a:xfrm>
            <a:off x="1416188" y="641576"/>
            <a:ext cx="7004797"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Case 6.1: Bottleneck and bus factor</a:t>
            </a:r>
            <a:endParaRPr lang="en-US" sz="1000" dirty="0">
              <a:solidFill>
                <a:schemeClr val="bg1"/>
              </a:solidFill>
              <a:latin typeface="Museo Sans Cyrl 500" panose="02000000000000000000" pitchFamily="50" charset="-52"/>
              <a:cs typeface="Arial Black"/>
            </a:endParaRPr>
          </a:p>
        </p:txBody>
      </p:sp>
      <p:sp>
        <p:nvSpPr>
          <p:cNvPr id="2" name="Rectangle 1"/>
          <p:cNvSpPr/>
          <p:nvPr/>
        </p:nvSpPr>
        <p:spPr>
          <a:xfrm>
            <a:off x="1443980" y="1222290"/>
            <a:ext cx="1450590" cy="300082"/>
          </a:xfrm>
          <a:prstGeom prst="rect">
            <a:avLst/>
          </a:prstGeom>
        </p:spPr>
        <p:txBody>
          <a:bodyPr wrap="none">
            <a:spAutoFit/>
          </a:bodyPr>
          <a:lstStyle/>
          <a:p>
            <a:pPr defTabSz="914377">
              <a:defRPr/>
            </a:pPr>
            <a:r>
              <a:rPr lang="en-US" dirty="0">
                <a:solidFill>
                  <a:schemeClr val="bg1"/>
                </a:solidFill>
                <a:latin typeface="Museo Sans Cyrl 300" panose="02000000000000000000" pitchFamily="50" charset="-52"/>
                <a:cs typeface="Arial Black"/>
              </a:rPr>
              <a:t>for Team Leader</a:t>
            </a:r>
            <a:endParaRPr lang="ru-RU" sz="1100" dirty="0">
              <a:solidFill>
                <a:schemeClr val="bg1"/>
              </a:solidFill>
              <a:latin typeface="Museo Sans Cyrl 300" panose="02000000000000000000" pitchFamily="50" charset="-52"/>
              <a:cs typeface="Arial Black"/>
            </a:endParaRPr>
          </a:p>
        </p:txBody>
      </p:sp>
      <p:sp>
        <p:nvSpPr>
          <p:cNvPr id="8" name="Rectangle 7"/>
          <p:cNvSpPr/>
          <p:nvPr/>
        </p:nvSpPr>
        <p:spPr>
          <a:xfrm>
            <a:off x="1339989" y="2022509"/>
            <a:ext cx="7228459" cy="1384995"/>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j-lt"/>
                <a:cs typeface="Arial Black"/>
              </a:rPr>
              <a:t>Bob starts to be a bottleneck - he's capacity isn't enough to solve all required issues.</a:t>
            </a:r>
          </a:p>
          <a:p>
            <a:pPr defTabSz="914377">
              <a:defRPr/>
            </a:pPr>
            <a:r>
              <a:rPr lang="en-US" sz="2800" dirty="0">
                <a:solidFill>
                  <a:schemeClr val="accent2">
                    <a:lumMod val="60000"/>
                    <a:lumOff val="40000"/>
                  </a:schemeClr>
                </a:solidFill>
                <a:latin typeface="+mj-lt"/>
                <a:cs typeface="Arial Black"/>
              </a:rPr>
              <a:t>How can you solve it? </a:t>
            </a:r>
          </a:p>
        </p:txBody>
      </p:sp>
      <p:pic>
        <p:nvPicPr>
          <p:cNvPr id="9" name="Picture 8"/>
          <p:cNvPicPr>
            <a:picLocks noChangeAspect="1"/>
          </p:cNvPicPr>
          <p:nvPr/>
        </p:nvPicPr>
        <p:blipFill>
          <a:blip r:embed="rId5" cstate="print">
            <a:biLevel thresh="50000"/>
            <a:extLst>
              <a:ext uri="{28A0092B-C50C-407E-A947-70E740481C1C}">
                <a14:useLocalDpi xmlns:a14="http://schemas.microsoft.com/office/drawing/2010/main" val="0"/>
              </a:ext>
            </a:extLst>
          </a:blip>
          <a:stretch>
            <a:fillRect/>
          </a:stretch>
        </p:blipFill>
        <p:spPr>
          <a:xfrm>
            <a:off x="529094" y="818580"/>
            <a:ext cx="620546" cy="620546"/>
          </a:xfrm>
          <a:prstGeom prst="rect">
            <a:avLst/>
          </a:prstGeom>
        </p:spPr>
      </p:pic>
    </p:spTree>
    <p:extLst>
      <p:ext uri="{BB962C8B-B14F-4D97-AF65-F5344CB8AC3E}">
        <p14:creationId xmlns:p14="http://schemas.microsoft.com/office/powerpoint/2010/main" val="1260251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2" name="Oval 51"/>
          <p:cNvSpPr/>
          <p:nvPr/>
        </p:nvSpPr>
        <p:spPr bwMode="auto">
          <a:xfrm>
            <a:off x="338745" y="628231"/>
            <a:ext cx="1001244" cy="1001245"/>
          </a:xfrm>
          <a:prstGeom prst="ellipse">
            <a:avLst/>
          </a:prstGeom>
          <a:noFill/>
          <a:ln w="28575">
            <a:solidFill>
              <a:schemeClr val="bg1"/>
            </a:solidFill>
          </a:ln>
        </p:spPr>
        <p:style>
          <a:lnRef idx="2">
            <a:schemeClr val="accent2"/>
          </a:lnRef>
          <a:fillRef idx="1">
            <a:schemeClr val="lt1"/>
          </a:fillRef>
          <a:effectRef idx="0">
            <a:schemeClr val="accent2"/>
          </a:effectRef>
          <a:fontRef idx="minor">
            <a:schemeClr val="dk1"/>
          </a:fontRef>
        </p:style>
        <p:txBody>
          <a:bodyPr anchor="ctr"/>
          <a:lstStyle/>
          <a:p>
            <a:pPr algn="ctr" defTabSz="914377">
              <a:defRPr/>
            </a:pPr>
            <a:endParaRPr lang="en-US" sz="2400" dirty="0">
              <a:solidFill>
                <a:srgbClr val="464547"/>
              </a:solidFill>
            </a:endParaRPr>
          </a:p>
        </p:txBody>
      </p:sp>
      <p:sp>
        <p:nvSpPr>
          <p:cNvPr id="57" name="Rectangle 56"/>
          <p:cNvSpPr/>
          <p:nvPr/>
        </p:nvSpPr>
        <p:spPr>
          <a:xfrm>
            <a:off x="1416188" y="641576"/>
            <a:ext cx="7004797"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Case 6.2: Bottleneck and bus factor</a:t>
            </a:r>
            <a:endParaRPr lang="en-US" sz="1000" dirty="0">
              <a:solidFill>
                <a:schemeClr val="bg1"/>
              </a:solidFill>
              <a:latin typeface="Museo Sans Cyrl 500" panose="02000000000000000000" pitchFamily="50" charset="-52"/>
              <a:cs typeface="Arial Black"/>
            </a:endParaRPr>
          </a:p>
        </p:txBody>
      </p:sp>
      <p:sp>
        <p:nvSpPr>
          <p:cNvPr id="2" name="Rectangle 1"/>
          <p:cNvSpPr/>
          <p:nvPr/>
        </p:nvSpPr>
        <p:spPr>
          <a:xfrm>
            <a:off x="1443980" y="1222290"/>
            <a:ext cx="1450590" cy="300082"/>
          </a:xfrm>
          <a:prstGeom prst="rect">
            <a:avLst/>
          </a:prstGeom>
        </p:spPr>
        <p:txBody>
          <a:bodyPr wrap="none">
            <a:spAutoFit/>
          </a:bodyPr>
          <a:lstStyle/>
          <a:p>
            <a:pPr defTabSz="914377">
              <a:defRPr/>
            </a:pPr>
            <a:r>
              <a:rPr lang="en-US" dirty="0">
                <a:solidFill>
                  <a:schemeClr val="bg1"/>
                </a:solidFill>
                <a:latin typeface="Museo Sans Cyrl 300" panose="02000000000000000000" pitchFamily="50" charset="-52"/>
                <a:cs typeface="Arial Black"/>
              </a:rPr>
              <a:t>for Team Leader</a:t>
            </a:r>
            <a:endParaRPr lang="ru-RU" sz="1100" dirty="0">
              <a:solidFill>
                <a:schemeClr val="bg1"/>
              </a:solidFill>
              <a:latin typeface="Museo Sans Cyrl 300" panose="02000000000000000000" pitchFamily="50" charset="-52"/>
              <a:cs typeface="Arial Black"/>
            </a:endParaRPr>
          </a:p>
        </p:txBody>
      </p:sp>
      <p:sp>
        <p:nvSpPr>
          <p:cNvPr id="8" name="Rectangle 7"/>
          <p:cNvSpPr/>
          <p:nvPr/>
        </p:nvSpPr>
        <p:spPr>
          <a:xfrm>
            <a:off x="1339989" y="2022509"/>
            <a:ext cx="7228459" cy="1815882"/>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j-lt"/>
                <a:cs typeface="Arial Black"/>
              </a:rPr>
              <a:t>After 6 moth from start of project Bob broke his arm, and he will not be able to work for 3 weeks. </a:t>
            </a:r>
            <a:r>
              <a:rPr lang="en-US" sz="2800" dirty="0">
                <a:solidFill>
                  <a:schemeClr val="accent2">
                    <a:lumMod val="60000"/>
                    <a:lumOff val="40000"/>
                  </a:schemeClr>
                </a:solidFill>
                <a:latin typeface="+mj-lt"/>
                <a:cs typeface="Arial Black"/>
              </a:rPr>
              <a:t>Are you ready for this situation? What should you do if you are ready, and what if you are not?</a:t>
            </a:r>
          </a:p>
        </p:txBody>
      </p:sp>
      <p:pic>
        <p:nvPicPr>
          <p:cNvPr id="9" name="Picture 8"/>
          <p:cNvPicPr>
            <a:picLocks noChangeAspect="1"/>
          </p:cNvPicPr>
          <p:nvPr/>
        </p:nvPicPr>
        <p:blipFill>
          <a:blip r:embed="rId5" cstate="print">
            <a:biLevel thresh="50000"/>
            <a:extLst>
              <a:ext uri="{28A0092B-C50C-407E-A947-70E740481C1C}">
                <a14:useLocalDpi xmlns:a14="http://schemas.microsoft.com/office/drawing/2010/main" val="0"/>
              </a:ext>
            </a:extLst>
          </a:blip>
          <a:stretch>
            <a:fillRect/>
          </a:stretch>
        </p:blipFill>
        <p:spPr>
          <a:xfrm>
            <a:off x="529094" y="818580"/>
            <a:ext cx="620546" cy="620546"/>
          </a:xfrm>
          <a:prstGeom prst="rect">
            <a:avLst/>
          </a:prstGeom>
        </p:spPr>
      </p:pic>
    </p:spTree>
    <p:extLst>
      <p:ext uri="{BB962C8B-B14F-4D97-AF65-F5344CB8AC3E}">
        <p14:creationId xmlns:p14="http://schemas.microsoft.com/office/powerpoint/2010/main" val="24776508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2" name="Oval 51"/>
          <p:cNvSpPr/>
          <p:nvPr/>
        </p:nvSpPr>
        <p:spPr bwMode="auto">
          <a:xfrm>
            <a:off x="338745" y="628231"/>
            <a:ext cx="1001244" cy="1001245"/>
          </a:xfrm>
          <a:prstGeom prst="ellipse">
            <a:avLst/>
          </a:prstGeom>
          <a:noFill/>
          <a:ln w="28575">
            <a:solidFill>
              <a:schemeClr val="bg1"/>
            </a:solidFill>
          </a:ln>
        </p:spPr>
        <p:style>
          <a:lnRef idx="2">
            <a:schemeClr val="accent2"/>
          </a:lnRef>
          <a:fillRef idx="1">
            <a:schemeClr val="lt1"/>
          </a:fillRef>
          <a:effectRef idx="0">
            <a:schemeClr val="accent2"/>
          </a:effectRef>
          <a:fontRef idx="minor">
            <a:schemeClr val="dk1"/>
          </a:fontRef>
        </p:style>
        <p:txBody>
          <a:bodyPr anchor="ctr"/>
          <a:lstStyle/>
          <a:p>
            <a:pPr algn="ctr" defTabSz="914377">
              <a:defRPr/>
            </a:pPr>
            <a:endParaRPr lang="en-US" sz="2400" dirty="0">
              <a:solidFill>
                <a:srgbClr val="464547"/>
              </a:solidFill>
            </a:endParaRPr>
          </a:p>
        </p:txBody>
      </p:sp>
      <p:sp>
        <p:nvSpPr>
          <p:cNvPr id="57" name="Rectangle 56"/>
          <p:cNvSpPr/>
          <p:nvPr/>
        </p:nvSpPr>
        <p:spPr>
          <a:xfrm>
            <a:off x="1416188" y="641576"/>
            <a:ext cx="7004797"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Case 7: Breaking of sprint</a:t>
            </a:r>
            <a:endParaRPr lang="en-US" sz="1000" dirty="0">
              <a:solidFill>
                <a:schemeClr val="bg1"/>
              </a:solidFill>
              <a:latin typeface="Museo Sans Cyrl 500" panose="02000000000000000000" pitchFamily="50" charset="-52"/>
              <a:cs typeface="Arial Black"/>
            </a:endParaRPr>
          </a:p>
        </p:txBody>
      </p:sp>
      <p:sp>
        <p:nvSpPr>
          <p:cNvPr id="2" name="Rectangle 1"/>
          <p:cNvSpPr/>
          <p:nvPr/>
        </p:nvSpPr>
        <p:spPr>
          <a:xfrm>
            <a:off x="1443980" y="1222290"/>
            <a:ext cx="1450590" cy="300082"/>
          </a:xfrm>
          <a:prstGeom prst="rect">
            <a:avLst/>
          </a:prstGeom>
        </p:spPr>
        <p:txBody>
          <a:bodyPr wrap="none">
            <a:spAutoFit/>
          </a:bodyPr>
          <a:lstStyle/>
          <a:p>
            <a:pPr defTabSz="914377">
              <a:defRPr/>
            </a:pPr>
            <a:r>
              <a:rPr lang="en-US" dirty="0">
                <a:solidFill>
                  <a:schemeClr val="bg1"/>
                </a:solidFill>
                <a:latin typeface="Museo Sans Cyrl 300" panose="02000000000000000000" pitchFamily="50" charset="-52"/>
                <a:cs typeface="Arial Black"/>
              </a:rPr>
              <a:t>for Team Leader</a:t>
            </a:r>
            <a:endParaRPr lang="ru-RU" sz="1100" dirty="0">
              <a:solidFill>
                <a:schemeClr val="bg1"/>
              </a:solidFill>
              <a:latin typeface="Museo Sans Cyrl 300" panose="02000000000000000000" pitchFamily="50" charset="-52"/>
              <a:cs typeface="Arial Black"/>
            </a:endParaRPr>
          </a:p>
        </p:txBody>
      </p:sp>
      <p:sp>
        <p:nvSpPr>
          <p:cNvPr id="8" name="Rectangle 7"/>
          <p:cNvSpPr/>
          <p:nvPr/>
        </p:nvSpPr>
        <p:spPr>
          <a:xfrm>
            <a:off x="1339989" y="2022509"/>
            <a:ext cx="7228459" cy="2677656"/>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j-lt"/>
                <a:cs typeface="Arial Black"/>
              </a:rPr>
              <a:t>Client asks your team to add ultrahigh priority task in the middle of current sprint. Adam doesn't think that this is a good idea, Mary thinks that we just must do it anyway. </a:t>
            </a:r>
          </a:p>
          <a:p>
            <a:pPr defTabSz="914377">
              <a:defRPr/>
            </a:pPr>
            <a:r>
              <a:rPr lang="en-US" sz="2800" dirty="0">
                <a:solidFill>
                  <a:schemeClr val="accent2">
                    <a:lumMod val="60000"/>
                    <a:lumOff val="40000"/>
                  </a:schemeClr>
                </a:solidFill>
                <a:latin typeface="+mj-lt"/>
                <a:cs typeface="Arial Black"/>
              </a:rPr>
              <a:t>What will you do and how will you convince your position or decision?</a:t>
            </a:r>
          </a:p>
        </p:txBody>
      </p:sp>
      <p:pic>
        <p:nvPicPr>
          <p:cNvPr id="9" name="Picture 8"/>
          <p:cNvPicPr>
            <a:picLocks noChangeAspect="1"/>
          </p:cNvPicPr>
          <p:nvPr/>
        </p:nvPicPr>
        <p:blipFill>
          <a:blip r:embed="rId5" cstate="print">
            <a:biLevel thresh="50000"/>
            <a:extLst>
              <a:ext uri="{28A0092B-C50C-407E-A947-70E740481C1C}">
                <a14:useLocalDpi xmlns:a14="http://schemas.microsoft.com/office/drawing/2010/main" val="0"/>
              </a:ext>
            </a:extLst>
          </a:blip>
          <a:stretch>
            <a:fillRect/>
          </a:stretch>
        </p:blipFill>
        <p:spPr>
          <a:xfrm>
            <a:off x="529094" y="818580"/>
            <a:ext cx="620546" cy="620546"/>
          </a:xfrm>
          <a:prstGeom prst="rect">
            <a:avLst/>
          </a:prstGeom>
        </p:spPr>
      </p:pic>
    </p:spTree>
    <p:extLst>
      <p:ext uri="{BB962C8B-B14F-4D97-AF65-F5344CB8AC3E}">
        <p14:creationId xmlns:p14="http://schemas.microsoft.com/office/powerpoint/2010/main" val="3426485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2" name="Oval 51"/>
          <p:cNvSpPr/>
          <p:nvPr/>
        </p:nvSpPr>
        <p:spPr bwMode="auto">
          <a:xfrm>
            <a:off x="338745" y="628231"/>
            <a:ext cx="1001244" cy="1001245"/>
          </a:xfrm>
          <a:prstGeom prst="ellipse">
            <a:avLst/>
          </a:prstGeom>
          <a:noFill/>
          <a:ln w="28575">
            <a:solidFill>
              <a:schemeClr val="bg1"/>
            </a:solidFill>
          </a:ln>
        </p:spPr>
        <p:style>
          <a:lnRef idx="2">
            <a:schemeClr val="accent2"/>
          </a:lnRef>
          <a:fillRef idx="1">
            <a:schemeClr val="lt1"/>
          </a:fillRef>
          <a:effectRef idx="0">
            <a:schemeClr val="accent2"/>
          </a:effectRef>
          <a:fontRef idx="minor">
            <a:schemeClr val="dk1"/>
          </a:fontRef>
        </p:style>
        <p:txBody>
          <a:bodyPr anchor="ctr"/>
          <a:lstStyle/>
          <a:p>
            <a:pPr algn="ctr" defTabSz="914377">
              <a:defRPr/>
            </a:pPr>
            <a:endParaRPr lang="en-US" sz="2400" dirty="0">
              <a:solidFill>
                <a:srgbClr val="464547"/>
              </a:solidFill>
            </a:endParaRPr>
          </a:p>
        </p:txBody>
      </p:sp>
      <p:sp>
        <p:nvSpPr>
          <p:cNvPr id="57" name="Rectangle 56"/>
          <p:cNvSpPr/>
          <p:nvPr/>
        </p:nvSpPr>
        <p:spPr>
          <a:xfrm>
            <a:off x="1416188" y="641576"/>
            <a:ext cx="7004797"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Case 8: Effort and impact</a:t>
            </a:r>
            <a:endParaRPr lang="en-US" sz="1000" dirty="0">
              <a:solidFill>
                <a:schemeClr val="bg1"/>
              </a:solidFill>
              <a:latin typeface="Museo Sans Cyrl 500" panose="02000000000000000000" pitchFamily="50" charset="-52"/>
              <a:cs typeface="Arial Black"/>
            </a:endParaRPr>
          </a:p>
        </p:txBody>
      </p:sp>
      <p:sp>
        <p:nvSpPr>
          <p:cNvPr id="2" name="Rectangle 1"/>
          <p:cNvSpPr/>
          <p:nvPr/>
        </p:nvSpPr>
        <p:spPr>
          <a:xfrm>
            <a:off x="1443980" y="1222290"/>
            <a:ext cx="1450590" cy="300082"/>
          </a:xfrm>
          <a:prstGeom prst="rect">
            <a:avLst/>
          </a:prstGeom>
        </p:spPr>
        <p:txBody>
          <a:bodyPr wrap="none">
            <a:spAutoFit/>
          </a:bodyPr>
          <a:lstStyle/>
          <a:p>
            <a:pPr defTabSz="914377">
              <a:defRPr/>
            </a:pPr>
            <a:r>
              <a:rPr lang="en-US" dirty="0">
                <a:solidFill>
                  <a:schemeClr val="bg1"/>
                </a:solidFill>
                <a:latin typeface="Museo Sans Cyrl 300" panose="02000000000000000000" pitchFamily="50" charset="-52"/>
                <a:cs typeface="Arial Black"/>
              </a:rPr>
              <a:t>for Team Leader</a:t>
            </a:r>
            <a:endParaRPr lang="ru-RU" sz="1100" dirty="0">
              <a:solidFill>
                <a:schemeClr val="bg1"/>
              </a:solidFill>
              <a:latin typeface="Museo Sans Cyrl 300" panose="02000000000000000000" pitchFamily="50" charset="-52"/>
              <a:cs typeface="Arial Black"/>
            </a:endParaRPr>
          </a:p>
        </p:txBody>
      </p:sp>
      <p:sp>
        <p:nvSpPr>
          <p:cNvPr id="8" name="Rectangle 7"/>
          <p:cNvSpPr/>
          <p:nvPr/>
        </p:nvSpPr>
        <p:spPr>
          <a:xfrm>
            <a:off x="1339989" y="2022509"/>
            <a:ext cx="7228459" cy="2246769"/>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j-lt"/>
                <a:cs typeface="Arial Black"/>
              </a:rPr>
              <a:t>User story contains several tasks, one of which has tiny functionality but at the same time require large efforts. </a:t>
            </a:r>
          </a:p>
          <a:p>
            <a:pPr defTabSz="914377">
              <a:defRPr/>
            </a:pPr>
            <a:r>
              <a:rPr lang="en-US" sz="2800" dirty="0">
                <a:solidFill>
                  <a:schemeClr val="accent2">
                    <a:lumMod val="60000"/>
                    <a:lumOff val="40000"/>
                  </a:schemeClr>
                </a:solidFill>
                <a:latin typeface="+mj-lt"/>
                <a:cs typeface="Arial Black"/>
              </a:rPr>
              <a:t>How will you communicate it with PO / customer?</a:t>
            </a:r>
          </a:p>
        </p:txBody>
      </p:sp>
      <p:pic>
        <p:nvPicPr>
          <p:cNvPr id="9" name="Picture 8"/>
          <p:cNvPicPr>
            <a:picLocks noChangeAspect="1"/>
          </p:cNvPicPr>
          <p:nvPr/>
        </p:nvPicPr>
        <p:blipFill>
          <a:blip r:embed="rId5" cstate="print">
            <a:biLevel thresh="50000"/>
            <a:extLst>
              <a:ext uri="{28A0092B-C50C-407E-A947-70E740481C1C}">
                <a14:useLocalDpi xmlns:a14="http://schemas.microsoft.com/office/drawing/2010/main" val="0"/>
              </a:ext>
            </a:extLst>
          </a:blip>
          <a:stretch>
            <a:fillRect/>
          </a:stretch>
        </p:blipFill>
        <p:spPr>
          <a:xfrm>
            <a:off x="529094" y="818580"/>
            <a:ext cx="620546" cy="620546"/>
          </a:xfrm>
          <a:prstGeom prst="rect">
            <a:avLst/>
          </a:prstGeom>
        </p:spPr>
      </p:pic>
    </p:spTree>
    <p:extLst>
      <p:ext uri="{BB962C8B-B14F-4D97-AF65-F5344CB8AC3E}">
        <p14:creationId xmlns:p14="http://schemas.microsoft.com/office/powerpoint/2010/main" val="20106011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2" name="Oval 51"/>
          <p:cNvSpPr/>
          <p:nvPr/>
        </p:nvSpPr>
        <p:spPr bwMode="auto">
          <a:xfrm>
            <a:off x="338745" y="628231"/>
            <a:ext cx="1001244" cy="1001245"/>
          </a:xfrm>
          <a:prstGeom prst="ellipse">
            <a:avLst/>
          </a:prstGeom>
          <a:noFill/>
          <a:ln w="28575">
            <a:solidFill>
              <a:schemeClr val="bg1"/>
            </a:solidFill>
          </a:ln>
        </p:spPr>
        <p:style>
          <a:lnRef idx="2">
            <a:schemeClr val="accent2"/>
          </a:lnRef>
          <a:fillRef idx="1">
            <a:schemeClr val="lt1"/>
          </a:fillRef>
          <a:effectRef idx="0">
            <a:schemeClr val="accent2"/>
          </a:effectRef>
          <a:fontRef idx="minor">
            <a:schemeClr val="dk1"/>
          </a:fontRef>
        </p:style>
        <p:txBody>
          <a:bodyPr anchor="ctr"/>
          <a:lstStyle/>
          <a:p>
            <a:pPr algn="ctr" defTabSz="914377">
              <a:defRPr/>
            </a:pPr>
            <a:endParaRPr lang="en-US" sz="2400" dirty="0">
              <a:solidFill>
                <a:srgbClr val="464547"/>
              </a:solidFill>
            </a:endParaRPr>
          </a:p>
        </p:txBody>
      </p:sp>
      <p:sp>
        <p:nvSpPr>
          <p:cNvPr id="57" name="Rectangle 56"/>
          <p:cNvSpPr/>
          <p:nvPr/>
        </p:nvSpPr>
        <p:spPr>
          <a:xfrm>
            <a:off x="1416188" y="641576"/>
            <a:ext cx="7004797"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Case 9: Unclear requirements</a:t>
            </a:r>
            <a:endParaRPr lang="en-US" sz="1000" dirty="0">
              <a:solidFill>
                <a:schemeClr val="bg1"/>
              </a:solidFill>
              <a:latin typeface="Museo Sans Cyrl 500" panose="02000000000000000000" pitchFamily="50" charset="-52"/>
              <a:cs typeface="Arial Black"/>
            </a:endParaRPr>
          </a:p>
        </p:txBody>
      </p:sp>
      <p:sp>
        <p:nvSpPr>
          <p:cNvPr id="2" name="Rectangle 1"/>
          <p:cNvSpPr/>
          <p:nvPr/>
        </p:nvSpPr>
        <p:spPr>
          <a:xfrm>
            <a:off x="1443980" y="1222290"/>
            <a:ext cx="1450590" cy="300082"/>
          </a:xfrm>
          <a:prstGeom prst="rect">
            <a:avLst/>
          </a:prstGeom>
        </p:spPr>
        <p:txBody>
          <a:bodyPr wrap="none">
            <a:spAutoFit/>
          </a:bodyPr>
          <a:lstStyle/>
          <a:p>
            <a:pPr defTabSz="914377">
              <a:defRPr/>
            </a:pPr>
            <a:r>
              <a:rPr lang="en-US" dirty="0">
                <a:solidFill>
                  <a:schemeClr val="bg1"/>
                </a:solidFill>
                <a:latin typeface="Museo Sans Cyrl 300" panose="02000000000000000000" pitchFamily="50" charset="-52"/>
                <a:cs typeface="Arial Black"/>
              </a:rPr>
              <a:t>for Team Leader</a:t>
            </a:r>
            <a:endParaRPr lang="ru-RU" sz="1100" dirty="0">
              <a:solidFill>
                <a:schemeClr val="bg1"/>
              </a:solidFill>
              <a:latin typeface="Museo Sans Cyrl 300" panose="02000000000000000000" pitchFamily="50" charset="-52"/>
              <a:cs typeface="Arial Black"/>
            </a:endParaRPr>
          </a:p>
        </p:txBody>
      </p:sp>
      <p:sp>
        <p:nvSpPr>
          <p:cNvPr id="8" name="Rectangle 7"/>
          <p:cNvSpPr/>
          <p:nvPr/>
        </p:nvSpPr>
        <p:spPr>
          <a:xfrm>
            <a:off x="1339989" y="2022509"/>
            <a:ext cx="7228459" cy="1384995"/>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j-lt"/>
                <a:cs typeface="Arial Black"/>
              </a:rPr>
              <a:t>Business Analyst create contradiction requirements unclear for developers. </a:t>
            </a:r>
          </a:p>
          <a:p>
            <a:pPr defTabSz="914377">
              <a:defRPr/>
            </a:pPr>
            <a:r>
              <a:rPr lang="en-US" sz="2800" dirty="0">
                <a:solidFill>
                  <a:schemeClr val="accent2">
                    <a:lumMod val="60000"/>
                    <a:lumOff val="40000"/>
                  </a:schemeClr>
                </a:solidFill>
                <a:latin typeface="+mj-lt"/>
                <a:cs typeface="Arial Black"/>
              </a:rPr>
              <a:t>What will be your actions?</a:t>
            </a:r>
            <a:endParaRPr lang="en-US" sz="3600" b="1" spc="100" dirty="0">
              <a:solidFill>
                <a:schemeClr val="accent2">
                  <a:lumMod val="60000"/>
                  <a:lumOff val="40000"/>
                </a:schemeClr>
              </a:solidFill>
            </a:endParaRPr>
          </a:p>
        </p:txBody>
      </p:sp>
      <p:pic>
        <p:nvPicPr>
          <p:cNvPr id="9" name="Picture 8"/>
          <p:cNvPicPr>
            <a:picLocks noChangeAspect="1"/>
          </p:cNvPicPr>
          <p:nvPr/>
        </p:nvPicPr>
        <p:blipFill>
          <a:blip r:embed="rId5" cstate="print">
            <a:biLevel thresh="50000"/>
            <a:extLst>
              <a:ext uri="{28A0092B-C50C-407E-A947-70E740481C1C}">
                <a14:useLocalDpi xmlns:a14="http://schemas.microsoft.com/office/drawing/2010/main" val="0"/>
              </a:ext>
            </a:extLst>
          </a:blip>
          <a:stretch>
            <a:fillRect/>
          </a:stretch>
        </p:blipFill>
        <p:spPr>
          <a:xfrm>
            <a:off x="529094" y="818580"/>
            <a:ext cx="620546" cy="620546"/>
          </a:xfrm>
          <a:prstGeom prst="rect">
            <a:avLst/>
          </a:prstGeom>
        </p:spPr>
      </p:pic>
    </p:spTree>
    <p:extLst>
      <p:ext uri="{BB962C8B-B14F-4D97-AF65-F5344CB8AC3E}">
        <p14:creationId xmlns:p14="http://schemas.microsoft.com/office/powerpoint/2010/main" val="31844710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2" name="Oval 51"/>
          <p:cNvSpPr/>
          <p:nvPr/>
        </p:nvSpPr>
        <p:spPr bwMode="auto">
          <a:xfrm>
            <a:off x="338745" y="628231"/>
            <a:ext cx="1001244" cy="1001245"/>
          </a:xfrm>
          <a:prstGeom prst="ellipse">
            <a:avLst/>
          </a:prstGeom>
          <a:noFill/>
          <a:ln w="28575">
            <a:solidFill>
              <a:schemeClr val="bg1"/>
            </a:solidFill>
          </a:ln>
        </p:spPr>
        <p:style>
          <a:lnRef idx="2">
            <a:schemeClr val="accent2"/>
          </a:lnRef>
          <a:fillRef idx="1">
            <a:schemeClr val="lt1"/>
          </a:fillRef>
          <a:effectRef idx="0">
            <a:schemeClr val="accent2"/>
          </a:effectRef>
          <a:fontRef idx="minor">
            <a:schemeClr val="dk1"/>
          </a:fontRef>
        </p:style>
        <p:txBody>
          <a:bodyPr anchor="ctr"/>
          <a:lstStyle/>
          <a:p>
            <a:pPr algn="ctr" defTabSz="914377">
              <a:defRPr/>
            </a:pPr>
            <a:endParaRPr lang="en-US" sz="2400" dirty="0">
              <a:solidFill>
                <a:srgbClr val="464547"/>
              </a:solidFill>
            </a:endParaRPr>
          </a:p>
        </p:txBody>
      </p:sp>
      <p:sp>
        <p:nvSpPr>
          <p:cNvPr id="57" name="Rectangle 56"/>
          <p:cNvSpPr/>
          <p:nvPr/>
        </p:nvSpPr>
        <p:spPr>
          <a:xfrm>
            <a:off x="1416188" y="641576"/>
            <a:ext cx="7004797"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Case 10: Team lead</a:t>
            </a:r>
            <a:endParaRPr lang="en-US" sz="1000" dirty="0">
              <a:solidFill>
                <a:schemeClr val="bg1"/>
              </a:solidFill>
              <a:latin typeface="Museo Sans Cyrl 500" panose="02000000000000000000" pitchFamily="50" charset="-52"/>
              <a:cs typeface="Arial Black"/>
            </a:endParaRPr>
          </a:p>
        </p:txBody>
      </p:sp>
      <p:sp>
        <p:nvSpPr>
          <p:cNvPr id="2" name="Rectangle 1"/>
          <p:cNvSpPr/>
          <p:nvPr/>
        </p:nvSpPr>
        <p:spPr>
          <a:xfrm>
            <a:off x="1443980" y="1222290"/>
            <a:ext cx="1450590" cy="300082"/>
          </a:xfrm>
          <a:prstGeom prst="rect">
            <a:avLst/>
          </a:prstGeom>
        </p:spPr>
        <p:txBody>
          <a:bodyPr wrap="none">
            <a:spAutoFit/>
          </a:bodyPr>
          <a:lstStyle/>
          <a:p>
            <a:pPr defTabSz="914377">
              <a:defRPr/>
            </a:pPr>
            <a:r>
              <a:rPr lang="en-US" dirty="0">
                <a:solidFill>
                  <a:schemeClr val="bg1"/>
                </a:solidFill>
                <a:latin typeface="Museo Sans Cyrl 300" panose="02000000000000000000" pitchFamily="50" charset="-52"/>
                <a:cs typeface="Arial Black"/>
              </a:rPr>
              <a:t>for Team Leader</a:t>
            </a:r>
            <a:endParaRPr lang="ru-RU" sz="1100" dirty="0">
              <a:solidFill>
                <a:schemeClr val="bg1"/>
              </a:solidFill>
              <a:latin typeface="Museo Sans Cyrl 300" panose="02000000000000000000" pitchFamily="50" charset="-52"/>
              <a:cs typeface="Arial Black"/>
            </a:endParaRPr>
          </a:p>
        </p:txBody>
      </p:sp>
      <p:sp>
        <p:nvSpPr>
          <p:cNvPr id="8" name="Rectangle 7"/>
          <p:cNvSpPr/>
          <p:nvPr/>
        </p:nvSpPr>
        <p:spPr>
          <a:xfrm>
            <a:off x="1339989" y="2022509"/>
            <a:ext cx="7228459" cy="1815882"/>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j-lt"/>
                <a:cs typeface="Arial Black"/>
              </a:rPr>
              <a:t>Developer from your team want to lead your team for you (who is it depending on your previous decisions). </a:t>
            </a:r>
          </a:p>
          <a:p>
            <a:pPr defTabSz="914377">
              <a:defRPr/>
            </a:pPr>
            <a:r>
              <a:rPr lang="en-US" sz="2800" dirty="0">
                <a:solidFill>
                  <a:schemeClr val="accent2">
                    <a:lumMod val="60000"/>
                    <a:lumOff val="40000"/>
                  </a:schemeClr>
                </a:solidFill>
                <a:latin typeface="+mj-lt"/>
                <a:cs typeface="Arial Black"/>
              </a:rPr>
              <a:t>What will you do?</a:t>
            </a:r>
            <a:endParaRPr lang="en-US" sz="3600" b="1" spc="100" dirty="0">
              <a:solidFill>
                <a:schemeClr val="accent2">
                  <a:lumMod val="60000"/>
                  <a:lumOff val="40000"/>
                </a:schemeClr>
              </a:solidFill>
            </a:endParaRPr>
          </a:p>
        </p:txBody>
      </p:sp>
      <p:pic>
        <p:nvPicPr>
          <p:cNvPr id="9" name="Picture 8"/>
          <p:cNvPicPr>
            <a:picLocks noChangeAspect="1"/>
          </p:cNvPicPr>
          <p:nvPr/>
        </p:nvPicPr>
        <p:blipFill>
          <a:blip r:embed="rId5" cstate="print">
            <a:biLevel thresh="50000"/>
            <a:extLst>
              <a:ext uri="{28A0092B-C50C-407E-A947-70E740481C1C}">
                <a14:useLocalDpi xmlns:a14="http://schemas.microsoft.com/office/drawing/2010/main" val="0"/>
              </a:ext>
            </a:extLst>
          </a:blip>
          <a:stretch>
            <a:fillRect/>
          </a:stretch>
        </p:blipFill>
        <p:spPr>
          <a:xfrm>
            <a:off x="529094" y="818580"/>
            <a:ext cx="620546" cy="620546"/>
          </a:xfrm>
          <a:prstGeom prst="rect">
            <a:avLst/>
          </a:prstGeom>
        </p:spPr>
      </p:pic>
    </p:spTree>
    <p:extLst>
      <p:ext uri="{BB962C8B-B14F-4D97-AF65-F5344CB8AC3E}">
        <p14:creationId xmlns:p14="http://schemas.microsoft.com/office/powerpoint/2010/main" val="37056584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2" name="Oval 51"/>
          <p:cNvSpPr/>
          <p:nvPr/>
        </p:nvSpPr>
        <p:spPr bwMode="auto">
          <a:xfrm>
            <a:off x="338745" y="628231"/>
            <a:ext cx="1001244" cy="1001245"/>
          </a:xfrm>
          <a:prstGeom prst="ellipse">
            <a:avLst/>
          </a:prstGeom>
          <a:noFill/>
          <a:ln w="28575">
            <a:solidFill>
              <a:schemeClr val="bg1"/>
            </a:solidFill>
          </a:ln>
        </p:spPr>
        <p:style>
          <a:lnRef idx="2">
            <a:schemeClr val="accent2"/>
          </a:lnRef>
          <a:fillRef idx="1">
            <a:schemeClr val="lt1"/>
          </a:fillRef>
          <a:effectRef idx="0">
            <a:schemeClr val="accent2"/>
          </a:effectRef>
          <a:fontRef idx="minor">
            <a:schemeClr val="dk1"/>
          </a:fontRef>
        </p:style>
        <p:txBody>
          <a:bodyPr anchor="ctr"/>
          <a:lstStyle/>
          <a:p>
            <a:pPr algn="ctr" defTabSz="914377">
              <a:defRPr/>
            </a:pPr>
            <a:endParaRPr lang="en-US" sz="2400" dirty="0">
              <a:solidFill>
                <a:srgbClr val="464547"/>
              </a:solidFill>
            </a:endParaRPr>
          </a:p>
        </p:txBody>
      </p:sp>
      <p:sp>
        <p:nvSpPr>
          <p:cNvPr id="57" name="Rectangle 56"/>
          <p:cNvSpPr/>
          <p:nvPr/>
        </p:nvSpPr>
        <p:spPr>
          <a:xfrm>
            <a:off x="1416188" y="641576"/>
            <a:ext cx="7004797"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Case 11: Demo</a:t>
            </a:r>
            <a:endParaRPr lang="en-US" sz="1000" dirty="0">
              <a:solidFill>
                <a:schemeClr val="bg1"/>
              </a:solidFill>
              <a:latin typeface="Museo Sans Cyrl 500" panose="02000000000000000000" pitchFamily="50" charset="-52"/>
              <a:cs typeface="Arial Black"/>
            </a:endParaRPr>
          </a:p>
        </p:txBody>
      </p:sp>
      <p:sp>
        <p:nvSpPr>
          <p:cNvPr id="2" name="Rectangle 1"/>
          <p:cNvSpPr/>
          <p:nvPr/>
        </p:nvSpPr>
        <p:spPr>
          <a:xfrm>
            <a:off x="1443980" y="1222290"/>
            <a:ext cx="1450590" cy="300082"/>
          </a:xfrm>
          <a:prstGeom prst="rect">
            <a:avLst/>
          </a:prstGeom>
        </p:spPr>
        <p:txBody>
          <a:bodyPr wrap="none">
            <a:spAutoFit/>
          </a:bodyPr>
          <a:lstStyle/>
          <a:p>
            <a:pPr defTabSz="914377">
              <a:defRPr/>
            </a:pPr>
            <a:r>
              <a:rPr lang="en-US" dirty="0">
                <a:solidFill>
                  <a:schemeClr val="bg1"/>
                </a:solidFill>
                <a:latin typeface="Museo Sans Cyrl 300" panose="02000000000000000000" pitchFamily="50" charset="-52"/>
                <a:cs typeface="Arial Black"/>
              </a:rPr>
              <a:t>for Team Leader</a:t>
            </a:r>
            <a:endParaRPr lang="ru-RU" sz="1100" dirty="0">
              <a:solidFill>
                <a:schemeClr val="bg1"/>
              </a:solidFill>
              <a:latin typeface="Museo Sans Cyrl 300" panose="02000000000000000000" pitchFamily="50" charset="-52"/>
              <a:cs typeface="Arial Black"/>
            </a:endParaRPr>
          </a:p>
        </p:txBody>
      </p:sp>
      <p:sp>
        <p:nvSpPr>
          <p:cNvPr id="8" name="Rectangle 7"/>
          <p:cNvSpPr/>
          <p:nvPr/>
        </p:nvSpPr>
        <p:spPr>
          <a:xfrm>
            <a:off x="1339989" y="2022509"/>
            <a:ext cx="7228459" cy="1815882"/>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j-lt"/>
                <a:cs typeface="Arial Black"/>
              </a:rPr>
              <a:t>When 10 minutes prior to demo for customer you spotted that application / functionality you need to demonstrate does not work.</a:t>
            </a:r>
          </a:p>
          <a:p>
            <a:pPr defTabSz="914377">
              <a:defRPr/>
            </a:pPr>
            <a:r>
              <a:rPr lang="en-US" sz="2800" dirty="0">
                <a:solidFill>
                  <a:schemeClr val="accent2">
                    <a:lumMod val="60000"/>
                    <a:lumOff val="40000"/>
                  </a:schemeClr>
                </a:solidFill>
                <a:latin typeface="+mj-lt"/>
                <a:cs typeface="Arial Black"/>
              </a:rPr>
              <a:t>What will be your actions?</a:t>
            </a:r>
            <a:r>
              <a:rPr lang="en-US" sz="2800" dirty="0">
                <a:solidFill>
                  <a:schemeClr val="bg1"/>
                </a:solidFill>
                <a:latin typeface="+mj-lt"/>
                <a:cs typeface="Arial Black"/>
              </a:rPr>
              <a:t> </a:t>
            </a:r>
            <a:endParaRPr lang="en-US" sz="3600" b="1" spc="100" dirty="0">
              <a:solidFill>
                <a:srgbClr val="00B0F0"/>
              </a:solidFill>
            </a:endParaRPr>
          </a:p>
        </p:txBody>
      </p:sp>
      <p:pic>
        <p:nvPicPr>
          <p:cNvPr id="9" name="Picture 8"/>
          <p:cNvPicPr>
            <a:picLocks noChangeAspect="1"/>
          </p:cNvPicPr>
          <p:nvPr/>
        </p:nvPicPr>
        <p:blipFill>
          <a:blip r:embed="rId5" cstate="print">
            <a:biLevel thresh="50000"/>
            <a:extLst>
              <a:ext uri="{28A0092B-C50C-407E-A947-70E740481C1C}">
                <a14:useLocalDpi xmlns:a14="http://schemas.microsoft.com/office/drawing/2010/main" val="0"/>
              </a:ext>
            </a:extLst>
          </a:blip>
          <a:stretch>
            <a:fillRect/>
          </a:stretch>
        </p:blipFill>
        <p:spPr>
          <a:xfrm>
            <a:off x="529094" y="818580"/>
            <a:ext cx="620546" cy="620546"/>
          </a:xfrm>
          <a:prstGeom prst="rect">
            <a:avLst/>
          </a:prstGeom>
        </p:spPr>
      </p:pic>
    </p:spTree>
    <p:extLst>
      <p:ext uri="{BB962C8B-B14F-4D97-AF65-F5344CB8AC3E}">
        <p14:creationId xmlns:p14="http://schemas.microsoft.com/office/powerpoint/2010/main" val="38048636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571" y="321"/>
            <a:ext cx="9142857" cy="5142857"/>
          </a:xfrm>
          <a:prstGeom prst="rect">
            <a:avLst/>
          </a:prstGeom>
        </p:spPr>
      </p:pic>
      <p:sp>
        <p:nvSpPr>
          <p:cNvPr id="52" name="Oval 51"/>
          <p:cNvSpPr/>
          <p:nvPr/>
        </p:nvSpPr>
        <p:spPr bwMode="auto">
          <a:xfrm>
            <a:off x="338745" y="628231"/>
            <a:ext cx="1001244" cy="1001245"/>
          </a:xfrm>
          <a:prstGeom prst="ellipse">
            <a:avLst/>
          </a:prstGeom>
          <a:noFill/>
          <a:ln w="28575">
            <a:solidFill>
              <a:schemeClr val="bg1"/>
            </a:solidFill>
          </a:ln>
        </p:spPr>
        <p:style>
          <a:lnRef idx="2">
            <a:schemeClr val="accent2"/>
          </a:lnRef>
          <a:fillRef idx="1">
            <a:schemeClr val="lt1"/>
          </a:fillRef>
          <a:effectRef idx="0">
            <a:schemeClr val="accent2"/>
          </a:effectRef>
          <a:fontRef idx="minor">
            <a:schemeClr val="dk1"/>
          </a:fontRef>
        </p:style>
        <p:txBody>
          <a:bodyPr anchor="ctr"/>
          <a:lstStyle/>
          <a:p>
            <a:pPr algn="ctr" defTabSz="914377">
              <a:defRPr/>
            </a:pPr>
            <a:endParaRPr lang="en-US" sz="2400" dirty="0">
              <a:solidFill>
                <a:srgbClr val="464547"/>
              </a:solidFill>
            </a:endParaRPr>
          </a:p>
        </p:txBody>
      </p:sp>
      <p:sp>
        <p:nvSpPr>
          <p:cNvPr id="57" name="Rectangle 56"/>
          <p:cNvSpPr/>
          <p:nvPr/>
        </p:nvSpPr>
        <p:spPr>
          <a:xfrm>
            <a:off x="1416188" y="641576"/>
            <a:ext cx="7004797" cy="646331"/>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3600" dirty="0">
                <a:solidFill>
                  <a:schemeClr val="bg1"/>
                </a:solidFill>
                <a:latin typeface="Museo Sans Cyrl 500" panose="02000000000000000000" pitchFamily="50" charset="-52"/>
                <a:cs typeface="Arial Black"/>
              </a:rPr>
              <a:t>Case 12: The end</a:t>
            </a:r>
            <a:endParaRPr lang="en-US" sz="1000" dirty="0">
              <a:solidFill>
                <a:schemeClr val="bg1"/>
              </a:solidFill>
              <a:latin typeface="Museo Sans Cyrl 500" panose="02000000000000000000" pitchFamily="50" charset="-52"/>
              <a:cs typeface="Arial Black"/>
            </a:endParaRPr>
          </a:p>
        </p:txBody>
      </p:sp>
      <p:sp>
        <p:nvSpPr>
          <p:cNvPr id="2" name="Rectangle 1"/>
          <p:cNvSpPr/>
          <p:nvPr/>
        </p:nvSpPr>
        <p:spPr>
          <a:xfrm>
            <a:off x="1443980" y="1222290"/>
            <a:ext cx="1450590" cy="300082"/>
          </a:xfrm>
          <a:prstGeom prst="rect">
            <a:avLst/>
          </a:prstGeom>
        </p:spPr>
        <p:txBody>
          <a:bodyPr wrap="none">
            <a:spAutoFit/>
          </a:bodyPr>
          <a:lstStyle/>
          <a:p>
            <a:pPr defTabSz="914377">
              <a:defRPr/>
            </a:pPr>
            <a:r>
              <a:rPr lang="en-US" dirty="0">
                <a:solidFill>
                  <a:schemeClr val="bg1"/>
                </a:solidFill>
                <a:latin typeface="Museo Sans Cyrl 300" panose="02000000000000000000" pitchFamily="50" charset="-52"/>
                <a:cs typeface="Arial Black"/>
              </a:rPr>
              <a:t>for Team Leader</a:t>
            </a:r>
            <a:endParaRPr lang="ru-RU" sz="1100" dirty="0">
              <a:solidFill>
                <a:schemeClr val="bg1"/>
              </a:solidFill>
              <a:latin typeface="Museo Sans Cyrl 300" panose="02000000000000000000" pitchFamily="50" charset="-52"/>
              <a:cs typeface="Arial Black"/>
            </a:endParaRPr>
          </a:p>
        </p:txBody>
      </p:sp>
      <p:sp>
        <p:nvSpPr>
          <p:cNvPr id="8" name="Rectangle 7"/>
          <p:cNvSpPr/>
          <p:nvPr/>
        </p:nvSpPr>
        <p:spPr>
          <a:xfrm>
            <a:off x="1339989" y="2022509"/>
            <a:ext cx="7228459" cy="2677656"/>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j-lt"/>
                <a:cs typeface="Arial Black"/>
              </a:rPr>
              <a:t>You did a very good job, customer is happy, team very like you and each other, team spirit is very-very high. But you know, that soon project will be over, the job is done. </a:t>
            </a:r>
          </a:p>
          <a:p>
            <a:pPr defTabSz="914377">
              <a:defRPr/>
            </a:pPr>
            <a:r>
              <a:rPr lang="en-US" sz="2800" dirty="0">
                <a:solidFill>
                  <a:schemeClr val="accent2">
                    <a:lumMod val="60000"/>
                    <a:lumOff val="40000"/>
                  </a:schemeClr>
                </a:solidFill>
                <a:latin typeface="+mj-lt"/>
                <a:cs typeface="Arial Black"/>
              </a:rPr>
              <a:t>What should you think about it and what should you do?</a:t>
            </a:r>
          </a:p>
        </p:txBody>
      </p:sp>
      <p:pic>
        <p:nvPicPr>
          <p:cNvPr id="9" name="Picture 8"/>
          <p:cNvPicPr>
            <a:picLocks noChangeAspect="1"/>
          </p:cNvPicPr>
          <p:nvPr/>
        </p:nvPicPr>
        <p:blipFill>
          <a:blip r:embed="rId5" cstate="print">
            <a:biLevel thresh="50000"/>
            <a:extLst>
              <a:ext uri="{28A0092B-C50C-407E-A947-70E740481C1C}">
                <a14:useLocalDpi xmlns:a14="http://schemas.microsoft.com/office/drawing/2010/main" val="0"/>
              </a:ext>
            </a:extLst>
          </a:blip>
          <a:stretch>
            <a:fillRect/>
          </a:stretch>
        </p:blipFill>
        <p:spPr>
          <a:xfrm>
            <a:off x="529094" y="818580"/>
            <a:ext cx="620546" cy="620546"/>
          </a:xfrm>
          <a:prstGeom prst="rect">
            <a:avLst/>
          </a:prstGeom>
        </p:spPr>
      </p:pic>
    </p:spTree>
    <p:extLst>
      <p:ext uri="{BB962C8B-B14F-4D97-AF65-F5344CB8AC3E}">
        <p14:creationId xmlns:p14="http://schemas.microsoft.com/office/powerpoint/2010/main" val="821950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rotWithShape="1">
          <a:blip r:embed="rId3">
            <a:extLst>
              <a:ext uri="{BEBA8EAE-BF5A-486C-A8C5-ECC9F3942E4B}">
                <a14:imgProps xmlns:a14="http://schemas.microsoft.com/office/drawing/2010/main">
                  <a14:imgLayer r:embed="rId4">
                    <a14:imgEffect>
                      <a14:sharpenSoften amount="-20000"/>
                    </a14:imgEffect>
                    <a14:imgEffect>
                      <a14:colorTemperature colorTemp="5500"/>
                    </a14:imgEffect>
                    <a14:imgEffect>
                      <a14:saturation sat="66000"/>
                    </a14:imgEffect>
                    <a14:imgEffect>
                      <a14:brightnessContrast bright="-35000"/>
                    </a14:imgEffect>
                  </a14:imgLayer>
                </a14:imgProps>
              </a:ext>
              <a:ext uri="{28A0092B-C50C-407E-A947-70E740481C1C}">
                <a14:useLocalDpi xmlns:a14="http://schemas.microsoft.com/office/drawing/2010/main" val="0"/>
              </a:ext>
            </a:extLst>
          </a:blip>
          <a:srcRect t="-2" b="17919"/>
          <a:stretch/>
        </p:blipFill>
        <p:spPr>
          <a:xfrm>
            <a:off x="0" y="0"/>
            <a:ext cx="9144000" cy="5212080"/>
          </a:xfrm>
          <a:prstGeom prst="rect">
            <a:avLst/>
          </a:prstGeom>
        </p:spPr>
      </p:pic>
      <p:sp>
        <p:nvSpPr>
          <p:cNvPr id="52" name="Oval 51"/>
          <p:cNvSpPr/>
          <p:nvPr/>
        </p:nvSpPr>
        <p:spPr bwMode="auto">
          <a:xfrm>
            <a:off x="350047" y="628231"/>
            <a:ext cx="1001244" cy="1001245"/>
          </a:xfrm>
          <a:prstGeom prst="ellipse">
            <a:avLst/>
          </a:prstGeom>
          <a:noFill/>
          <a:ln w="28575">
            <a:solidFill>
              <a:schemeClr val="bg1"/>
            </a:solidFill>
          </a:ln>
        </p:spPr>
        <p:style>
          <a:lnRef idx="2">
            <a:schemeClr val="accent2"/>
          </a:lnRef>
          <a:fillRef idx="1">
            <a:schemeClr val="lt1"/>
          </a:fillRef>
          <a:effectRef idx="0">
            <a:schemeClr val="accent2"/>
          </a:effectRef>
          <a:fontRef idx="minor">
            <a:schemeClr val="dk1"/>
          </a:fontRef>
        </p:style>
        <p:txBody>
          <a:bodyPr anchor="ctr"/>
          <a:lstStyle/>
          <a:p>
            <a:pPr algn="ctr" defTabSz="914377">
              <a:defRPr/>
            </a:pPr>
            <a:endParaRPr lang="en-US" sz="2400" dirty="0">
              <a:solidFill>
                <a:srgbClr val="464547"/>
              </a:solidFill>
            </a:endParaRPr>
          </a:p>
        </p:txBody>
      </p:sp>
      <p:sp>
        <p:nvSpPr>
          <p:cNvPr id="57" name="Rectangle 56"/>
          <p:cNvSpPr/>
          <p:nvPr/>
        </p:nvSpPr>
        <p:spPr>
          <a:xfrm>
            <a:off x="1486429" y="641576"/>
            <a:ext cx="7197128" cy="523220"/>
          </a:xfrm>
          <a:prstGeom prst="rect">
            <a:avLst/>
          </a:prstGeom>
          <a:effectLst>
            <a:outerShdw blurRad="50800" dist="38100" dir="2700000" sx="103000" sy="103000" algn="tl" rotWithShape="0">
              <a:prstClr val="black">
                <a:alpha val="40000"/>
              </a:prstClr>
            </a:outerShdw>
          </a:effectLst>
        </p:spPr>
        <p:txBody>
          <a:bodyPr wrap="square">
            <a:spAutoFit/>
          </a:bodyPr>
          <a:lstStyle/>
          <a:p>
            <a:pPr defTabSz="914377">
              <a:defRPr/>
            </a:pPr>
            <a:r>
              <a:rPr lang="en-US" sz="2800" dirty="0">
                <a:solidFill>
                  <a:schemeClr val="bg1"/>
                </a:solidFill>
                <a:latin typeface="Museo Sans Cyrl 500" panose="02000000000000000000" pitchFamily="50" charset="-52"/>
                <a:cs typeface="Arial Black"/>
              </a:rPr>
              <a:t>#TEAM LEADER WORKSHOP</a:t>
            </a:r>
            <a:endParaRPr lang="en-US" sz="800" dirty="0">
              <a:solidFill>
                <a:schemeClr val="bg1"/>
              </a:solidFill>
              <a:latin typeface="Museo Sans Cyrl 500" panose="02000000000000000000" pitchFamily="50" charset="-52"/>
              <a:cs typeface="Arial Black"/>
            </a:endParaRPr>
          </a:p>
        </p:txBody>
      </p:sp>
      <p:sp>
        <p:nvSpPr>
          <p:cNvPr id="2" name="Rectangle 1"/>
          <p:cNvSpPr/>
          <p:nvPr/>
        </p:nvSpPr>
        <p:spPr>
          <a:xfrm>
            <a:off x="1486429" y="1222290"/>
            <a:ext cx="1658596" cy="300082"/>
          </a:xfrm>
          <a:prstGeom prst="rect">
            <a:avLst/>
          </a:prstGeom>
        </p:spPr>
        <p:txBody>
          <a:bodyPr wrap="none">
            <a:spAutoFit/>
          </a:bodyPr>
          <a:lstStyle/>
          <a:p>
            <a:pPr defTabSz="914377">
              <a:defRPr/>
            </a:pPr>
            <a:r>
              <a:rPr lang="en-US" dirty="0">
                <a:solidFill>
                  <a:schemeClr val="bg1"/>
                </a:solidFill>
                <a:latin typeface="Museo Sans Cyrl 300" panose="02000000000000000000" pitchFamily="50" charset="-52"/>
                <a:cs typeface="Arial Black"/>
              </a:rPr>
              <a:t>by Uladzimir Litvinau</a:t>
            </a:r>
            <a:endParaRPr lang="ru-RU" sz="1100" dirty="0">
              <a:solidFill>
                <a:schemeClr val="bg1"/>
              </a:solidFill>
              <a:latin typeface="Museo Sans Cyrl 300" panose="02000000000000000000" pitchFamily="50" charset="-52"/>
              <a:cs typeface="Arial Black"/>
            </a:endParaRPr>
          </a:p>
        </p:txBody>
      </p:sp>
      <p:pic>
        <p:nvPicPr>
          <p:cNvPr id="9" name="Picture 8"/>
          <p:cNvPicPr>
            <a:picLocks noChangeAspect="1"/>
          </p:cNvPicPr>
          <p:nvPr/>
        </p:nvPicPr>
        <p:blipFill>
          <a:blip r:embed="rId5" cstate="print">
            <a:biLevel thresh="50000"/>
            <a:extLst>
              <a:ext uri="{28A0092B-C50C-407E-A947-70E740481C1C}">
                <a14:useLocalDpi xmlns:a14="http://schemas.microsoft.com/office/drawing/2010/main" val="0"/>
              </a:ext>
            </a:extLst>
          </a:blip>
          <a:stretch>
            <a:fillRect/>
          </a:stretch>
        </p:blipFill>
        <p:spPr>
          <a:xfrm>
            <a:off x="540396" y="821249"/>
            <a:ext cx="620546" cy="620546"/>
          </a:xfrm>
          <a:prstGeom prst="rect">
            <a:avLst/>
          </a:prstGeom>
        </p:spPr>
      </p:pic>
      <p:sp>
        <p:nvSpPr>
          <p:cNvPr id="5" name="Rectangle 4">
            <a:extLst>
              <a:ext uri="{FF2B5EF4-FFF2-40B4-BE49-F238E27FC236}">
                <a16:creationId xmlns:a16="http://schemas.microsoft.com/office/drawing/2014/main" id="{DE5AF703-B204-1545-AD8A-0208F13F7981}"/>
              </a:ext>
            </a:extLst>
          </p:cNvPr>
          <p:cNvSpPr/>
          <p:nvPr/>
        </p:nvSpPr>
        <p:spPr>
          <a:xfrm>
            <a:off x="1707947" y="2397729"/>
            <a:ext cx="7222603" cy="646331"/>
          </a:xfrm>
          <a:prstGeom prst="rect">
            <a:avLst/>
          </a:prstGeom>
        </p:spPr>
        <p:txBody>
          <a:bodyPr wrap="square">
            <a:spAutoFit/>
          </a:bodyPr>
          <a:lstStyle/>
          <a:p>
            <a:r>
              <a:rPr lang="en-US" sz="3600" b="1" dirty="0">
                <a:solidFill>
                  <a:schemeClr val="bg1"/>
                </a:solidFill>
              </a:rPr>
              <a:t>THANK YOU FOR ATTENTION</a:t>
            </a:r>
            <a:endParaRPr lang="en-US" sz="3600" dirty="0">
              <a:solidFill>
                <a:prstClr val="white"/>
              </a:solidFill>
              <a:cs typeface="Arial Black"/>
            </a:endParaRPr>
          </a:p>
        </p:txBody>
      </p:sp>
    </p:spTree>
    <p:extLst>
      <p:ext uri="{BB962C8B-B14F-4D97-AF65-F5344CB8AC3E}">
        <p14:creationId xmlns:p14="http://schemas.microsoft.com/office/powerpoint/2010/main" val="500667172"/>
      </p:ext>
    </p:extLst>
  </p:cSld>
  <p:clrMapOvr>
    <a:masterClrMapping/>
  </p:clrMapOvr>
</p:sld>
</file>

<file path=ppt/theme/theme1.xml><?xml version="1.0" encoding="utf-8"?>
<a:theme xmlns:a="http://schemas.openxmlformats.org/drawingml/2006/main" name="Covers">
  <a:themeElements>
    <a:clrScheme name="EPAM September 2017">
      <a:dk1>
        <a:srgbClr val="222222"/>
      </a:dk1>
      <a:lt1>
        <a:srgbClr val="FFFFFF"/>
      </a:lt1>
      <a:dk2>
        <a:srgbClr val="464547"/>
      </a:dk2>
      <a:lt2>
        <a:srgbClr val="CCCCCC"/>
      </a:lt2>
      <a:accent1>
        <a:srgbClr val="76CDD8"/>
      </a:accent1>
      <a:accent2>
        <a:srgbClr val="008ACF"/>
      </a:accent2>
      <a:accent3>
        <a:srgbClr val="CEDB56"/>
      </a:accent3>
      <a:accent4>
        <a:srgbClr val="D35D47"/>
      </a:accent4>
      <a:accent5>
        <a:srgbClr val="39C2D7"/>
      </a:accent5>
      <a:accent6>
        <a:srgbClr val="222222"/>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740A320D-646C-4C12-89B1-0B127236B0F7}"/>
    </a:ext>
  </a:extLst>
</a:theme>
</file>

<file path=ppt/theme/theme2.xml><?xml version="1.0" encoding="utf-8"?>
<a:theme xmlns:a="http://schemas.openxmlformats.org/drawingml/2006/main" name="General">
  <a:themeElements>
    <a:clrScheme name="EPAM September 2017">
      <a:dk1>
        <a:srgbClr val="222222"/>
      </a:dk1>
      <a:lt1>
        <a:srgbClr val="FFFFFF"/>
      </a:lt1>
      <a:dk2>
        <a:srgbClr val="464547"/>
      </a:dk2>
      <a:lt2>
        <a:srgbClr val="CCCCCC"/>
      </a:lt2>
      <a:accent1>
        <a:srgbClr val="76CDD8"/>
      </a:accent1>
      <a:accent2>
        <a:srgbClr val="008ACF"/>
      </a:accent2>
      <a:accent3>
        <a:srgbClr val="CEDB56"/>
      </a:accent3>
      <a:accent4>
        <a:srgbClr val="D35D47"/>
      </a:accent4>
      <a:accent5>
        <a:srgbClr val="39C2D7"/>
      </a:accent5>
      <a:accent6>
        <a:srgbClr val="222222"/>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5C4EAAF8-284D-4A65-B20F-C47DE8AC2658}"/>
    </a:ext>
  </a:extLst>
</a:theme>
</file>

<file path=ppt/theme/theme3.xml><?xml version="1.0" encoding="utf-8"?>
<a:theme xmlns:a="http://schemas.openxmlformats.org/drawingml/2006/main" name="Breakers">
  <a:themeElements>
    <a:clrScheme name="EPAM September 2017">
      <a:dk1>
        <a:srgbClr val="222222"/>
      </a:dk1>
      <a:lt1>
        <a:srgbClr val="FFFFFF"/>
      </a:lt1>
      <a:dk2>
        <a:srgbClr val="464547"/>
      </a:dk2>
      <a:lt2>
        <a:srgbClr val="CCCCCC"/>
      </a:lt2>
      <a:accent1>
        <a:srgbClr val="76CDD8"/>
      </a:accent1>
      <a:accent2>
        <a:srgbClr val="008ACF"/>
      </a:accent2>
      <a:accent3>
        <a:srgbClr val="CEDB56"/>
      </a:accent3>
      <a:accent4>
        <a:srgbClr val="D35D47"/>
      </a:accent4>
      <a:accent5>
        <a:srgbClr val="39C2D7"/>
      </a:accent5>
      <a:accent6>
        <a:srgbClr val="222222"/>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67367244-F583-44E6-8F01-4BEACD686630}"/>
    </a:ext>
  </a:extLst>
</a:theme>
</file>

<file path=ppt/theme/theme4.xml><?xml version="1.0" encoding="utf-8"?>
<a:theme xmlns:a="http://schemas.openxmlformats.org/drawingml/2006/main" name="1_General">
  <a:themeElements>
    <a:clrScheme name="EPAM September 2017">
      <a:dk1>
        <a:srgbClr val="222222"/>
      </a:dk1>
      <a:lt1>
        <a:srgbClr val="FFFFFF"/>
      </a:lt1>
      <a:dk2>
        <a:srgbClr val="464547"/>
      </a:dk2>
      <a:lt2>
        <a:srgbClr val="CCCCCC"/>
      </a:lt2>
      <a:accent1>
        <a:srgbClr val="76CDD8"/>
      </a:accent1>
      <a:accent2>
        <a:srgbClr val="008ACF"/>
      </a:accent2>
      <a:accent3>
        <a:srgbClr val="CEDB56"/>
      </a:accent3>
      <a:accent4>
        <a:srgbClr val="D35D47"/>
      </a:accent4>
      <a:accent5>
        <a:srgbClr val="39C2D7"/>
      </a:accent5>
      <a:accent6>
        <a:srgbClr val="222222"/>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5C4EAAF8-284D-4A65-B20F-C47DE8AC2658}"/>
    </a:ext>
  </a:extLst>
</a:theme>
</file>

<file path=ppt/theme/theme5.xml><?xml version="1.0" encoding="utf-8"?>
<a:theme xmlns:a="http://schemas.openxmlformats.org/drawingml/2006/main" name="2_General">
  <a:themeElements>
    <a:clrScheme name="EPAM September 2017">
      <a:dk1>
        <a:srgbClr val="222222"/>
      </a:dk1>
      <a:lt1>
        <a:srgbClr val="FFFFFF"/>
      </a:lt1>
      <a:dk2>
        <a:srgbClr val="464547"/>
      </a:dk2>
      <a:lt2>
        <a:srgbClr val="CCCCCC"/>
      </a:lt2>
      <a:accent1>
        <a:srgbClr val="76CDD8"/>
      </a:accent1>
      <a:accent2>
        <a:srgbClr val="008ACF"/>
      </a:accent2>
      <a:accent3>
        <a:srgbClr val="CEDB56"/>
      </a:accent3>
      <a:accent4>
        <a:srgbClr val="D35D47"/>
      </a:accent4>
      <a:accent5>
        <a:srgbClr val="39C2D7"/>
      </a:accent5>
      <a:accent6>
        <a:srgbClr val="222222"/>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5C4EAAF8-284D-4A65-B20F-C47DE8AC2658}"/>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Covers</Template>
  <TotalTime>8965</TotalTime>
  <Words>1173</Words>
  <Application>Microsoft Office PowerPoint</Application>
  <PresentationFormat>On-screen Show (16:9)</PresentationFormat>
  <Paragraphs>169</Paragraphs>
  <Slides>31</Slides>
  <Notes>30</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31</vt:i4>
      </vt:variant>
    </vt:vector>
  </HeadingPairs>
  <TitlesOfParts>
    <vt:vector size="44" baseType="lpstr">
      <vt:lpstr>Arial</vt:lpstr>
      <vt:lpstr>Arial Black</vt:lpstr>
      <vt:lpstr>Calibri</vt:lpstr>
      <vt:lpstr>Calibri Light</vt:lpstr>
      <vt:lpstr>Lucida Grande</vt:lpstr>
      <vt:lpstr>Museo Sans Cyrl 300</vt:lpstr>
      <vt:lpstr>Museo Sans Cyrl 500</vt:lpstr>
      <vt:lpstr>Trebuchet MS</vt:lpstr>
      <vt:lpstr>Covers</vt:lpstr>
      <vt:lpstr>General</vt:lpstr>
      <vt:lpstr>Breakers</vt:lpstr>
      <vt:lpstr>1_General</vt:lpstr>
      <vt:lpstr>2_General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Jennifer Markowitz</dc:creator>
  <cp:lastModifiedBy>Uladzimir Litvinau</cp:lastModifiedBy>
  <cp:revision>825</cp:revision>
  <cp:lastPrinted>2019-02-27T13:31:34Z</cp:lastPrinted>
  <dcterms:created xsi:type="dcterms:W3CDTF">2018-01-26T19:23:30Z</dcterms:created>
  <dcterms:modified xsi:type="dcterms:W3CDTF">2021-12-03T13:44:41Z</dcterms:modified>
</cp:coreProperties>
</file>